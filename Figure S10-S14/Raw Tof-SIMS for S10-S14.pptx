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84" r:id="rId3"/>
    <p:sldId id="274" r:id="rId4"/>
    <p:sldId id="275" r:id="rId5"/>
    <p:sldId id="277" r:id="rId6"/>
    <p:sldId id="278" r:id="rId7"/>
    <p:sldId id="285" r:id="rId8"/>
    <p:sldId id="289" r:id="rId9"/>
    <p:sldId id="259" r:id="rId10"/>
    <p:sldId id="282" r:id="rId11"/>
    <p:sldId id="263" r:id="rId12"/>
    <p:sldId id="286" r:id="rId13"/>
    <p:sldId id="276" r:id="rId14"/>
    <p:sldId id="280" r:id="rId15"/>
    <p:sldId id="266" r:id="rId16"/>
    <p:sldId id="281" r:id="rId17"/>
    <p:sldId id="287" r:id="rId18"/>
    <p:sldId id="271" r:id="rId19"/>
    <p:sldId id="272" r:id="rId20"/>
    <p:sldId id="265" r:id="rId21"/>
    <p:sldId id="279" r:id="rId22"/>
    <p:sldId id="288" r:id="rId23"/>
    <p:sldId id="257" r:id="rId24"/>
    <p:sldId id="256" r:id="rId25"/>
    <p:sldId id="261" r:id="rId26"/>
    <p:sldId id="26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67814-CCAE-60A4-5FB4-0312B95EC8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363E63-B5A3-0F86-88AC-544AC748D4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0C035-D19F-ACF9-9986-58E9179F8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2F0F-BD5B-45E1-BE8A-5C80D9F6586D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6E19B-C76A-8DAD-8315-BEBBAEFA5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35BEF-EDCD-F190-60F0-57A2FB698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75A01-7F0C-422B-BA37-EAC6B85E3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888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63FCC-113E-2D39-4647-A38B751EF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258F3-B19C-1BE2-ED1B-2D9BC18F90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C47CDD-6278-240E-A06A-3695F76C6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2F0F-BD5B-45E1-BE8A-5C80D9F6586D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96FAB4-0ACC-E907-7E44-367B81408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BBCCB-A40E-114A-20A8-CD245557F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75A01-7F0C-422B-BA37-EAC6B85E3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237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9C8DB-9BF4-15E5-407D-B6F4568C4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FD9069-6D2E-68A9-112C-17352C9BBF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44EB55-7F89-F160-EC07-8447D8E01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2F0F-BD5B-45E1-BE8A-5C80D9F6586D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6854D-DDD0-4676-E090-67763B4DE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88F222-1C34-7D6A-5EEB-A009AE7B0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75A01-7F0C-422B-BA37-EAC6B85E3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932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25287-CE1F-DD48-4AB6-BFED1C618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48431-2BFB-D658-2BA0-A2371A9BBA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B33B7C-B66B-515C-9818-95C0A15654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9F9754-56EA-D49A-00AC-3E9216C44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2F0F-BD5B-45E1-BE8A-5C80D9F6586D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B80001-34CE-47AC-1E6F-9547E00AB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E7F98F-BDFC-2F34-73B2-1E9AC632C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75A01-7F0C-422B-BA37-EAC6B85E3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825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C0AA3-8792-32E0-FE3F-451CC07B2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FAE788-C5E6-D36A-0483-24CB1A7F2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6D5C01-CFB0-405F-215C-1AFCF7F87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445432-E0D5-83E8-F63E-ACE9B8701A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4D20AC-4018-1C27-D9C9-D4967B30B5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6608B9-3401-0F06-A54C-942743E30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2F0F-BD5B-45E1-BE8A-5C80D9F6586D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9DB088-E29F-392A-C148-AFC56B80D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251EF8-AC80-EB39-1051-2C5A8F70A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75A01-7F0C-422B-BA37-EAC6B85E3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047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DB8F2-24EE-F848-9855-C4A670E02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D7DE35-3905-0779-658E-5BE5B25D8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2F0F-BD5B-45E1-BE8A-5C80D9F6586D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347DBD-72EE-6996-A7A2-3FF940726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D461B9-E30A-0AD1-BE33-CDF8067D5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75A01-7F0C-422B-BA37-EAC6B85E3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922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5FFB2C-65C1-AD40-4B98-2A4A70285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2F0F-BD5B-45E1-BE8A-5C80D9F6586D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6841C0-51F4-9E01-683E-E872480E3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D92AA0-C8DC-3747-EC3F-2EB41C16A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75A01-7F0C-422B-BA37-EAC6B85E3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169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473FE-6A16-84E7-98A7-7A6BF8F76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4B488-4D65-D2D6-66AA-A423F9F7C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415184-74FB-ECBE-67FA-F9E6B49ABD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325BF2-8FFF-E68A-7A56-B52D2C9B6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2F0F-BD5B-45E1-BE8A-5C80D9F6586D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5436F3-5D72-29D8-668A-A6EBE67DF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F60E07-3821-2DF6-8F1D-96BFA5DE4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75A01-7F0C-422B-BA37-EAC6B85E3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411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0E4CC-66E2-50D7-95BD-8DFBC4AC9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6F77DC-39CD-A067-9B66-3E2898AAD8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0B4D6A-3256-3B23-78A9-775265D62F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0B82EE-698D-588E-F4AA-0922E7046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2F0F-BD5B-45E1-BE8A-5C80D9F6586D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57CE80-7DCE-F917-20C6-E783649D5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BFE893-7163-C4CA-B65B-2787EA45A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75A01-7F0C-422B-BA37-EAC6B85E3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193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5AB6C-D38C-DD7C-BFBA-DB93C4870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4BDB8F-E7AE-4FC3-0F87-88AB90A002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F0118-057C-BDAD-2174-37A772E3A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2F0F-BD5B-45E1-BE8A-5C80D9F6586D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61972-7F2E-9DE6-FC83-4E82A3FFE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87CD6-7620-2ED5-A5DA-677E1F9F8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75A01-7F0C-422B-BA37-EAC6B85E3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589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20FFBD-BE6E-5DD1-9EBC-22AF908386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4ED410-7101-7A6C-FC68-9E01AA5744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C2D0D7-FF02-6D0D-1B2F-C135DA6C8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12F0F-BD5B-45E1-BE8A-5C80D9F6586D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7FA1A-C0E2-019B-4F4D-C5A5890D2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136968-3620-DAFE-1BE5-B48555643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75A01-7F0C-422B-BA37-EAC6B85E3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7536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1518900" y="6340477"/>
            <a:ext cx="560917" cy="47625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491EF2E-757B-49FE-848C-BE8F1D064176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993270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FBE8BB-3F56-4157-C09D-B5DD31B1B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625983-A6F0-5CCA-AC12-D21A4F286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FA70D-CB5A-FB75-6472-05E7817F12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E12F0F-BD5B-45E1-BE8A-5C80D9F6586D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F64BE-4C35-C3BB-4305-E90A7D9F98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85C08-7C79-D57D-1FE9-E820206CA7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175A01-7F0C-422B-BA37-EAC6B85E38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113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microsoft.com/office/2007/relationships/hdphoto" Target="../media/hdphoto3.wdp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microsoft.com/office/2007/relationships/hdphoto" Target="../media/hdphoto4.wdp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microsoft.com/office/2007/relationships/hdphoto" Target="../media/hdphoto6.wdp"/><Relationship Id="rId5" Type="http://schemas.openxmlformats.org/officeDocument/2006/relationships/image" Target="../media/image22.png"/><Relationship Id="rId4" Type="http://schemas.microsoft.com/office/2007/relationships/hdphoto" Target="../media/hdphoto5.wdp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microsoft.com/office/2007/relationships/hdphoto" Target="../media/hdphoto7.wdp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microsoft.com/office/2007/relationships/hdphoto" Target="../media/hdphoto9.wdp"/><Relationship Id="rId5" Type="http://schemas.openxmlformats.org/officeDocument/2006/relationships/image" Target="../media/image30.png"/><Relationship Id="rId4" Type="http://schemas.microsoft.com/office/2007/relationships/hdphoto" Target="../media/hdphoto8.wdp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microsoft.com/office/2007/relationships/hdphoto" Target="../media/hdphoto10.wdp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39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2.wdp"/><Relationship Id="rId5" Type="http://schemas.openxmlformats.org/officeDocument/2006/relationships/image" Target="../media/image38.png"/><Relationship Id="rId4" Type="http://schemas.microsoft.com/office/2007/relationships/hdphoto" Target="../media/hdphoto11.wdp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32E71-4CF4-39B6-522F-8BC131636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0.7% w/w (1% in theory) Nano TOF SIMS raw  maps and distributions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B7AAB-685C-7377-D597-B9073AF24C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CA" dirty="0"/>
              <a:t>For </a:t>
            </a:r>
            <a:r>
              <a:rPr lang="en-CA"/>
              <a:t>Figure 4 </a:t>
            </a:r>
            <a:r>
              <a:rPr lang="en-CA" dirty="0"/>
              <a:t>and Figure S10-S12 </a:t>
            </a:r>
            <a:r>
              <a:rPr lang="en-CA" dirty="0" err="1"/>
              <a:t>defg</a:t>
            </a:r>
            <a:endParaRPr lang="en-CA" dirty="0"/>
          </a:p>
          <a:p>
            <a:r>
              <a:rPr lang="en-CA" dirty="0"/>
              <a:t>10 ppm c-Se-PS-MNPs</a:t>
            </a:r>
          </a:p>
          <a:p>
            <a:r>
              <a:rPr lang="en-CA" dirty="0"/>
              <a:t>1 ppm c-Se-PS-MNPs</a:t>
            </a:r>
          </a:p>
          <a:p>
            <a:r>
              <a:rPr lang="en-CA" dirty="0"/>
              <a:t>0.1 ppm C-Se-PS-MNPs</a:t>
            </a:r>
          </a:p>
          <a:p>
            <a:r>
              <a:rPr lang="en-CA" dirty="0"/>
              <a:t>1 ppm Se-PS-NPs</a:t>
            </a:r>
          </a:p>
          <a:p>
            <a:r>
              <a:rPr lang="en-CA" dirty="0"/>
              <a:t>0.1 ppm Se-PS-NPs</a:t>
            </a:r>
          </a:p>
          <a:p>
            <a:endParaRPr lang="en-CA" dirty="0"/>
          </a:p>
          <a:p>
            <a:pPr marL="0" indent="0">
              <a:buNone/>
            </a:pPr>
            <a:r>
              <a:rPr lang="en-CA" dirty="0"/>
              <a:t>All maps brightness and contrast were adjusted to enhance the brightest spots using the Picture format </a:t>
            </a:r>
            <a:r>
              <a:rPr lang="en-CA" dirty="0">
                <a:sym typeface="Wingdings" panose="05000000000000000000" pitchFamily="2" charset="2"/>
              </a:rPr>
              <a:t> </a:t>
            </a:r>
            <a:r>
              <a:rPr lang="en-CA" dirty="0"/>
              <a:t>Corrections option on Power Point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840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F3C1C-3922-B001-7064-5A2B62B8D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10 ppm c-Se-PS-MNPs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529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FE68550-2579-3677-3DD2-BB6E2D39F5C3}"/>
              </a:ext>
            </a:extLst>
          </p:cNvPr>
          <p:cNvSpPr txBox="1"/>
          <p:nvPr/>
        </p:nvSpPr>
        <p:spPr>
          <a:xfrm>
            <a:off x="435810" y="1029612"/>
            <a:ext cx="10160000" cy="430887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</a:rPr>
              <a:t>positive-</a:t>
            </a:r>
            <a:r>
              <a:rPr lang="pl-PL" sz="2800" dirty="0">
                <a:latin typeface="Arial" panose="020B0604020202020204" pitchFamily="34" charset="0"/>
              </a:rPr>
              <a:t> (</a:t>
            </a:r>
            <a:r>
              <a:rPr lang="en-US" sz="2800" dirty="0">
                <a:latin typeface="Arial" panose="020B0604020202020204" pitchFamily="34" charset="0"/>
              </a:rPr>
              <a:t>1</a:t>
            </a:r>
            <a:r>
              <a:rPr lang="pl-PL" sz="2800" dirty="0">
                <a:latin typeface="Arial" panose="020B0604020202020204" pitchFamily="34" charset="0"/>
              </a:rPr>
              <a:t>%w/w) -10 (ppm) </a:t>
            </a:r>
            <a:r>
              <a:rPr lang="en-US" sz="2800" dirty="0">
                <a:latin typeface="Arial" panose="020B0604020202020204" pitchFamily="34" charset="0"/>
              </a:rPr>
              <a:t>-B-400 um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A04709-0306-673C-CB30-E7526B178963}"/>
              </a:ext>
            </a:extLst>
          </p:cNvPr>
          <p:cNvSpPr txBox="1"/>
          <p:nvPr/>
        </p:nvSpPr>
        <p:spPr>
          <a:xfrm>
            <a:off x="914400" y="1460499"/>
            <a:ext cx="10363200" cy="2540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+ Ions, xxx µm analysis area (xxx µm scale bar)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8FB3C1-1C51-AB26-B984-D132FDA85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911551" y="2202916"/>
            <a:ext cx="2563738" cy="25637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45D325E-E512-75DB-F681-E28B89E126CD}"/>
              </a:ext>
            </a:extLst>
          </p:cNvPr>
          <p:cNvSpPr txBox="1"/>
          <p:nvPr/>
        </p:nvSpPr>
        <p:spPr>
          <a:xfrm>
            <a:off x="91155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Total_Ion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41150639; Max: 1496; Scale: 100µm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FCC9B4-077A-0660-E565-22038B1D0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3513271" y="2202916"/>
            <a:ext cx="2563738" cy="25637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725D60C-D99B-0550-63F9-A89BE4B3F02A}"/>
              </a:ext>
            </a:extLst>
          </p:cNvPr>
          <p:cNvSpPr txBox="1"/>
          <p:nvPr/>
        </p:nvSpPr>
        <p:spPr>
          <a:xfrm>
            <a:off x="351327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fr-FR" sz="800">
                <a:latin typeface="Arial" panose="020B0604020202020204" pitchFamily="34" charset="0"/>
              </a:rPr>
              <a:t>Se -  79.92 (256x256)</a:t>
            </a:r>
          </a:p>
          <a:p>
            <a:pPr algn="ctr"/>
            <a:r>
              <a:rPr lang="fr-FR" sz="800">
                <a:latin typeface="Arial" panose="020B0604020202020204" pitchFamily="34" charset="0"/>
              </a:rPr>
              <a:t>Cts: 41419; Max: 7; Scale: 100µm</a:t>
            </a:r>
            <a:endParaRPr lang="en-US" sz="800"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C3E011F-4C53-884F-909B-F26FCC8414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6114991" y="2202916"/>
            <a:ext cx="2563738" cy="25637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F723E6A-7CC1-C857-EC55-35CB094986E8}"/>
              </a:ext>
            </a:extLst>
          </p:cNvPr>
          <p:cNvSpPr txBox="1"/>
          <p:nvPr/>
        </p:nvSpPr>
        <p:spPr>
          <a:xfrm>
            <a:off x="611499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C</a:t>
            </a:r>
            <a:r>
              <a:rPr lang="en-US" sz="800" baseline="-25000">
                <a:latin typeface="Arial" panose="020B0604020202020204" pitchFamily="34" charset="0"/>
              </a:rPr>
              <a:t>7</a:t>
            </a:r>
            <a:r>
              <a:rPr lang="en-US" sz="800">
                <a:latin typeface="Arial" panose="020B0604020202020204" pitchFamily="34" charset="0"/>
              </a:rPr>
              <a:t>H</a:t>
            </a:r>
            <a:r>
              <a:rPr lang="en-US" sz="800" baseline="-25000">
                <a:latin typeface="Arial" panose="020B0604020202020204" pitchFamily="34" charset="0"/>
              </a:rPr>
              <a:t>7</a:t>
            </a:r>
            <a:r>
              <a:rPr lang="en-US" sz="800">
                <a:latin typeface="Arial" panose="020B0604020202020204" pitchFamily="34" charset="0"/>
              </a:rPr>
              <a:t> -  91.03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77933; Max: 19; Scale: 100µm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9CA75CB-16B2-FF43-EFDB-93212D44F2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8716711" y="2202916"/>
            <a:ext cx="2563738" cy="256373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891820B-0AED-FBFA-5038-5A67AD0DF516}"/>
              </a:ext>
            </a:extLst>
          </p:cNvPr>
          <p:cNvSpPr txBox="1"/>
          <p:nvPr/>
        </p:nvSpPr>
        <p:spPr>
          <a:xfrm>
            <a:off x="871671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OVERLAY</a:t>
            </a:r>
          </a:p>
          <a:p>
            <a:pPr algn="ctr"/>
            <a:endParaRPr lang="en-US" sz="800"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741CE4-3723-9F68-954D-E1811EB15B3A}"/>
              </a:ext>
            </a:extLst>
          </p:cNvPr>
          <p:cNvSpPr txBox="1"/>
          <p:nvPr/>
        </p:nvSpPr>
        <p:spPr>
          <a:xfrm>
            <a:off x="914400" y="5587999"/>
            <a:ext cx="8293100" cy="4064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Enter Slide Comments Here</a:t>
            </a:r>
          </a:p>
        </p:txBody>
      </p:sp>
    </p:spTree>
    <p:extLst>
      <p:ext uri="{BB962C8B-B14F-4D97-AF65-F5344CB8AC3E}">
        <p14:creationId xmlns:p14="http://schemas.microsoft.com/office/powerpoint/2010/main" val="3633277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B0A5D15-1ACD-6DD8-26BE-070FC72C688A}"/>
              </a:ext>
            </a:extLst>
          </p:cNvPr>
          <p:cNvSpPr txBox="1"/>
          <p:nvPr/>
        </p:nvSpPr>
        <p:spPr>
          <a:xfrm>
            <a:off x="1117600" y="990600"/>
            <a:ext cx="10160000" cy="430887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</a:rPr>
              <a:t>positive-</a:t>
            </a:r>
            <a:r>
              <a:rPr lang="pl-PL" sz="2800" dirty="0">
                <a:latin typeface="Arial" panose="020B0604020202020204" pitchFamily="34" charset="0"/>
              </a:rPr>
              <a:t> (</a:t>
            </a:r>
            <a:r>
              <a:rPr lang="en-US" sz="2800" dirty="0">
                <a:latin typeface="Arial" panose="020B0604020202020204" pitchFamily="34" charset="0"/>
              </a:rPr>
              <a:t>1</a:t>
            </a:r>
            <a:r>
              <a:rPr lang="pl-PL" sz="2800" dirty="0">
                <a:latin typeface="Arial" panose="020B0604020202020204" pitchFamily="34" charset="0"/>
              </a:rPr>
              <a:t>%w/w) -10 (ppm) </a:t>
            </a:r>
            <a:r>
              <a:rPr lang="en-US" sz="2800" dirty="0">
                <a:latin typeface="Arial" panose="020B0604020202020204" pitchFamily="34" charset="0"/>
              </a:rPr>
              <a:t>-B-400 um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B611EF-F3A8-64FA-8673-5C6B75A890D5}"/>
              </a:ext>
            </a:extLst>
          </p:cNvPr>
          <p:cNvSpPr txBox="1"/>
          <p:nvPr/>
        </p:nvSpPr>
        <p:spPr>
          <a:xfrm>
            <a:off x="1420139" y="2459290"/>
            <a:ext cx="25519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688CFB-1C44-0BB4-23A2-1371A4E5EAA2}"/>
              </a:ext>
            </a:extLst>
          </p:cNvPr>
          <p:cNvSpPr txBox="1"/>
          <p:nvPr/>
        </p:nvSpPr>
        <p:spPr>
          <a:xfrm>
            <a:off x="3810929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50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A06B2D-60AC-9B0F-E10F-4310F6076441}"/>
              </a:ext>
            </a:extLst>
          </p:cNvPr>
          <p:cNvSpPr txBox="1"/>
          <p:nvPr/>
        </p:nvSpPr>
        <p:spPr>
          <a:xfrm>
            <a:off x="6196972" y="2459290"/>
            <a:ext cx="396262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23EB17-2168-F4DF-10D6-1ACD70D110CF}"/>
              </a:ext>
            </a:extLst>
          </p:cNvPr>
          <p:cNvSpPr txBox="1"/>
          <p:nvPr/>
        </p:nvSpPr>
        <p:spPr>
          <a:xfrm>
            <a:off x="8627776" y="2459290"/>
            <a:ext cx="396262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150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C0E8142-A2F5-EE44-5E97-911957B2CB97}"/>
              </a:ext>
            </a:extLst>
          </p:cNvPr>
          <p:cNvSpPr/>
          <p:nvPr/>
        </p:nvSpPr>
        <p:spPr bwMode="auto">
          <a:xfrm>
            <a:off x="1547738" y="2373832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6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2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6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75962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6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2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6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E623F9-3117-AED1-F8DB-C68BD33CB264}"/>
              </a:ext>
            </a:extLst>
          </p:cNvPr>
          <p:cNvSpPr txBox="1"/>
          <p:nvPr/>
        </p:nvSpPr>
        <p:spPr>
          <a:xfrm>
            <a:off x="5968482" y="2630206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B21D750-77A4-7C63-1C06-D965AFA09D64}"/>
              </a:ext>
            </a:extLst>
          </p:cNvPr>
          <p:cNvSpPr/>
          <p:nvPr/>
        </p:nvSpPr>
        <p:spPr bwMode="auto">
          <a:xfrm>
            <a:off x="1547738" y="1623701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5E3CB9-1B81-D91C-B763-E0C421C67BF4}"/>
              </a:ext>
            </a:extLst>
          </p:cNvPr>
          <p:cNvSpPr txBox="1"/>
          <p:nvPr/>
        </p:nvSpPr>
        <p:spPr>
          <a:xfrm>
            <a:off x="1299415" y="2250721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8FF47F-A37E-2F49-2CB0-E867AB1C1AAE}"/>
              </a:ext>
            </a:extLst>
          </p:cNvPr>
          <p:cNvSpPr txBox="1"/>
          <p:nvPr/>
        </p:nvSpPr>
        <p:spPr>
          <a:xfrm>
            <a:off x="1299415" y="2146273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CC9D5C-598F-C406-A931-668B4CCFE33F}"/>
              </a:ext>
            </a:extLst>
          </p:cNvPr>
          <p:cNvSpPr txBox="1"/>
          <p:nvPr/>
        </p:nvSpPr>
        <p:spPr>
          <a:xfrm>
            <a:off x="1299415" y="2051319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FA328C-FADC-C01E-C3C9-91502FE2DB5E}"/>
              </a:ext>
            </a:extLst>
          </p:cNvPr>
          <p:cNvSpPr txBox="1"/>
          <p:nvPr/>
        </p:nvSpPr>
        <p:spPr>
          <a:xfrm>
            <a:off x="1299415" y="1956366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F4B05C-47E0-7F98-CADA-11F01B671E9F}"/>
              </a:ext>
            </a:extLst>
          </p:cNvPr>
          <p:cNvSpPr txBox="1"/>
          <p:nvPr/>
        </p:nvSpPr>
        <p:spPr>
          <a:xfrm>
            <a:off x="1299415" y="1861413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F0EA73-2230-D7B3-100A-957961691851}"/>
              </a:ext>
            </a:extLst>
          </p:cNvPr>
          <p:cNvSpPr txBox="1"/>
          <p:nvPr/>
        </p:nvSpPr>
        <p:spPr>
          <a:xfrm>
            <a:off x="1299415" y="1756964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473D664-5BEB-0EFB-E6B0-F6CDD27DB28D}"/>
              </a:ext>
            </a:extLst>
          </p:cNvPr>
          <p:cNvSpPr txBox="1"/>
          <p:nvPr/>
        </p:nvSpPr>
        <p:spPr>
          <a:xfrm>
            <a:off x="1299415" y="1662011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DDF9DFD-34A6-A19E-0CEF-F137727AD6B8}"/>
              </a:ext>
            </a:extLst>
          </p:cNvPr>
          <p:cNvSpPr txBox="1"/>
          <p:nvPr/>
        </p:nvSpPr>
        <p:spPr>
          <a:xfrm>
            <a:off x="1299415" y="1567058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9F29AA8-B30E-4252-29FD-3D99F19FF326}"/>
              </a:ext>
            </a:extLst>
          </p:cNvPr>
          <p:cNvSpPr/>
          <p:nvPr/>
        </p:nvSpPr>
        <p:spPr bwMode="auto">
          <a:xfrm>
            <a:off x="1471776" y="1623701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21645"/>
                </a:lnTo>
                <a:lnTo>
                  <a:pt x="28486" y="721645"/>
                </a:lnTo>
                <a:lnTo>
                  <a:pt x="75962" y="721645"/>
                </a:lnTo>
                <a:lnTo>
                  <a:pt x="75962" y="702654"/>
                </a:lnTo>
                <a:lnTo>
                  <a:pt x="28486" y="702654"/>
                </a:lnTo>
                <a:lnTo>
                  <a:pt x="75962" y="702654"/>
                </a:lnTo>
                <a:lnTo>
                  <a:pt x="75962" y="683664"/>
                </a:lnTo>
                <a:lnTo>
                  <a:pt x="28486" y="683664"/>
                </a:lnTo>
                <a:lnTo>
                  <a:pt x="75962" y="683664"/>
                </a:lnTo>
                <a:lnTo>
                  <a:pt x="75962" y="664673"/>
                </a:lnTo>
                <a:lnTo>
                  <a:pt x="28486" y="664673"/>
                </a:lnTo>
                <a:lnTo>
                  <a:pt x="75962" y="664673"/>
                </a:lnTo>
                <a:lnTo>
                  <a:pt x="75962" y="645682"/>
                </a:lnTo>
                <a:lnTo>
                  <a:pt x="0" y="645682"/>
                </a:lnTo>
                <a:lnTo>
                  <a:pt x="75962" y="645682"/>
                </a:lnTo>
                <a:lnTo>
                  <a:pt x="75962" y="626691"/>
                </a:lnTo>
                <a:lnTo>
                  <a:pt x="28486" y="626691"/>
                </a:lnTo>
                <a:lnTo>
                  <a:pt x="75962" y="626691"/>
                </a:lnTo>
                <a:lnTo>
                  <a:pt x="75962" y="607701"/>
                </a:lnTo>
                <a:lnTo>
                  <a:pt x="28486" y="607701"/>
                </a:lnTo>
                <a:lnTo>
                  <a:pt x="75962" y="607701"/>
                </a:lnTo>
                <a:lnTo>
                  <a:pt x="75962" y="588710"/>
                </a:lnTo>
                <a:lnTo>
                  <a:pt x="28486" y="588710"/>
                </a:lnTo>
                <a:lnTo>
                  <a:pt x="75962" y="588710"/>
                </a:lnTo>
                <a:lnTo>
                  <a:pt x="75962" y="569720"/>
                </a:lnTo>
                <a:lnTo>
                  <a:pt x="28486" y="569720"/>
                </a:lnTo>
                <a:lnTo>
                  <a:pt x="75962" y="569720"/>
                </a:lnTo>
                <a:lnTo>
                  <a:pt x="75962" y="550729"/>
                </a:lnTo>
                <a:lnTo>
                  <a:pt x="0" y="550729"/>
                </a:lnTo>
                <a:lnTo>
                  <a:pt x="75962" y="550729"/>
                </a:lnTo>
                <a:lnTo>
                  <a:pt x="75962" y="531738"/>
                </a:lnTo>
                <a:lnTo>
                  <a:pt x="28486" y="531738"/>
                </a:lnTo>
                <a:lnTo>
                  <a:pt x="75962" y="531738"/>
                </a:lnTo>
                <a:lnTo>
                  <a:pt x="75962" y="512748"/>
                </a:lnTo>
                <a:lnTo>
                  <a:pt x="28486" y="512748"/>
                </a:lnTo>
                <a:lnTo>
                  <a:pt x="75962" y="512748"/>
                </a:lnTo>
                <a:lnTo>
                  <a:pt x="75962" y="493757"/>
                </a:lnTo>
                <a:lnTo>
                  <a:pt x="28486" y="493757"/>
                </a:lnTo>
                <a:lnTo>
                  <a:pt x="75962" y="493757"/>
                </a:lnTo>
                <a:lnTo>
                  <a:pt x="75962" y="474766"/>
                </a:lnTo>
                <a:lnTo>
                  <a:pt x="28486" y="474766"/>
                </a:lnTo>
                <a:lnTo>
                  <a:pt x="75962" y="474766"/>
                </a:lnTo>
                <a:lnTo>
                  <a:pt x="75962" y="455776"/>
                </a:lnTo>
                <a:lnTo>
                  <a:pt x="0" y="455776"/>
                </a:lnTo>
                <a:lnTo>
                  <a:pt x="75962" y="455776"/>
                </a:lnTo>
                <a:lnTo>
                  <a:pt x="75962" y="436785"/>
                </a:lnTo>
                <a:lnTo>
                  <a:pt x="28486" y="436785"/>
                </a:lnTo>
                <a:lnTo>
                  <a:pt x="75962" y="436785"/>
                </a:lnTo>
                <a:lnTo>
                  <a:pt x="75962" y="417794"/>
                </a:lnTo>
                <a:lnTo>
                  <a:pt x="28486" y="417794"/>
                </a:lnTo>
                <a:lnTo>
                  <a:pt x="75962" y="417794"/>
                </a:lnTo>
                <a:lnTo>
                  <a:pt x="75962" y="398804"/>
                </a:lnTo>
                <a:lnTo>
                  <a:pt x="28486" y="398804"/>
                </a:lnTo>
                <a:lnTo>
                  <a:pt x="75962" y="398804"/>
                </a:lnTo>
                <a:lnTo>
                  <a:pt x="75962" y="379813"/>
                </a:lnTo>
                <a:lnTo>
                  <a:pt x="28486" y="379813"/>
                </a:lnTo>
                <a:lnTo>
                  <a:pt x="75962" y="379813"/>
                </a:lnTo>
                <a:lnTo>
                  <a:pt x="75962" y="360822"/>
                </a:lnTo>
                <a:lnTo>
                  <a:pt x="0" y="360822"/>
                </a:lnTo>
                <a:lnTo>
                  <a:pt x="75962" y="360822"/>
                </a:lnTo>
                <a:lnTo>
                  <a:pt x="75962" y="341832"/>
                </a:lnTo>
                <a:lnTo>
                  <a:pt x="28486" y="341832"/>
                </a:lnTo>
                <a:lnTo>
                  <a:pt x="75962" y="341832"/>
                </a:lnTo>
                <a:lnTo>
                  <a:pt x="75962" y="322841"/>
                </a:lnTo>
                <a:lnTo>
                  <a:pt x="28486" y="322841"/>
                </a:lnTo>
                <a:lnTo>
                  <a:pt x="75962" y="322841"/>
                </a:lnTo>
                <a:lnTo>
                  <a:pt x="75962" y="303850"/>
                </a:lnTo>
                <a:lnTo>
                  <a:pt x="28486" y="303850"/>
                </a:lnTo>
                <a:lnTo>
                  <a:pt x="75962" y="303850"/>
                </a:lnTo>
                <a:lnTo>
                  <a:pt x="75962" y="275364"/>
                </a:lnTo>
                <a:lnTo>
                  <a:pt x="28486" y="275364"/>
                </a:lnTo>
                <a:lnTo>
                  <a:pt x="75962" y="275364"/>
                </a:lnTo>
                <a:lnTo>
                  <a:pt x="75962" y="256374"/>
                </a:lnTo>
                <a:lnTo>
                  <a:pt x="0" y="256374"/>
                </a:lnTo>
                <a:lnTo>
                  <a:pt x="75962" y="256374"/>
                </a:lnTo>
                <a:lnTo>
                  <a:pt x="75962" y="237383"/>
                </a:lnTo>
                <a:lnTo>
                  <a:pt x="28486" y="237383"/>
                </a:lnTo>
                <a:lnTo>
                  <a:pt x="75962" y="237383"/>
                </a:lnTo>
                <a:lnTo>
                  <a:pt x="75962" y="218393"/>
                </a:lnTo>
                <a:lnTo>
                  <a:pt x="28486" y="218393"/>
                </a:lnTo>
                <a:lnTo>
                  <a:pt x="75962" y="218393"/>
                </a:lnTo>
                <a:lnTo>
                  <a:pt x="75962" y="199402"/>
                </a:lnTo>
                <a:lnTo>
                  <a:pt x="28486" y="199402"/>
                </a:lnTo>
                <a:lnTo>
                  <a:pt x="75962" y="199402"/>
                </a:lnTo>
                <a:lnTo>
                  <a:pt x="75962" y="180411"/>
                </a:lnTo>
                <a:lnTo>
                  <a:pt x="28486" y="180411"/>
                </a:lnTo>
                <a:lnTo>
                  <a:pt x="75962" y="180411"/>
                </a:lnTo>
                <a:lnTo>
                  <a:pt x="75962" y="161420"/>
                </a:lnTo>
                <a:lnTo>
                  <a:pt x="0" y="161420"/>
                </a:lnTo>
                <a:lnTo>
                  <a:pt x="75962" y="161420"/>
                </a:lnTo>
                <a:lnTo>
                  <a:pt x="75962" y="142430"/>
                </a:lnTo>
                <a:lnTo>
                  <a:pt x="28486" y="142430"/>
                </a:lnTo>
                <a:lnTo>
                  <a:pt x="75962" y="142430"/>
                </a:lnTo>
                <a:lnTo>
                  <a:pt x="75962" y="123439"/>
                </a:lnTo>
                <a:lnTo>
                  <a:pt x="28486" y="123439"/>
                </a:lnTo>
                <a:lnTo>
                  <a:pt x="75962" y="123439"/>
                </a:lnTo>
                <a:lnTo>
                  <a:pt x="75962" y="104449"/>
                </a:lnTo>
                <a:lnTo>
                  <a:pt x="28486" y="104449"/>
                </a:lnTo>
                <a:lnTo>
                  <a:pt x="75962" y="104449"/>
                </a:lnTo>
                <a:lnTo>
                  <a:pt x="75962" y="85458"/>
                </a:lnTo>
                <a:lnTo>
                  <a:pt x="28486" y="85458"/>
                </a:lnTo>
                <a:lnTo>
                  <a:pt x="75962" y="85458"/>
                </a:lnTo>
                <a:lnTo>
                  <a:pt x="75962" y="66467"/>
                </a:lnTo>
                <a:lnTo>
                  <a:pt x="0" y="66467"/>
                </a:lnTo>
                <a:lnTo>
                  <a:pt x="75962" y="66467"/>
                </a:lnTo>
                <a:lnTo>
                  <a:pt x="75962" y="47477"/>
                </a:lnTo>
                <a:lnTo>
                  <a:pt x="28486" y="47477"/>
                </a:lnTo>
                <a:lnTo>
                  <a:pt x="75962" y="47477"/>
                </a:lnTo>
                <a:lnTo>
                  <a:pt x="75962" y="28486"/>
                </a:lnTo>
                <a:lnTo>
                  <a:pt x="28486" y="28486"/>
                </a:lnTo>
                <a:lnTo>
                  <a:pt x="75962" y="28486"/>
                </a:lnTo>
                <a:lnTo>
                  <a:pt x="75962" y="9495"/>
                </a:lnTo>
                <a:lnTo>
                  <a:pt x="28486" y="9495"/>
                </a:lnTo>
                <a:lnTo>
                  <a:pt x="75962" y="9495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537F3A-1C1E-40B3-14BA-63807B93AE7A}"/>
              </a:ext>
            </a:extLst>
          </p:cNvPr>
          <p:cNvSpPr txBox="1"/>
          <p:nvPr/>
        </p:nvSpPr>
        <p:spPr>
          <a:xfrm>
            <a:off x="914991" y="1669367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Counts/1E6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1A296E7-CC2D-B7B2-B3D8-068E641BDAC9}"/>
              </a:ext>
            </a:extLst>
          </p:cNvPr>
          <p:cNvSpPr/>
          <p:nvPr/>
        </p:nvSpPr>
        <p:spPr bwMode="auto">
          <a:xfrm>
            <a:off x="11251963" y="1623701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759D2BAB-57D6-A4A7-3DA7-92080817BB9C}"/>
              </a:ext>
            </a:extLst>
          </p:cNvPr>
          <p:cNvSpPr/>
          <p:nvPr/>
        </p:nvSpPr>
        <p:spPr bwMode="auto">
          <a:xfrm>
            <a:off x="1547738" y="1737645"/>
            <a:ext cx="9694730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626691"/>
                </a:moveTo>
                <a:lnTo>
                  <a:pt x="9496" y="626691"/>
                </a:lnTo>
                <a:lnTo>
                  <a:pt x="18991" y="626691"/>
                </a:lnTo>
                <a:lnTo>
                  <a:pt x="28486" y="626691"/>
                </a:lnTo>
                <a:lnTo>
                  <a:pt x="37982" y="626691"/>
                </a:lnTo>
                <a:lnTo>
                  <a:pt x="47477" y="598205"/>
                </a:lnTo>
                <a:lnTo>
                  <a:pt x="56972" y="626691"/>
                </a:lnTo>
                <a:lnTo>
                  <a:pt x="66468" y="626691"/>
                </a:lnTo>
                <a:lnTo>
                  <a:pt x="75963" y="626691"/>
                </a:lnTo>
                <a:lnTo>
                  <a:pt x="85458" y="626691"/>
                </a:lnTo>
                <a:lnTo>
                  <a:pt x="94954" y="626691"/>
                </a:lnTo>
                <a:lnTo>
                  <a:pt x="104449" y="626691"/>
                </a:lnTo>
                <a:lnTo>
                  <a:pt x="113944" y="626691"/>
                </a:lnTo>
                <a:lnTo>
                  <a:pt x="123440" y="626691"/>
                </a:lnTo>
                <a:lnTo>
                  <a:pt x="132935" y="626691"/>
                </a:lnTo>
                <a:lnTo>
                  <a:pt x="142430" y="626691"/>
                </a:lnTo>
                <a:lnTo>
                  <a:pt x="151926" y="626691"/>
                </a:lnTo>
                <a:lnTo>
                  <a:pt x="161421" y="626691"/>
                </a:lnTo>
                <a:lnTo>
                  <a:pt x="170916" y="626691"/>
                </a:lnTo>
                <a:lnTo>
                  <a:pt x="180412" y="626691"/>
                </a:lnTo>
                <a:lnTo>
                  <a:pt x="189907" y="626691"/>
                </a:lnTo>
                <a:lnTo>
                  <a:pt x="199402" y="626691"/>
                </a:lnTo>
                <a:lnTo>
                  <a:pt x="208898" y="626691"/>
                </a:lnTo>
                <a:lnTo>
                  <a:pt x="218393" y="626691"/>
                </a:lnTo>
                <a:lnTo>
                  <a:pt x="227888" y="626691"/>
                </a:lnTo>
                <a:lnTo>
                  <a:pt x="237383" y="626691"/>
                </a:lnTo>
                <a:lnTo>
                  <a:pt x="246879" y="626691"/>
                </a:lnTo>
                <a:lnTo>
                  <a:pt x="256374" y="626691"/>
                </a:lnTo>
                <a:lnTo>
                  <a:pt x="265870" y="626691"/>
                </a:lnTo>
                <a:lnTo>
                  <a:pt x="275365" y="626691"/>
                </a:lnTo>
                <a:lnTo>
                  <a:pt x="284860" y="626691"/>
                </a:lnTo>
                <a:lnTo>
                  <a:pt x="294355" y="626691"/>
                </a:lnTo>
                <a:lnTo>
                  <a:pt x="303851" y="626691"/>
                </a:lnTo>
                <a:lnTo>
                  <a:pt x="313346" y="626691"/>
                </a:lnTo>
                <a:lnTo>
                  <a:pt x="322841" y="626691"/>
                </a:lnTo>
                <a:lnTo>
                  <a:pt x="332337" y="626691"/>
                </a:lnTo>
                <a:lnTo>
                  <a:pt x="341832" y="626691"/>
                </a:lnTo>
                <a:lnTo>
                  <a:pt x="351327" y="626691"/>
                </a:lnTo>
                <a:lnTo>
                  <a:pt x="360823" y="626691"/>
                </a:lnTo>
                <a:lnTo>
                  <a:pt x="370318" y="626691"/>
                </a:lnTo>
                <a:lnTo>
                  <a:pt x="379813" y="626691"/>
                </a:lnTo>
                <a:lnTo>
                  <a:pt x="389309" y="626691"/>
                </a:lnTo>
                <a:lnTo>
                  <a:pt x="398804" y="626691"/>
                </a:lnTo>
                <a:lnTo>
                  <a:pt x="408299" y="626691"/>
                </a:lnTo>
                <a:lnTo>
                  <a:pt x="417795" y="626691"/>
                </a:lnTo>
                <a:lnTo>
                  <a:pt x="427290" y="626691"/>
                </a:lnTo>
                <a:lnTo>
                  <a:pt x="436785" y="626691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26691"/>
                </a:lnTo>
                <a:lnTo>
                  <a:pt x="522243" y="626691"/>
                </a:lnTo>
                <a:lnTo>
                  <a:pt x="531739" y="626691"/>
                </a:lnTo>
                <a:lnTo>
                  <a:pt x="541234" y="626691"/>
                </a:lnTo>
                <a:lnTo>
                  <a:pt x="550729" y="626691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626691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617196"/>
                </a:lnTo>
                <a:lnTo>
                  <a:pt x="636187" y="626691"/>
                </a:lnTo>
                <a:lnTo>
                  <a:pt x="645683" y="626691"/>
                </a:lnTo>
                <a:lnTo>
                  <a:pt x="655178" y="626691"/>
                </a:lnTo>
                <a:lnTo>
                  <a:pt x="664673" y="626691"/>
                </a:lnTo>
                <a:lnTo>
                  <a:pt x="674169" y="617196"/>
                </a:lnTo>
                <a:lnTo>
                  <a:pt x="683664" y="626691"/>
                </a:lnTo>
                <a:lnTo>
                  <a:pt x="693159" y="626691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17196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26691"/>
                </a:lnTo>
                <a:lnTo>
                  <a:pt x="769122" y="626691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427290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626691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626691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617196"/>
                </a:lnTo>
                <a:lnTo>
                  <a:pt x="1262879" y="626691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588710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26691"/>
                </a:lnTo>
                <a:lnTo>
                  <a:pt x="1357832" y="617196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588710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26691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26691"/>
                </a:lnTo>
                <a:lnTo>
                  <a:pt x="1547739" y="626691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26691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626691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2669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2669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2669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2669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0"/>
                </a:lnTo>
                <a:lnTo>
                  <a:pt x="1899066" y="569720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17196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398804"/>
                </a:lnTo>
                <a:lnTo>
                  <a:pt x="1994019" y="617196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17196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607701"/>
                </a:lnTo>
                <a:lnTo>
                  <a:pt x="2088972" y="598205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17196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626691"/>
                </a:lnTo>
                <a:lnTo>
                  <a:pt x="2231402" y="626691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626691"/>
                </a:lnTo>
                <a:lnTo>
                  <a:pt x="2326355" y="626691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26691"/>
                </a:lnTo>
                <a:lnTo>
                  <a:pt x="2421309" y="626691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626691"/>
                </a:lnTo>
                <a:lnTo>
                  <a:pt x="2525758" y="626691"/>
                </a:lnTo>
                <a:lnTo>
                  <a:pt x="2535253" y="626691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17196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26691"/>
                </a:lnTo>
                <a:lnTo>
                  <a:pt x="2620711" y="626691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598205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626691"/>
                </a:lnTo>
                <a:lnTo>
                  <a:pt x="2715664" y="617196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07701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26691"/>
                </a:lnTo>
                <a:lnTo>
                  <a:pt x="2810617" y="607701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17196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26691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17196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0770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626691"/>
                </a:lnTo>
                <a:lnTo>
                  <a:pt x="3104972" y="62669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26691"/>
                </a:lnTo>
                <a:lnTo>
                  <a:pt x="3199926" y="626691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17196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0770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626691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17196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26691"/>
                </a:lnTo>
                <a:lnTo>
                  <a:pt x="3494281" y="626691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26691"/>
                </a:lnTo>
                <a:lnTo>
                  <a:pt x="3589234" y="62669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26691"/>
                </a:lnTo>
                <a:lnTo>
                  <a:pt x="3684187" y="626691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626691"/>
                </a:lnTo>
                <a:lnTo>
                  <a:pt x="3779141" y="588710"/>
                </a:lnTo>
                <a:lnTo>
                  <a:pt x="3788636" y="626691"/>
                </a:lnTo>
                <a:lnTo>
                  <a:pt x="3798131" y="626691"/>
                </a:lnTo>
                <a:lnTo>
                  <a:pt x="3807627" y="626691"/>
                </a:lnTo>
                <a:lnTo>
                  <a:pt x="3817122" y="626691"/>
                </a:lnTo>
                <a:lnTo>
                  <a:pt x="3826617" y="522243"/>
                </a:lnTo>
                <a:lnTo>
                  <a:pt x="3836112" y="626691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617196"/>
                </a:lnTo>
                <a:lnTo>
                  <a:pt x="3883589" y="626691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17196"/>
                </a:lnTo>
                <a:lnTo>
                  <a:pt x="3931066" y="626691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626691"/>
                </a:lnTo>
                <a:lnTo>
                  <a:pt x="3978543" y="626691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626691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626691"/>
                </a:lnTo>
                <a:lnTo>
                  <a:pt x="4073496" y="626691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626691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626691"/>
                </a:lnTo>
                <a:lnTo>
                  <a:pt x="4168449" y="598205"/>
                </a:lnTo>
                <a:lnTo>
                  <a:pt x="4177944" y="569720"/>
                </a:lnTo>
                <a:lnTo>
                  <a:pt x="4187440" y="617196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617196"/>
                </a:lnTo>
                <a:lnTo>
                  <a:pt x="4225421" y="617196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598205"/>
                </a:lnTo>
                <a:lnTo>
                  <a:pt x="4272898" y="626691"/>
                </a:lnTo>
                <a:lnTo>
                  <a:pt x="4282393" y="626691"/>
                </a:lnTo>
                <a:lnTo>
                  <a:pt x="4291888" y="626691"/>
                </a:lnTo>
                <a:lnTo>
                  <a:pt x="4301384" y="626691"/>
                </a:lnTo>
                <a:lnTo>
                  <a:pt x="4310879" y="626691"/>
                </a:lnTo>
                <a:lnTo>
                  <a:pt x="4320374" y="626691"/>
                </a:lnTo>
                <a:lnTo>
                  <a:pt x="4329870" y="626691"/>
                </a:lnTo>
                <a:lnTo>
                  <a:pt x="4339365" y="626691"/>
                </a:lnTo>
                <a:lnTo>
                  <a:pt x="4348860" y="626691"/>
                </a:lnTo>
                <a:lnTo>
                  <a:pt x="4358356" y="626691"/>
                </a:lnTo>
                <a:lnTo>
                  <a:pt x="4367851" y="626691"/>
                </a:lnTo>
                <a:lnTo>
                  <a:pt x="4377346" y="626691"/>
                </a:lnTo>
                <a:lnTo>
                  <a:pt x="4386842" y="626691"/>
                </a:lnTo>
                <a:lnTo>
                  <a:pt x="4396337" y="626691"/>
                </a:lnTo>
                <a:lnTo>
                  <a:pt x="4405832" y="626691"/>
                </a:lnTo>
                <a:lnTo>
                  <a:pt x="4415327" y="617196"/>
                </a:lnTo>
                <a:lnTo>
                  <a:pt x="4424823" y="626691"/>
                </a:lnTo>
                <a:lnTo>
                  <a:pt x="4434318" y="626691"/>
                </a:lnTo>
                <a:lnTo>
                  <a:pt x="4443813" y="626691"/>
                </a:lnTo>
                <a:lnTo>
                  <a:pt x="4453309" y="626691"/>
                </a:lnTo>
                <a:lnTo>
                  <a:pt x="4462804" y="626691"/>
                </a:lnTo>
                <a:lnTo>
                  <a:pt x="4472300" y="626691"/>
                </a:lnTo>
                <a:lnTo>
                  <a:pt x="4481795" y="626691"/>
                </a:lnTo>
                <a:lnTo>
                  <a:pt x="4491290" y="626691"/>
                </a:lnTo>
                <a:lnTo>
                  <a:pt x="4500785" y="626691"/>
                </a:lnTo>
                <a:lnTo>
                  <a:pt x="4510281" y="626691"/>
                </a:lnTo>
                <a:lnTo>
                  <a:pt x="4519776" y="626691"/>
                </a:lnTo>
                <a:lnTo>
                  <a:pt x="4529271" y="626691"/>
                </a:lnTo>
                <a:lnTo>
                  <a:pt x="4538767" y="626691"/>
                </a:lnTo>
                <a:lnTo>
                  <a:pt x="4548262" y="617196"/>
                </a:lnTo>
                <a:lnTo>
                  <a:pt x="4557758" y="617196"/>
                </a:lnTo>
                <a:lnTo>
                  <a:pt x="4567253" y="626691"/>
                </a:lnTo>
                <a:lnTo>
                  <a:pt x="4576748" y="626691"/>
                </a:lnTo>
                <a:lnTo>
                  <a:pt x="4586243" y="626691"/>
                </a:lnTo>
                <a:lnTo>
                  <a:pt x="4595739" y="598205"/>
                </a:lnTo>
                <a:lnTo>
                  <a:pt x="4605234" y="408299"/>
                </a:lnTo>
                <a:lnTo>
                  <a:pt x="4614729" y="626691"/>
                </a:lnTo>
                <a:lnTo>
                  <a:pt x="4624225" y="626691"/>
                </a:lnTo>
                <a:lnTo>
                  <a:pt x="4633720" y="626691"/>
                </a:lnTo>
                <a:lnTo>
                  <a:pt x="4643216" y="626691"/>
                </a:lnTo>
                <a:lnTo>
                  <a:pt x="4652711" y="626691"/>
                </a:lnTo>
                <a:lnTo>
                  <a:pt x="4662206" y="626691"/>
                </a:lnTo>
                <a:lnTo>
                  <a:pt x="4671701" y="626691"/>
                </a:lnTo>
                <a:lnTo>
                  <a:pt x="4681197" y="626691"/>
                </a:lnTo>
                <a:lnTo>
                  <a:pt x="4690692" y="626691"/>
                </a:lnTo>
                <a:lnTo>
                  <a:pt x="4700187" y="569720"/>
                </a:lnTo>
                <a:lnTo>
                  <a:pt x="4709683" y="626691"/>
                </a:lnTo>
                <a:lnTo>
                  <a:pt x="4719178" y="626691"/>
                </a:lnTo>
                <a:lnTo>
                  <a:pt x="4728673" y="626691"/>
                </a:lnTo>
                <a:lnTo>
                  <a:pt x="4738169" y="626691"/>
                </a:lnTo>
                <a:lnTo>
                  <a:pt x="4747664" y="626691"/>
                </a:lnTo>
                <a:lnTo>
                  <a:pt x="4757159" y="626691"/>
                </a:lnTo>
                <a:lnTo>
                  <a:pt x="4766654" y="626691"/>
                </a:lnTo>
                <a:lnTo>
                  <a:pt x="4776150" y="626691"/>
                </a:lnTo>
                <a:lnTo>
                  <a:pt x="4785645" y="626691"/>
                </a:lnTo>
                <a:lnTo>
                  <a:pt x="4795141" y="617196"/>
                </a:lnTo>
                <a:lnTo>
                  <a:pt x="4804636" y="626691"/>
                </a:lnTo>
                <a:lnTo>
                  <a:pt x="4814131" y="626691"/>
                </a:lnTo>
                <a:lnTo>
                  <a:pt x="4823627" y="626691"/>
                </a:lnTo>
                <a:lnTo>
                  <a:pt x="4833122" y="626691"/>
                </a:lnTo>
                <a:lnTo>
                  <a:pt x="4842617" y="626691"/>
                </a:lnTo>
                <a:lnTo>
                  <a:pt x="4852112" y="626691"/>
                </a:lnTo>
                <a:lnTo>
                  <a:pt x="4861608" y="626691"/>
                </a:lnTo>
                <a:lnTo>
                  <a:pt x="4871103" y="626691"/>
                </a:lnTo>
                <a:lnTo>
                  <a:pt x="4880599" y="626691"/>
                </a:lnTo>
                <a:lnTo>
                  <a:pt x="4890094" y="626691"/>
                </a:lnTo>
                <a:lnTo>
                  <a:pt x="4899589" y="626691"/>
                </a:lnTo>
                <a:lnTo>
                  <a:pt x="4909085" y="626691"/>
                </a:lnTo>
                <a:lnTo>
                  <a:pt x="4918580" y="626691"/>
                </a:lnTo>
                <a:lnTo>
                  <a:pt x="4928075" y="626691"/>
                </a:lnTo>
                <a:lnTo>
                  <a:pt x="4937570" y="626691"/>
                </a:lnTo>
                <a:lnTo>
                  <a:pt x="4947066" y="626691"/>
                </a:lnTo>
                <a:lnTo>
                  <a:pt x="4956561" y="626691"/>
                </a:lnTo>
                <a:lnTo>
                  <a:pt x="4966057" y="626691"/>
                </a:lnTo>
                <a:lnTo>
                  <a:pt x="4975552" y="626691"/>
                </a:lnTo>
                <a:lnTo>
                  <a:pt x="4985047" y="598205"/>
                </a:lnTo>
                <a:lnTo>
                  <a:pt x="4994543" y="598205"/>
                </a:lnTo>
                <a:lnTo>
                  <a:pt x="5004038" y="626691"/>
                </a:lnTo>
                <a:lnTo>
                  <a:pt x="5013533" y="626691"/>
                </a:lnTo>
                <a:lnTo>
                  <a:pt x="5023028" y="626691"/>
                </a:lnTo>
                <a:lnTo>
                  <a:pt x="5032524" y="607701"/>
                </a:lnTo>
                <a:lnTo>
                  <a:pt x="5042019" y="474766"/>
                </a:lnTo>
                <a:lnTo>
                  <a:pt x="5051514" y="626691"/>
                </a:lnTo>
                <a:lnTo>
                  <a:pt x="5061010" y="626691"/>
                </a:lnTo>
                <a:lnTo>
                  <a:pt x="5070505" y="626691"/>
                </a:lnTo>
                <a:lnTo>
                  <a:pt x="5080000" y="626691"/>
                </a:lnTo>
                <a:lnTo>
                  <a:pt x="5089496" y="607701"/>
                </a:lnTo>
                <a:lnTo>
                  <a:pt x="5098991" y="626691"/>
                </a:lnTo>
                <a:lnTo>
                  <a:pt x="5108487" y="626691"/>
                </a:lnTo>
                <a:lnTo>
                  <a:pt x="5117981" y="626691"/>
                </a:lnTo>
                <a:lnTo>
                  <a:pt x="5127477" y="626691"/>
                </a:lnTo>
                <a:lnTo>
                  <a:pt x="5136973" y="598205"/>
                </a:lnTo>
                <a:lnTo>
                  <a:pt x="5146468" y="626691"/>
                </a:lnTo>
                <a:lnTo>
                  <a:pt x="5155963" y="626691"/>
                </a:lnTo>
                <a:lnTo>
                  <a:pt x="5165458" y="626691"/>
                </a:lnTo>
                <a:lnTo>
                  <a:pt x="5174954" y="626691"/>
                </a:lnTo>
                <a:lnTo>
                  <a:pt x="5184449" y="607701"/>
                </a:lnTo>
                <a:lnTo>
                  <a:pt x="5193944" y="626691"/>
                </a:lnTo>
                <a:lnTo>
                  <a:pt x="5203440" y="626691"/>
                </a:lnTo>
                <a:lnTo>
                  <a:pt x="5212935" y="626691"/>
                </a:lnTo>
                <a:lnTo>
                  <a:pt x="5222430" y="626691"/>
                </a:lnTo>
                <a:lnTo>
                  <a:pt x="5231926" y="617196"/>
                </a:lnTo>
                <a:lnTo>
                  <a:pt x="5241421" y="626691"/>
                </a:lnTo>
                <a:lnTo>
                  <a:pt x="5250916" y="626691"/>
                </a:lnTo>
                <a:lnTo>
                  <a:pt x="5260412" y="626691"/>
                </a:lnTo>
                <a:lnTo>
                  <a:pt x="5269907" y="626691"/>
                </a:lnTo>
                <a:lnTo>
                  <a:pt x="5279403" y="626691"/>
                </a:lnTo>
                <a:lnTo>
                  <a:pt x="5288897" y="626691"/>
                </a:lnTo>
                <a:lnTo>
                  <a:pt x="5298393" y="626691"/>
                </a:lnTo>
                <a:lnTo>
                  <a:pt x="5307889" y="626691"/>
                </a:lnTo>
                <a:lnTo>
                  <a:pt x="5317383" y="626691"/>
                </a:lnTo>
                <a:lnTo>
                  <a:pt x="5326879" y="617196"/>
                </a:lnTo>
                <a:lnTo>
                  <a:pt x="5336374" y="626691"/>
                </a:lnTo>
                <a:lnTo>
                  <a:pt x="5345870" y="626691"/>
                </a:lnTo>
                <a:lnTo>
                  <a:pt x="5355365" y="626691"/>
                </a:lnTo>
                <a:lnTo>
                  <a:pt x="5364860" y="626691"/>
                </a:lnTo>
                <a:lnTo>
                  <a:pt x="5374356" y="617196"/>
                </a:lnTo>
                <a:lnTo>
                  <a:pt x="5383851" y="626691"/>
                </a:lnTo>
                <a:lnTo>
                  <a:pt x="5393346" y="626691"/>
                </a:lnTo>
                <a:lnTo>
                  <a:pt x="5402842" y="626691"/>
                </a:lnTo>
                <a:lnTo>
                  <a:pt x="5412337" y="626691"/>
                </a:lnTo>
                <a:lnTo>
                  <a:pt x="5421832" y="626691"/>
                </a:lnTo>
                <a:lnTo>
                  <a:pt x="5431327" y="626691"/>
                </a:lnTo>
                <a:lnTo>
                  <a:pt x="5440823" y="626691"/>
                </a:lnTo>
                <a:lnTo>
                  <a:pt x="5450319" y="626691"/>
                </a:lnTo>
                <a:lnTo>
                  <a:pt x="5459813" y="626691"/>
                </a:lnTo>
                <a:lnTo>
                  <a:pt x="5469309" y="588710"/>
                </a:lnTo>
                <a:lnTo>
                  <a:pt x="5478804" y="617196"/>
                </a:lnTo>
                <a:lnTo>
                  <a:pt x="5488299" y="626691"/>
                </a:lnTo>
                <a:lnTo>
                  <a:pt x="5497795" y="626691"/>
                </a:lnTo>
                <a:lnTo>
                  <a:pt x="5507290" y="626691"/>
                </a:lnTo>
                <a:lnTo>
                  <a:pt x="5516786" y="626691"/>
                </a:lnTo>
                <a:lnTo>
                  <a:pt x="5526281" y="626691"/>
                </a:lnTo>
                <a:lnTo>
                  <a:pt x="5535776" y="626691"/>
                </a:lnTo>
                <a:lnTo>
                  <a:pt x="5545272" y="626691"/>
                </a:lnTo>
                <a:lnTo>
                  <a:pt x="5554766" y="626691"/>
                </a:lnTo>
                <a:lnTo>
                  <a:pt x="5564262" y="626691"/>
                </a:lnTo>
                <a:lnTo>
                  <a:pt x="5573758" y="607701"/>
                </a:lnTo>
                <a:lnTo>
                  <a:pt x="5583253" y="626691"/>
                </a:lnTo>
                <a:lnTo>
                  <a:pt x="5592748" y="626691"/>
                </a:lnTo>
                <a:lnTo>
                  <a:pt x="5602243" y="626691"/>
                </a:lnTo>
                <a:lnTo>
                  <a:pt x="5611739" y="626691"/>
                </a:lnTo>
                <a:lnTo>
                  <a:pt x="5621234" y="626691"/>
                </a:lnTo>
                <a:lnTo>
                  <a:pt x="5630729" y="626691"/>
                </a:lnTo>
                <a:lnTo>
                  <a:pt x="5640225" y="626691"/>
                </a:lnTo>
                <a:lnTo>
                  <a:pt x="5649720" y="626691"/>
                </a:lnTo>
                <a:lnTo>
                  <a:pt x="5659215" y="626691"/>
                </a:lnTo>
                <a:lnTo>
                  <a:pt x="5668711" y="617196"/>
                </a:lnTo>
                <a:lnTo>
                  <a:pt x="5678206" y="626691"/>
                </a:lnTo>
                <a:lnTo>
                  <a:pt x="5687702" y="626691"/>
                </a:lnTo>
                <a:lnTo>
                  <a:pt x="5697197" y="626691"/>
                </a:lnTo>
                <a:lnTo>
                  <a:pt x="5706692" y="626691"/>
                </a:lnTo>
                <a:lnTo>
                  <a:pt x="5716188" y="617196"/>
                </a:lnTo>
                <a:lnTo>
                  <a:pt x="5725682" y="626691"/>
                </a:lnTo>
                <a:lnTo>
                  <a:pt x="5735178" y="626691"/>
                </a:lnTo>
                <a:lnTo>
                  <a:pt x="5744673" y="626691"/>
                </a:lnTo>
                <a:lnTo>
                  <a:pt x="5754169" y="626691"/>
                </a:lnTo>
                <a:lnTo>
                  <a:pt x="5763664" y="588710"/>
                </a:lnTo>
                <a:lnTo>
                  <a:pt x="5773159" y="626691"/>
                </a:lnTo>
                <a:lnTo>
                  <a:pt x="5782655" y="626691"/>
                </a:lnTo>
                <a:lnTo>
                  <a:pt x="5792150" y="626691"/>
                </a:lnTo>
                <a:lnTo>
                  <a:pt x="5801645" y="626691"/>
                </a:lnTo>
                <a:lnTo>
                  <a:pt x="5811141" y="541234"/>
                </a:lnTo>
                <a:lnTo>
                  <a:pt x="5820636" y="617196"/>
                </a:lnTo>
                <a:lnTo>
                  <a:pt x="5830131" y="626691"/>
                </a:lnTo>
                <a:lnTo>
                  <a:pt x="5839627" y="626691"/>
                </a:lnTo>
                <a:lnTo>
                  <a:pt x="5849122" y="626691"/>
                </a:lnTo>
                <a:lnTo>
                  <a:pt x="5858618" y="607701"/>
                </a:lnTo>
                <a:lnTo>
                  <a:pt x="5868112" y="598205"/>
                </a:lnTo>
                <a:lnTo>
                  <a:pt x="5877608" y="626691"/>
                </a:lnTo>
                <a:lnTo>
                  <a:pt x="5887104" y="626691"/>
                </a:lnTo>
                <a:lnTo>
                  <a:pt x="5896598" y="626691"/>
                </a:lnTo>
                <a:lnTo>
                  <a:pt x="5906094" y="617196"/>
                </a:lnTo>
                <a:lnTo>
                  <a:pt x="5915589" y="607701"/>
                </a:lnTo>
                <a:lnTo>
                  <a:pt x="5925085" y="626691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17196"/>
                </a:lnTo>
                <a:lnTo>
                  <a:pt x="5963066" y="484262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26691"/>
                </a:lnTo>
                <a:lnTo>
                  <a:pt x="6010543" y="607701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598205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626691"/>
                </a:lnTo>
                <a:lnTo>
                  <a:pt x="6105496" y="617196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17196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26691"/>
                </a:lnTo>
                <a:lnTo>
                  <a:pt x="6200449" y="626691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626691"/>
                </a:lnTo>
                <a:lnTo>
                  <a:pt x="6304897" y="626691"/>
                </a:lnTo>
                <a:lnTo>
                  <a:pt x="6314393" y="62669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26691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626691"/>
                </a:lnTo>
                <a:lnTo>
                  <a:pt x="6399851" y="626691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626691"/>
                </a:lnTo>
                <a:lnTo>
                  <a:pt x="6504299" y="62669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17196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17196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598205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626691"/>
                </a:lnTo>
                <a:lnTo>
                  <a:pt x="6694206" y="626691"/>
                </a:lnTo>
                <a:lnTo>
                  <a:pt x="6703702" y="626691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07701"/>
                </a:lnTo>
                <a:lnTo>
                  <a:pt x="6836636" y="617196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626691"/>
                </a:lnTo>
                <a:lnTo>
                  <a:pt x="6884112" y="626691"/>
                </a:lnTo>
                <a:lnTo>
                  <a:pt x="6893608" y="626691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17196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26691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626691"/>
                </a:lnTo>
                <a:lnTo>
                  <a:pt x="7083514" y="626691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26691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17196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26691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17196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26691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626691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588710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626691"/>
                </a:lnTo>
                <a:lnTo>
                  <a:pt x="7662729" y="626691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17196"/>
                </a:lnTo>
                <a:lnTo>
                  <a:pt x="7710206" y="617196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26691"/>
                </a:lnTo>
                <a:lnTo>
                  <a:pt x="7757682" y="626691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17196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26691"/>
                </a:lnTo>
                <a:lnTo>
                  <a:pt x="7852636" y="626691"/>
                </a:lnTo>
                <a:lnTo>
                  <a:pt x="7862131" y="626691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26691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26691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26691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26691"/>
                </a:lnTo>
                <a:lnTo>
                  <a:pt x="8241944" y="626691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26691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26691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17196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26691"/>
                </a:lnTo>
                <a:lnTo>
                  <a:pt x="8536300" y="626691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17196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26691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26691"/>
                </a:lnTo>
                <a:lnTo>
                  <a:pt x="8726206" y="626691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17196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26691"/>
                </a:lnTo>
                <a:lnTo>
                  <a:pt x="8830655" y="626691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26691"/>
                </a:lnTo>
                <a:lnTo>
                  <a:pt x="9020561" y="626691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26691"/>
                </a:lnTo>
                <a:lnTo>
                  <a:pt x="9115514" y="626691"/>
                </a:lnTo>
                <a:lnTo>
                  <a:pt x="9125010" y="626691"/>
                </a:lnTo>
                <a:lnTo>
                  <a:pt x="9134505" y="626691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26691"/>
                </a:lnTo>
                <a:lnTo>
                  <a:pt x="9191477" y="626691"/>
                </a:lnTo>
                <a:lnTo>
                  <a:pt x="9200973" y="626691"/>
                </a:lnTo>
                <a:lnTo>
                  <a:pt x="9210468" y="626691"/>
                </a:lnTo>
                <a:lnTo>
                  <a:pt x="9219963" y="626691"/>
                </a:lnTo>
                <a:lnTo>
                  <a:pt x="9229458" y="626691"/>
                </a:lnTo>
                <a:lnTo>
                  <a:pt x="9238954" y="626691"/>
                </a:lnTo>
                <a:lnTo>
                  <a:pt x="9248450" y="626691"/>
                </a:lnTo>
                <a:lnTo>
                  <a:pt x="9257944" y="626691"/>
                </a:lnTo>
                <a:lnTo>
                  <a:pt x="9267440" y="626691"/>
                </a:lnTo>
                <a:lnTo>
                  <a:pt x="9276935" y="626691"/>
                </a:lnTo>
                <a:lnTo>
                  <a:pt x="9286430" y="626691"/>
                </a:lnTo>
                <a:lnTo>
                  <a:pt x="9295926" y="626691"/>
                </a:lnTo>
                <a:lnTo>
                  <a:pt x="9305421" y="626691"/>
                </a:lnTo>
                <a:lnTo>
                  <a:pt x="9314917" y="626691"/>
                </a:lnTo>
                <a:lnTo>
                  <a:pt x="9324412" y="626691"/>
                </a:lnTo>
                <a:lnTo>
                  <a:pt x="9333907" y="626691"/>
                </a:lnTo>
                <a:lnTo>
                  <a:pt x="9343403" y="626691"/>
                </a:lnTo>
                <a:lnTo>
                  <a:pt x="9352897" y="626691"/>
                </a:lnTo>
                <a:lnTo>
                  <a:pt x="9362393" y="626691"/>
                </a:lnTo>
                <a:lnTo>
                  <a:pt x="9371889" y="626691"/>
                </a:lnTo>
                <a:lnTo>
                  <a:pt x="9381384" y="626691"/>
                </a:lnTo>
                <a:lnTo>
                  <a:pt x="9390879" y="626691"/>
                </a:lnTo>
                <a:lnTo>
                  <a:pt x="9400374" y="626691"/>
                </a:lnTo>
                <a:lnTo>
                  <a:pt x="9409870" y="626691"/>
                </a:lnTo>
                <a:lnTo>
                  <a:pt x="9419365" y="626691"/>
                </a:lnTo>
                <a:lnTo>
                  <a:pt x="9428860" y="626691"/>
                </a:lnTo>
                <a:lnTo>
                  <a:pt x="9438356" y="626691"/>
                </a:lnTo>
                <a:lnTo>
                  <a:pt x="9447851" y="626691"/>
                </a:lnTo>
                <a:lnTo>
                  <a:pt x="9457346" y="626691"/>
                </a:lnTo>
                <a:lnTo>
                  <a:pt x="9466842" y="626691"/>
                </a:lnTo>
                <a:lnTo>
                  <a:pt x="9476337" y="626691"/>
                </a:lnTo>
                <a:lnTo>
                  <a:pt x="9485833" y="626691"/>
                </a:lnTo>
                <a:lnTo>
                  <a:pt x="9495327" y="617196"/>
                </a:lnTo>
                <a:lnTo>
                  <a:pt x="9504823" y="626691"/>
                </a:lnTo>
                <a:lnTo>
                  <a:pt x="9514319" y="626691"/>
                </a:lnTo>
                <a:lnTo>
                  <a:pt x="9523813" y="626691"/>
                </a:lnTo>
                <a:lnTo>
                  <a:pt x="9533309" y="626691"/>
                </a:lnTo>
                <a:lnTo>
                  <a:pt x="9542804" y="607701"/>
                </a:lnTo>
                <a:lnTo>
                  <a:pt x="9552300" y="607701"/>
                </a:lnTo>
                <a:lnTo>
                  <a:pt x="9561795" y="626691"/>
                </a:lnTo>
                <a:lnTo>
                  <a:pt x="9571290" y="626691"/>
                </a:lnTo>
                <a:lnTo>
                  <a:pt x="9580786" y="626691"/>
                </a:lnTo>
                <a:lnTo>
                  <a:pt x="9590281" y="626691"/>
                </a:lnTo>
                <a:lnTo>
                  <a:pt x="9599776" y="626691"/>
                </a:lnTo>
                <a:lnTo>
                  <a:pt x="9609272" y="626691"/>
                </a:lnTo>
                <a:lnTo>
                  <a:pt x="9618767" y="626691"/>
                </a:lnTo>
                <a:lnTo>
                  <a:pt x="9628262" y="626691"/>
                </a:lnTo>
                <a:lnTo>
                  <a:pt x="9637758" y="626691"/>
                </a:lnTo>
                <a:lnTo>
                  <a:pt x="9647253" y="617196"/>
                </a:lnTo>
                <a:lnTo>
                  <a:pt x="9656748" y="626691"/>
                </a:lnTo>
                <a:lnTo>
                  <a:pt x="9666243" y="626691"/>
                </a:lnTo>
                <a:lnTo>
                  <a:pt x="9675739" y="626691"/>
                </a:lnTo>
                <a:lnTo>
                  <a:pt x="9685234" y="626691"/>
                </a:lnTo>
                <a:lnTo>
                  <a:pt x="9694729" y="626691"/>
                </a:lnTo>
              </a:path>
            </a:pathLst>
          </a:custGeom>
          <a:noFill/>
          <a:ln w="12700" cap="flat" cmpd="sng" algn="ctr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182C9C7-8E36-B2A5-6410-03FEE1780633}"/>
              </a:ext>
            </a:extLst>
          </p:cNvPr>
          <p:cNvSpPr txBox="1"/>
          <p:nvPr/>
        </p:nvSpPr>
        <p:spPr>
          <a:xfrm>
            <a:off x="3378373" y="1939722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41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72ECE7D-34A8-8FBC-DE31-5404AC63115E}"/>
              </a:ext>
            </a:extLst>
          </p:cNvPr>
          <p:cNvSpPr txBox="1"/>
          <p:nvPr/>
        </p:nvSpPr>
        <p:spPr>
          <a:xfrm>
            <a:off x="5999083" y="194921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32191AE-9F53-655F-B455-261B9F180BD9}"/>
              </a:ext>
            </a:extLst>
          </p:cNvPr>
          <p:cNvSpPr txBox="1"/>
          <p:nvPr/>
        </p:nvSpPr>
        <p:spPr>
          <a:xfrm>
            <a:off x="2504803" y="196820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47BFC43-A591-ED2C-AA67-7035E4EDCA82}"/>
              </a:ext>
            </a:extLst>
          </p:cNvPr>
          <p:cNvSpPr txBox="1"/>
          <p:nvPr/>
        </p:nvSpPr>
        <p:spPr>
          <a:xfrm>
            <a:off x="6435869" y="1957977"/>
            <a:ext cx="307777" cy="244939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104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2976EF6-3ED5-5F2D-5D5A-184E3B2E4A1D}"/>
              </a:ext>
            </a:extLst>
          </p:cNvPr>
          <p:cNvSpPr txBox="1"/>
          <p:nvPr/>
        </p:nvSpPr>
        <p:spPr>
          <a:xfrm>
            <a:off x="7356915" y="1967472"/>
            <a:ext cx="307777" cy="244939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123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D0FC9B7-50CC-0192-491C-84D9B13DC335}"/>
              </a:ext>
            </a:extLst>
          </p:cNvPr>
          <p:cNvSpPr txBox="1"/>
          <p:nvPr/>
        </p:nvSpPr>
        <p:spPr>
          <a:xfrm>
            <a:off x="5220467" y="2063161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79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8355A29-A3FC-BB5C-E087-69150371949D}"/>
              </a:ext>
            </a:extLst>
          </p:cNvPr>
          <p:cNvSpPr txBox="1"/>
          <p:nvPr/>
        </p:nvSpPr>
        <p:spPr>
          <a:xfrm>
            <a:off x="7214486" y="2024444"/>
            <a:ext cx="307777" cy="244939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120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A7A4D9-C41D-2F0D-CA6C-800610BD4FB3}"/>
              </a:ext>
            </a:extLst>
          </p:cNvPr>
          <p:cNvSpPr txBox="1"/>
          <p:nvPr/>
        </p:nvSpPr>
        <p:spPr>
          <a:xfrm>
            <a:off x="6094037" y="211063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BE7A0A0-AD5D-183B-8F61-988199BC922B}"/>
              </a:ext>
            </a:extLst>
          </p:cNvPr>
          <p:cNvSpPr txBox="1"/>
          <p:nvPr/>
        </p:nvSpPr>
        <p:spPr>
          <a:xfrm>
            <a:off x="5571794" y="211063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86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3C52FED-1071-E6AD-2EA7-D752E2C369B7}"/>
              </a:ext>
            </a:extLst>
          </p:cNvPr>
          <p:cNvSpPr txBox="1"/>
          <p:nvPr/>
        </p:nvSpPr>
        <p:spPr>
          <a:xfrm>
            <a:off x="2704205" y="2129629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D9439BD-B15D-40BE-DACF-152C7ECB54F7}"/>
              </a:ext>
            </a:extLst>
          </p:cNvPr>
          <p:cNvSpPr txBox="1"/>
          <p:nvPr/>
        </p:nvSpPr>
        <p:spPr>
          <a:xfrm>
            <a:off x="9009103" y="2071921"/>
            <a:ext cx="307777" cy="244939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157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2471BF7-FEF0-B4B9-8CC1-AFE270358D77}"/>
              </a:ext>
            </a:extLst>
          </p:cNvPr>
          <p:cNvSpPr txBox="1"/>
          <p:nvPr/>
        </p:nvSpPr>
        <p:spPr>
          <a:xfrm>
            <a:off x="1452785" y="1506730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*25 june 25-spot 1-1-10-400 um-001~pb1.tdc + Ions 400µm 41150639 cts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3E3BD2A-A3AD-3FB5-9CD6-40DE22B6E2E4}"/>
              </a:ext>
            </a:extLst>
          </p:cNvPr>
          <p:cNvSpPr txBox="1"/>
          <p:nvPr/>
        </p:nvSpPr>
        <p:spPr>
          <a:xfrm>
            <a:off x="1296708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79.80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9475066-A353-DFB2-0172-29927C577BAC}"/>
              </a:ext>
            </a:extLst>
          </p:cNvPr>
          <p:cNvSpPr txBox="1"/>
          <p:nvPr/>
        </p:nvSpPr>
        <p:spPr>
          <a:xfrm>
            <a:off x="3233755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79.85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D413E80-F3B2-3C5B-D3CA-BA9E4AC1CD2B}"/>
              </a:ext>
            </a:extLst>
          </p:cNvPr>
          <p:cNvSpPr txBox="1"/>
          <p:nvPr/>
        </p:nvSpPr>
        <p:spPr>
          <a:xfrm>
            <a:off x="5170801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79.90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E3964E9-A494-F006-6339-66D2E1F414FC}"/>
              </a:ext>
            </a:extLst>
          </p:cNvPr>
          <p:cNvSpPr txBox="1"/>
          <p:nvPr/>
        </p:nvSpPr>
        <p:spPr>
          <a:xfrm>
            <a:off x="7117344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79.95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9F2691C-73DB-7582-54F0-CA591B199E9D}"/>
              </a:ext>
            </a:extLst>
          </p:cNvPr>
          <p:cNvSpPr txBox="1"/>
          <p:nvPr/>
        </p:nvSpPr>
        <p:spPr>
          <a:xfrm>
            <a:off x="9054390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80.00</a:t>
            </a: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6ACFA0C4-F757-031B-398B-102FFB60D1FA}"/>
              </a:ext>
            </a:extLst>
          </p:cNvPr>
          <p:cNvSpPr/>
          <p:nvPr/>
        </p:nvSpPr>
        <p:spPr bwMode="auto">
          <a:xfrm>
            <a:off x="1547738" y="3760150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379813" y="0"/>
                </a:lnTo>
                <a:lnTo>
                  <a:pt x="379813" y="47476"/>
                </a:lnTo>
                <a:lnTo>
                  <a:pt x="379813" y="0"/>
                </a:lnTo>
                <a:lnTo>
                  <a:pt x="769122" y="0"/>
                </a:lnTo>
                <a:lnTo>
                  <a:pt x="769122" y="47476"/>
                </a:lnTo>
                <a:lnTo>
                  <a:pt x="769122" y="0"/>
                </a:lnTo>
                <a:lnTo>
                  <a:pt x="1158430" y="0"/>
                </a:lnTo>
                <a:lnTo>
                  <a:pt x="1158430" y="47476"/>
                </a:lnTo>
                <a:lnTo>
                  <a:pt x="1158430" y="0"/>
                </a:lnTo>
                <a:lnTo>
                  <a:pt x="1547739" y="0"/>
                </a:lnTo>
                <a:lnTo>
                  <a:pt x="1547739" y="47476"/>
                </a:lnTo>
                <a:lnTo>
                  <a:pt x="1547739" y="0"/>
                </a:lnTo>
                <a:lnTo>
                  <a:pt x="1937047" y="0"/>
                </a:lnTo>
                <a:lnTo>
                  <a:pt x="1937047" y="75962"/>
                </a:lnTo>
                <a:lnTo>
                  <a:pt x="1937047" y="0"/>
                </a:lnTo>
                <a:lnTo>
                  <a:pt x="2326355" y="0"/>
                </a:lnTo>
                <a:lnTo>
                  <a:pt x="2326355" y="47476"/>
                </a:lnTo>
                <a:lnTo>
                  <a:pt x="2326355" y="0"/>
                </a:lnTo>
                <a:lnTo>
                  <a:pt x="2715664" y="0"/>
                </a:lnTo>
                <a:lnTo>
                  <a:pt x="2715664" y="47476"/>
                </a:lnTo>
                <a:lnTo>
                  <a:pt x="2715664" y="0"/>
                </a:lnTo>
                <a:lnTo>
                  <a:pt x="3104972" y="0"/>
                </a:lnTo>
                <a:lnTo>
                  <a:pt x="3104972" y="47476"/>
                </a:lnTo>
                <a:lnTo>
                  <a:pt x="3104972" y="0"/>
                </a:lnTo>
                <a:lnTo>
                  <a:pt x="3484785" y="0"/>
                </a:lnTo>
                <a:lnTo>
                  <a:pt x="3484785" y="47476"/>
                </a:lnTo>
                <a:lnTo>
                  <a:pt x="3484785" y="0"/>
                </a:lnTo>
                <a:lnTo>
                  <a:pt x="3874094" y="0"/>
                </a:lnTo>
                <a:lnTo>
                  <a:pt x="3874094" y="75962"/>
                </a:lnTo>
                <a:lnTo>
                  <a:pt x="3874094" y="0"/>
                </a:lnTo>
                <a:lnTo>
                  <a:pt x="4263402" y="0"/>
                </a:lnTo>
                <a:lnTo>
                  <a:pt x="4263402" y="47476"/>
                </a:lnTo>
                <a:lnTo>
                  <a:pt x="4263402" y="0"/>
                </a:lnTo>
                <a:lnTo>
                  <a:pt x="4652711" y="0"/>
                </a:lnTo>
                <a:lnTo>
                  <a:pt x="4652711" y="47476"/>
                </a:lnTo>
                <a:lnTo>
                  <a:pt x="4652711" y="0"/>
                </a:lnTo>
                <a:lnTo>
                  <a:pt x="5042019" y="0"/>
                </a:lnTo>
                <a:lnTo>
                  <a:pt x="5042019" y="47476"/>
                </a:lnTo>
                <a:lnTo>
                  <a:pt x="5042019" y="0"/>
                </a:lnTo>
                <a:lnTo>
                  <a:pt x="5431327" y="0"/>
                </a:lnTo>
                <a:lnTo>
                  <a:pt x="5431327" y="47476"/>
                </a:lnTo>
                <a:lnTo>
                  <a:pt x="5431327" y="0"/>
                </a:lnTo>
                <a:lnTo>
                  <a:pt x="5820636" y="0"/>
                </a:lnTo>
                <a:lnTo>
                  <a:pt x="5820636" y="75962"/>
                </a:lnTo>
                <a:lnTo>
                  <a:pt x="5820636" y="0"/>
                </a:lnTo>
                <a:lnTo>
                  <a:pt x="6209944" y="0"/>
                </a:lnTo>
                <a:lnTo>
                  <a:pt x="6209944" y="47476"/>
                </a:lnTo>
                <a:lnTo>
                  <a:pt x="6209944" y="0"/>
                </a:lnTo>
                <a:lnTo>
                  <a:pt x="6589758" y="0"/>
                </a:lnTo>
                <a:lnTo>
                  <a:pt x="6589758" y="47476"/>
                </a:lnTo>
                <a:lnTo>
                  <a:pt x="6589758" y="0"/>
                </a:lnTo>
                <a:lnTo>
                  <a:pt x="6979066" y="0"/>
                </a:lnTo>
                <a:lnTo>
                  <a:pt x="6979066" y="47476"/>
                </a:lnTo>
                <a:lnTo>
                  <a:pt x="6979066" y="0"/>
                </a:lnTo>
                <a:lnTo>
                  <a:pt x="7368374" y="0"/>
                </a:lnTo>
                <a:lnTo>
                  <a:pt x="7368374" y="47476"/>
                </a:lnTo>
                <a:lnTo>
                  <a:pt x="7368374" y="0"/>
                </a:lnTo>
                <a:lnTo>
                  <a:pt x="7757682" y="0"/>
                </a:lnTo>
                <a:lnTo>
                  <a:pt x="7757682" y="75962"/>
                </a:lnTo>
                <a:lnTo>
                  <a:pt x="7757682" y="0"/>
                </a:lnTo>
                <a:lnTo>
                  <a:pt x="8146991" y="0"/>
                </a:lnTo>
                <a:lnTo>
                  <a:pt x="8146991" y="47476"/>
                </a:lnTo>
                <a:lnTo>
                  <a:pt x="8146991" y="0"/>
                </a:lnTo>
                <a:lnTo>
                  <a:pt x="8536300" y="0"/>
                </a:lnTo>
                <a:lnTo>
                  <a:pt x="8536300" y="47476"/>
                </a:lnTo>
                <a:lnTo>
                  <a:pt x="8536300" y="0"/>
                </a:lnTo>
                <a:lnTo>
                  <a:pt x="8925608" y="0"/>
                </a:lnTo>
                <a:lnTo>
                  <a:pt x="8925608" y="47476"/>
                </a:lnTo>
                <a:lnTo>
                  <a:pt x="8925608" y="0"/>
                </a:lnTo>
                <a:lnTo>
                  <a:pt x="9314917" y="0"/>
                </a:lnTo>
                <a:lnTo>
                  <a:pt x="9314917" y="47476"/>
                </a:lnTo>
                <a:lnTo>
                  <a:pt x="9314917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3E7234B-0381-03E8-B88F-E79CE408360F}"/>
              </a:ext>
            </a:extLst>
          </p:cNvPr>
          <p:cNvSpPr txBox="1"/>
          <p:nvPr/>
        </p:nvSpPr>
        <p:spPr>
          <a:xfrm>
            <a:off x="5968482" y="4016523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AA41112B-E6F9-87EC-FD13-3CB7737D81B3}"/>
              </a:ext>
            </a:extLst>
          </p:cNvPr>
          <p:cNvSpPr/>
          <p:nvPr/>
        </p:nvSpPr>
        <p:spPr bwMode="auto">
          <a:xfrm>
            <a:off x="1547738" y="3010019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3587174-A90A-EE34-DBC6-2B79779F0362}"/>
              </a:ext>
            </a:extLst>
          </p:cNvPr>
          <p:cNvSpPr txBox="1"/>
          <p:nvPr/>
        </p:nvSpPr>
        <p:spPr>
          <a:xfrm>
            <a:off x="1193617" y="3641787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1852D50-5BDC-546A-B7C9-BA216E7F20D5}"/>
              </a:ext>
            </a:extLst>
          </p:cNvPr>
          <p:cNvSpPr txBox="1"/>
          <p:nvPr/>
        </p:nvSpPr>
        <p:spPr>
          <a:xfrm>
            <a:off x="1193617" y="3432890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9F2406F-2288-F19A-7D4E-E9EEDD04EA37}"/>
              </a:ext>
            </a:extLst>
          </p:cNvPr>
          <p:cNvSpPr txBox="1"/>
          <p:nvPr/>
        </p:nvSpPr>
        <p:spPr>
          <a:xfrm>
            <a:off x="1193617" y="3223992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4326FFD-ABC2-D8D0-2938-51B9B185AB81}"/>
              </a:ext>
            </a:extLst>
          </p:cNvPr>
          <p:cNvSpPr txBox="1"/>
          <p:nvPr/>
        </p:nvSpPr>
        <p:spPr>
          <a:xfrm>
            <a:off x="1193617" y="3024591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1.5</a:t>
            </a: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C2BF59D6-B1C8-F882-E992-B88A4D74E5E2}"/>
              </a:ext>
            </a:extLst>
          </p:cNvPr>
          <p:cNvSpPr/>
          <p:nvPr/>
        </p:nvSpPr>
        <p:spPr bwMode="auto">
          <a:xfrm>
            <a:off x="1471776" y="3010019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02654"/>
                </a:lnTo>
                <a:lnTo>
                  <a:pt x="28486" y="702654"/>
                </a:lnTo>
                <a:lnTo>
                  <a:pt x="75962" y="702654"/>
                </a:lnTo>
                <a:lnTo>
                  <a:pt x="75962" y="664673"/>
                </a:lnTo>
                <a:lnTo>
                  <a:pt x="28486" y="664673"/>
                </a:lnTo>
                <a:lnTo>
                  <a:pt x="75962" y="664673"/>
                </a:lnTo>
                <a:lnTo>
                  <a:pt x="75962" y="626691"/>
                </a:lnTo>
                <a:lnTo>
                  <a:pt x="28486" y="626691"/>
                </a:lnTo>
                <a:lnTo>
                  <a:pt x="75962" y="626691"/>
                </a:lnTo>
                <a:lnTo>
                  <a:pt x="75962" y="579215"/>
                </a:lnTo>
                <a:lnTo>
                  <a:pt x="28486" y="579215"/>
                </a:lnTo>
                <a:lnTo>
                  <a:pt x="75962" y="579215"/>
                </a:lnTo>
                <a:lnTo>
                  <a:pt x="75962" y="541233"/>
                </a:lnTo>
                <a:lnTo>
                  <a:pt x="0" y="541233"/>
                </a:lnTo>
                <a:lnTo>
                  <a:pt x="75962" y="541233"/>
                </a:lnTo>
                <a:lnTo>
                  <a:pt x="75962" y="503252"/>
                </a:lnTo>
                <a:lnTo>
                  <a:pt x="28486" y="503252"/>
                </a:lnTo>
                <a:lnTo>
                  <a:pt x="75962" y="503252"/>
                </a:lnTo>
                <a:lnTo>
                  <a:pt x="75962" y="455775"/>
                </a:lnTo>
                <a:lnTo>
                  <a:pt x="28486" y="455775"/>
                </a:lnTo>
                <a:lnTo>
                  <a:pt x="75962" y="455775"/>
                </a:lnTo>
                <a:lnTo>
                  <a:pt x="75962" y="417794"/>
                </a:lnTo>
                <a:lnTo>
                  <a:pt x="28486" y="417794"/>
                </a:lnTo>
                <a:lnTo>
                  <a:pt x="75962" y="417794"/>
                </a:lnTo>
                <a:lnTo>
                  <a:pt x="75962" y="379813"/>
                </a:lnTo>
                <a:lnTo>
                  <a:pt x="28486" y="379813"/>
                </a:lnTo>
                <a:lnTo>
                  <a:pt x="75962" y="379813"/>
                </a:lnTo>
                <a:lnTo>
                  <a:pt x="75962" y="332336"/>
                </a:lnTo>
                <a:lnTo>
                  <a:pt x="0" y="332336"/>
                </a:lnTo>
                <a:lnTo>
                  <a:pt x="75962" y="332336"/>
                </a:lnTo>
                <a:lnTo>
                  <a:pt x="75962" y="294355"/>
                </a:lnTo>
                <a:lnTo>
                  <a:pt x="28486" y="294355"/>
                </a:lnTo>
                <a:lnTo>
                  <a:pt x="75962" y="294355"/>
                </a:lnTo>
                <a:lnTo>
                  <a:pt x="75962" y="256373"/>
                </a:lnTo>
                <a:lnTo>
                  <a:pt x="28486" y="256373"/>
                </a:lnTo>
                <a:lnTo>
                  <a:pt x="75962" y="256373"/>
                </a:lnTo>
                <a:lnTo>
                  <a:pt x="75962" y="208897"/>
                </a:lnTo>
                <a:lnTo>
                  <a:pt x="28486" y="208897"/>
                </a:lnTo>
                <a:lnTo>
                  <a:pt x="75962" y="208897"/>
                </a:lnTo>
                <a:lnTo>
                  <a:pt x="75962" y="170916"/>
                </a:lnTo>
                <a:lnTo>
                  <a:pt x="28486" y="170916"/>
                </a:lnTo>
                <a:lnTo>
                  <a:pt x="75962" y="170916"/>
                </a:lnTo>
                <a:lnTo>
                  <a:pt x="75962" y="132934"/>
                </a:lnTo>
                <a:lnTo>
                  <a:pt x="0" y="132934"/>
                </a:lnTo>
                <a:lnTo>
                  <a:pt x="75962" y="132934"/>
                </a:lnTo>
                <a:lnTo>
                  <a:pt x="75962" y="85458"/>
                </a:lnTo>
                <a:lnTo>
                  <a:pt x="28486" y="85458"/>
                </a:lnTo>
                <a:lnTo>
                  <a:pt x="75962" y="85458"/>
                </a:lnTo>
                <a:lnTo>
                  <a:pt x="75962" y="47476"/>
                </a:lnTo>
                <a:lnTo>
                  <a:pt x="28486" y="47476"/>
                </a:lnTo>
                <a:lnTo>
                  <a:pt x="75962" y="47476"/>
                </a:lnTo>
                <a:lnTo>
                  <a:pt x="75962" y="9495"/>
                </a:lnTo>
                <a:lnTo>
                  <a:pt x="28486" y="9495"/>
                </a:lnTo>
                <a:lnTo>
                  <a:pt x="75962" y="9495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F9ADF10-12AC-0EF6-67DF-F7D2569ADA94}"/>
              </a:ext>
            </a:extLst>
          </p:cNvPr>
          <p:cNvSpPr txBox="1"/>
          <p:nvPr/>
        </p:nvSpPr>
        <p:spPr>
          <a:xfrm>
            <a:off x="891253" y="3031947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Counts/1E3</a:t>
            </a: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23817C31-4BB1-ED91-6C5A-7DF78BFCF697}"/>
              </a:ext>
            </a:extLst>
          </p:cNvPr>
          <p:cNvSpPr/>
          <p:nvPr/>
        </p:nvSpPr>
        <p:spPr bwMode="auto">
          <a:xfrm>
            <a:off x="11251963" y="3010019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55AF0F8E-3DB1-C990-CCA1-CC8569CCEF02}"/>
              </a:ext>
            </a:extLst>
          </p:cNvPr>
          <p:cNvSpPr/>
          <p:nvPr/>
        </p:nvSpPr>
        <p:spPr bwMode="auto">
          <a:xfrm>
            <a:off x="1566729" y="3123963"/>
            <a:ext cx="9675739" cy="626692"/>
          </a:xfrm>
          <a:custGeom>
            <a:avLst/>
            <a:gdLst/>
            <a:ahLst/>
            <a:cxnLst/>
            <a:rect l="0" t="0" r="0" b="0"/>
            <a:pathLst>
              <a:path w="9675739" h="626692">
                <a:moveTo>
                  <a:pt x="0" y="626691"/>
                </a:moveTo>
                <a:lnTo>
                  <a:pt x="37981" y="626691"/>
                </a:lnTo>
                <a:lnTo>
                  <a:pt x="75963" y="626691"/>
                </a:lnTo>
                <a:lnTo>
                  <a:pt x="104449" y="626691"/>
                </a:lnTo>
                <a:lnTo>
                  <a:pt x="142430" y="626691"/>
                </a:lnTo>
                <a:lnTo>
                  <a:pt x="170916" y="626691"/>
                </a:lnTo>
                <a:lnTo>
                  <a:pt x="208897" y="626691"/>
                </a:lnTo>
                <a:lnTo>
                  <a:pt x="237383" y="626691"/>
                </a:lnTo>
                <a:lnTo>
                  <a:pt x="275364" y="626691"/>
                </a:lnTo>
                <a:lnTo>
                  <a:pt x="303850" y="626691"/>
                </a:lnTo>
                <a:lnTo>
                  <a:pt x="341832" y="626691"/>
                </a:lnTo>
                <a:lnTo>
                  <a:pt x="370318" y="626691"/>
                </a:lnTo>
                <a:lnTo>
                  <a:pt x="408299" y="626691"/>
                </a:lnTo>
                <a:lnTo>
                  <a:pt x="446280" y="626691"/>
                </a:lnTo>
                <a:lnTo>
                  <a:pt x="474766" y="626691"/>
                </a:lnTo>
                <a:lnTo>
                  <a:pt x="512748" y="626691"/>
                </a:lnTo>
                <a:lnTo>
                  <a:pt x="541234" y="626691"/>
                </a:lnTo>
                <a:lnTo>
                  <a:pt x="579215" y="626691"/>
                </a:lnTo>
                <a:lnTo>
                  <a:pt x="607701" y="626691"/>
                </a:lnTo>
                <a:lnTo>
                  <a:pt x="645682" y="626691"/>
                </a:lnTo>
                <a:lnTo>
                  <a:pt x="674168" y="626691"/>
                </a:lnTo>
                <a:lnTo>
                  <a:pt x="712150" y="626691"/>
                </a:lnTo>
                <a:lnTo>
                  <a:pt x="750131" y="626691"/>
                </a:lnTo>
                <a:lnTo>
                  <a:pt x="778617" y="626691"/>
                </a:lnTo>
                <a:lnTo>
                  <a:pt x="816598" y="626691"/>
                </a:lnTo>
                <a:lnTo>
                  <a:pt x="845084" y="626691"/>
                </a:lnTo>
                <a:lnTo>
                  <a:pt x="883065" y="626691"/>
                </a:lnTo>
                <a:lnTo>
                  <a:pt x="911551" y="626691"/>
                </a:lnTo>
                <a:lnTo>
                  <a:pt x="949533" y="626691"/>
                </a:lnTo>
                <a:lnTo>
                  <a:pt x="978019" y="626691"/>
                </a:lnTo>
                <a:lnTo>
                  <a:pt x="1016000" y="626691"/>
                </a:lnTo>
                <a:lnTo>
                  <a:pt x="1044486" y="626691"/>
                </a:lnTo>
                <a:lnTo>
                  <a:pt x="1082467" y="626691"/>
                </a:lnTo>
                <a:lnTo>
                  <a:pt x="1120449" y="626691"/>
                </a:lnTo>
                <a:lnTo>
                  <a:pt x="1148935" y="626691"/>
                </a:lnTo>
                <a:lnTo>
                  <a:pt x="1186916" y="626691"/>
                </a:lnTo>
                <a:lnTo>
                  <a:pt x="1215402" y="626691"/>
                </a:lnTo>
                <a:lnTo>
                  <a:pt x="1253383" y="626691"/>
                </a:lnTo>
                <a:lnTo>
                  <a:pt x="1281869" y="626691"/>
                </a:lnTo>
                <a:lnTo>
                  <a:pt x="1319850" y="626691"/>
                </a:lnTo>
                <a:lnTo>
                  <a:pt x="1348336" y="626691"/>
                </a:lnTo>
                <a:lnTo>
                  <a:pt x="1386318" y="626691"/>
                </a:lnTo>
                <a:lnTo>
                  <a:pt x="1414804" y="626691"/>
                </a:lnTo>
                <a:lnTo>
                  <a:pt x="1452785" y="626691"/>
                </a:lnTo>
                <a:lnTo>
                  <a:pt x="1490766" y="626691"/>
                </a:lnTo>
                <a:lnTo>
                  <a:pt x="1519252" y="626691"/>
                </a:lnTo>
                <a:lnTo>
                  <a:pt x="1557234" y="626691"/>
                </a:lnTo>
                <a:lnTo>
                  <a:pt x="1585720" y="626691"/>
                </a:lnTo>
                <a:lnTo>
                  <a:pt x="1623701" y="626691"/>
                </a:lnTo>
                <a:lnTo>
                  <a:pt x="1652187" y="626691"/>
                </a:lnTo>
                <a:lnTo>
                  <a:pt x="1690168" y="626691"/>
                </a:lnTo>
                <a:lnTo>
                  <a:pt x="1718654" y="626691"/>
                </a:lnTo>
                <a:lnTo>
                  <a:pt x="1756636" y="626691"/>
                </a:lnTo>
                <a:lnTo>
                  <a:pt x="1785121" y="626691"/>
                </a:lnTo>
                <a:lnTo>
                  <a:pt x="1823103" y="626691"/>
                </a:lnTo>
                <a:lnTo>
                  <a:pt x="1861084" y="626691"/>
                </a:lnTo>
                <a:lnTo>
                  <a:pt x="1889570" y="626691"/>
                </a:lnTo>
                <a:lnTo>
                  <a:pt x="1927552" y="626691"/>
                </a:lnTo>
                <a:lnTo>
                  <a:pt x="1956037" y="626691"/>
                </a:lnTo>
                <a:lnTo>
                  <a:pt x="1994019" y="626691"/>
                </a:lnTo>
                <a:lnTo>
                  <a:pt x="2022505" y="626691"/>
                </a:lnTo>
                <a:lnTo>
                  <a:pt x="2060486" y="626691"/>
                </a:lnTo>
                <a:lnTo>
                  <a:pt x="2088972" y="626691"/>
                </a:lnTo>
                <a:lnTo>
                  <a:pt x="2126953" y="626691"/>
                </a:lnTo>
                <a:lnTo>
                  <a:pt x="2155439" y="626691"/>
                </a:lnTo>
                <a:lnTo>
                  <a:pt x="2193421" y="626691"/>
                </a:lnTo>
                <a:lnTo>
                  <a:pt x="2231402" y="626691"/>
                </a:lnTo>
                <a:lnTo>
                  <a:pt x="2259888" y="626691"/>
                </a:lnTo>
                <a:lnTo>
                  <a:pt x="2297869" y="626691"/>
                </a:lnTo>
                <a:lnTo>
                  <a:pt x="2326355" y="626691"/>
                </a:lnTo>
                <a:lnTo>
                  <a:pt x="2364336" y="626691"/>
                </a:lnTo>
                <a:lnTo>
                  <a:pt x="2392822" y="626691"/>
                </a:lnTo>
                <a:lnTo>
                  <a:pt x="2430804" y="626691"/>
                </a:lnTo>
                <a:lnTo>
                  <a:pt x="2459290" y="626691"/>
                </a:lnTo>
                <a:lnTo>
                  <a:pt x="2497271" y="626691"/>
                </a:lnTo>
                <a:lnTo>
                  <a:pt x="2535252" y="626691"/>
                </a:lnTo>
                <a:lnTo>
                  <a:pt x="2563738" y="626691"/>
                </a:lnTo>
                <a:lnTo>
                  <a:pt x="2601720" y="626691"/>
                </a:lnTo>
                <a:lnTo>
                  <a:pt x="2630206" y="626691"/>
                </a:lnTo>
                <a:lnTo>
                  <a:pt x="2668187" y="626691"/>
                </a:lnTo>
                <a:lnTo>
                  <a:pt x="2696673" y="626691"/>
                </a:lnTo>
                <a:lnTo>
                  <a:pt x="2734654" y="626691"/>
                </a:lnTo>
                <a:lnTo>
                  <a:pt x="2763140" y="626691"/>
                </a:lnTo>
                <a:lnTo>
                  <a:pt x="2801121" y="626691"/>
                </a:lnTo>
                <a:lnTo>
                  <a:pt x="2829608" y="626691"/>
                </a:lnTo>
                <a:lnTo>
                  <a:pt x="2867589" y="626691"/>
                </a:lnTo>
                <a:lnTo>
                  <a:pt x="2905570" y="626691"/>
                </a:lnTo>
                <a:lnTo>
                  <a:pt x="2934056" y="626691"/>
                </a:lnTo>
                <a:lnTo>
                  <a:pt x="2972037" y="626691"/>
                </a:lnTo>
                <a:lnTo>
                  <a:pt x="3000523" y="626691"/>
                </a:lnTo>
                <a:lnTo>
                  <a:pt x="3038505" y="626691"/>
                </a:lnTo>
                <a:lnTo>
                  <a:pt x="3066991" y="626691"/>
                </a:lnTo>
                <a:lnTo>
                  <a:pt x="3104972" y="626691"/>
                </a:lnTo>
                <a:lnTo>
                  <a:pt x="3133458" y="626691"/>
                </a:lnTo>
                <a:lnTo>
                  <a:pt x="3171439" y="626691"/>
                </a:lnTo>
                <a:lnTo>
                  <a:pt x="3199925" y="626691"/>
                </a:lnTo>
                <a:lnTo>
                  <a:pt x="3237906" y="626691"/>
                </a:lnTo>
                <a:lnTo>
                  <a:pt x="3275888" y="626691"/>
                </a:lnTo>
                <a:lnTo>
                  <a:pt x="3304374" y="626691"/>
                </a:lnTo>
                <a:lnTo>
                  <a:pt x="3342355" y="626691"/>
                </a:lnTo>
                <a:lnTo>
                  <a:pt x="3370841" y="626691"/>
                </a:lnTo>
                <a:lnTo>
                  <a:pt x="3408822" y="626691"/>
                </a:lnTo>
                <a:lnTo>
                  <a:pt x="3437309" y="626691"/>
                </a:lnTo>
                <a:lnTo>
                  <a:pt x="3475290" y="626691"/>
                </a:lnTo>
                <a:lnTo>
                  <a:pt x="3503776" y="617196"/>
                </a:lnTo>
                <a:lnTo>
                  <a:pt x="3541757" y="617196"/>
                </a:lnTo>
                <a:lnTo>
                  <a:pt x="3570243" y="617196"/>
                </a:lnTo>
                <a:lnTo>
                  <a:pt x="3608225" y="617196"/>
                </a:lnTo>
                <a:lnTo>
                  <a:pt x="3646206" y="607701"/>
                </a:lnTo>
                <a:lnTo>
                  <a:pt x="3674692" y="607701"/>
                </a:lnTo>
                <a:lnTo>
                  <a:pt x="3712673" y="607701"/>
                </a:lnTo>
                <a:lnTo>
                  <a:pt x="3741159" y="598205"/>
                </a:lnTo>
                <a:lnTo>
                  <a:pt x="3779140" y="588710"/>
                </a:lnTo>
                <a:lnTo>
                  <a:pt x="3807626" y="588710"/>
                </a:lnTo>
                <a:lnTo>
                  <a:pt x="3845608" y="588710"/>
                </a:lnTo>
                <a:lnTo>
                  <a:pt x="3874094" y="569719"/>
                </a:lnTo>
                <a:lnTo>
                  <a:pt x="3912075" y="569719"/>
                </a:lnTo>
                <a:lnTo>
                  <a:pt x="3950056" y="560224"/>
                </a:lnTo>
                <a:lnTo>
                  <a:pt x="3978542" y="541233"/>
                </a:lnTo>
                <a:lnTo>
                  <a:pt x="4016524" y="541233"/>
                </a:lnTo>
                <a:lnTo>
                  <a:pt x="4045009" y="531738"/>
                </a:lnTo>
                <a:lnTo>
                  <a:pt x="4082991" y="503252"/>
                </a:lnTo>
                <a:lnTo>
                  <a:pt x="4111477" y="484261"/>
                </a:lnTo>
                <a:lnTo>
                  <a:pt x="4149458" y="474766"/>
                </a:lnTo>
                <a:lnTo>
                  <a:pt x="4177944" y="474766"/>
                </a:lnTo>
                <a:lnTo>
                  <a:pt x="4215925" y="436785"/>
                </a:lnTo>
                <a:lnTo>
                  <a:pt x="4244411" y="446280"/>
                </a:lnTo>
                <a:lnTo>
                  <a:pt x="4282393" y="417794"/>
                </a:lnTo>
                <a:lnTo>
                  <a:pt x="4320374" y="398803"/>
                </a:lnTo>
                <a:lnTo>
                  <a:pt x="4348860" y="360822"/>
                </a:lnTo>
                <a:lnTo>
                  <a:pt x="4386841" y="360822"/>
                </a:lnTo>
                <a:lnTo>
                  <a:pt x="4415327" y="322841"/>
                </a:lnTo>
                <a:lnTo>
                  <a:pt x="4453309" y="303850"/>
                </a:lnTo>
                <a:lnTo>
                  <a:pt x="4481794" y="265869"/>
                </a:lnTo>
                <a:lnTo>
                  <a:pt x="4519776" y="256374"/>
                </a:lnTo>
                <a:lnTo>
                  <a:pt x="4548262" y="208897"/>
                </a:lnTo>
                <a:lnTo>
                  <a:pt x="4586243" y="142429"/>
                </a:lnTo>
                <a:lnTo>
                  <a:pt x="4614729" y="161420"/>
                </a:lnTo>
                <a:lnTo>
                  <a:pt x="4652710" y="113944"/>
                </a:lnTo>
                <a:lnTo>
                  <a:pt x="4690692" y="56972"/>
                </a:lnTo>
                <a:lnTo>
                  <a:pt x="4719178" y="28486"/>
                </a:lnTo>
                <a:lnTo>
                  <a:pt x="4757159" y="37981"/>
                </a:lnTo>
                <a:lnTo>
                  <a:pt x="4785645" y="18990"/>
                </a:lnTo>
                <a:lnTo>
                  <a:pt x="4823626" y="0"/>
                </a:lnTo>
                <a:lnTo>
                  <a:pt x="4852112" y="18990"/>
                </a:lnTo>
                <a:lnTo>
                  <a:pt x="4890094" y="18990"/>
                </a:lnTo>
                <a:lnTo>
                  <a:pt x="4918579" y="28486"/>
                </a:lnTo>
                <a:lnTo>
                  <a:pt x="4956561" y="47476"/>
                </a:lnTo>
                <a:lnTo>
                  <a:pt x="4994542" y="94953"/>
                </a:lnTo>
                <a:lnTo>
                  <a:pt x="5023028" y="132934"/>
                </a:lnTo>
                <a:lnTo>
                  <a:pt x="5061009" y="151925"/>
                </a:lnTo>
                <a:lnTo>
                  <a:pt x="5089496" y="170916"/>
                </a:lnTo>
                <a:lnTo>
                  <a:pt x="5127477" y="199402"/>
                </a:lnTo>
                <a:lnTo>
                  <a:pt x="5155963" y="246878"/>
                </a:lnTo>
                <a:lnTo>
                  <a:pt x="5193944" y="246878"/>
                </a:lnTo>
                <a:lnTo>
                  <a:pt x="5222430" y="284860"/>
                </a:lnTo>
                <a:lnTo>
                  <a:pt x="5260412" y="313345"/>
                </a:lnTo>
                <a:lnTo>
                  <a:pt x="5288898" y="332336"/>
                </a:lnTo>
                <a:lnTo>
                  <a:pt x="5326879" y="332336"/>
                </a:lnTo>
                <a:lnTo>
                  <a:pt x="5364860" y="398803"/>
                </a:lnTo>
                <a:lnTo>
                  <a:pt x="5393346" y="389308"/>
                </a:lnTo>
                <a:lnTo>
                  <a:pt x="5431328" y="408299"/>
                </a:lnTo>
                <a:lnTo>
                  <a:pt x="5459813" y="408299"/>
                </a:lnTo>
                <a:lnTo>
                  <a:pt x="5497795" y="417794"/>
                </a:lnTo>
                <a:lnTo>
                  <a:pt x="5526281" y="446280"/>
                </a:lnTo>
                <a:lnTo>
                  <a:pt x="5564262" y="446280"/>
                </a:lnTo>
                <a:lnTo>
                  <a:pt x="5592748" y="455775"/>
                </a:lnTo>
                <a:lnTo>
                  <a:pt x="5630729" y="484261"/>
                </a:lnTo>
                <a:lnTo>
                  <a:pt x="5668711" y="484261"/>
                </a:lnTo>
                <a:lnTo>
                  <a:pt x="5697197" y="493757"/>
                </a:lnTo>
                <a:lnTo>
                  <a:pt x="5735178" y="503252"/>
                </a:lnTo>
                <a:lnTo>
                  <a:pt x="5763664" y="522243"/>
                </a:lnTo>
                <a:lnTo>
                  <a:pt x="5801645" y="522243"/>
                </a:lnTo>
                <a:lnTo>
                  <a:pt x="5830131" y="512747"/>
                </a:lnTo>
                <a:lnTo>
                  <a:pt x="5868113" y="541233"/>
                </a:lnTo>
                <a:lnTo>
                  <a:pt x="5896598" y="541233"/>
                </a:lnTo>
                <a:lnTo>
                  <a:pt x="5934580" y="541233"/>
                </a:lnTo>
                <a:lnTo>
                  <a:pt x="5963066" y="541233"/>
                </a:lnTo>
                <a:lnTo>
                  <a:pt x="6001047" y="541233"/>
                </a:lnTo>
                <a:lnTo>
                  <a:pt x="6039028" y="550729"/>
                </a:lnTo>
                <a:lnTo>
                  <a:pt x="6067514" y="550729"/>
                </a:lnTo>
                <a:lnTo>
                  <a:pt x="6105496" y="560224"/>
                </a:lnTo>
                <a:lnTo>
                  <a:pt x="6133982" y="550729"/>
                </a:lnTo>
                <a:lnTo>
                  <a:pt x="6171963" y="560224"/>
                </a:lnTo>
                <a:lnTo>
                  <a:pt x="6200449" y="569719"/>
                </a:lnTo>
                <a:lnTo>
                  <a:pt x="6238430" y="569719"/>
                </a:lnTo>
                <a:lnTo>
                  <a:pt x="6266916" y="569719"/>
                </a:lnTo>
                <a:lnTo>
                  <a:pt x="6304898" y="569719"/>
                </a:lnTo>
                <a:lnTo>
                  <a:pt x="6333383" y="569719"/>
                </a:lnTo>
                <a:lnTo>
                  <a:pt x="6371365" y="569719"/>
                </a:lnTo>
                <a:lnTo>
                  <a:pt x="6409346" y="579214"/>
                </a:lnTo>
                <a:lnTo>
                  <a:pt x="6437832" y="579214"/>
                </a:lnTo>
                <a:lnTo>
                  <a:pt x="6475813" y="579214"/>
                </a:lnTo>
                <a:lnTo>
                  <a:pt x="6504299" y="579214"/>
                </a:lnTo>
                <a:lnTo>
                  <a:pt x="6542281" y="588710"/>
                </a:lnTo>
                <a:lnTo>
                  <a:pt x="6570767" y="588710"/>
                </a:lnTo>
                <a:lnTo>
                  <a:pt x="6608748" y="588710"/>
                </a:lnTo>
                <a:lnTo>
                  <a:pt x="6637234" y="588710"/>
                </a:lnTo>
                <a:lnTo>
                  <a:pt x="6675215" y="588710"/>
                </a:lnTo>
                <a:lnTo>
                  <a:pt x="6713197" y="588710"/>
                </a:lnTo>
                <a:lnTo>
                  <a:pt x="6741682" y="588710"/>
                </a:lnTo>
                <a:lnTo>
                  <a:pt x="6779664" y="598205"/>
                </a:lnTo>
                <a:lnTo>
                  <a:pt x="6808150" y="588710"/>
                </a:lnTo>
                <a:lnTo>
                  <a:pt x="6846131" y="588710"/>
                </a:lnTo>
                <a:lnTo>
                  <a:pt x="6874617" y="588710"/>
                </a:lnTo>
                <a:lnTo>
                  <a:pt x="6912598" y="588710"/>
                </a:lnTo>
                <a:lnTo>
                  <a:pt x="6941084" y="588710"/>
                </a:lnTo>
                <a:lnTo>
                  <a:pt x="6979066" y="588710"/>
                </a:lnTo>
                <a:lnTo>
                  <a:pt x="7007552" y="588710"/>
                </a:lnTo>
                <a:lnTo>
                  <a:pt x="7045533" y="588710"/>
                </a:lnTo>
                <a:lnTo>
                  <a:pt x="7083514" y="598205"/>
                </a:lnTo>
                <a:lnTo>
                  <a:pt x="7112000" y="598205"/>
                </a:lnTo>
                <a:lnTo>
                  <a:pt x="7149982" y="598205"/>
                </a:lnTo>
                <a:lnTo>
                  <a:pt x="7178467" y="598205"/>
                </a:lnTo>
                <a:lnTo>
                  <a:pt x="7216449" y="588710"/>
                </a:lnTo>
                <a:lnTo>
                  <a:pt x="7244935" y="598205"/>
                </a:lnTo>
                <a:lnTo>
                  <a:pt x="7282916" y="588710"/>
                </a:lnTo>
                <a:lnTo>
                  <a:pt x="7311402" y="588710"/>
                </a:lnTo>
                <a:lnTo>
                  <a:pt x="7349383" y="598205"/>
                </a:lnTo>
                <a:lnTo>
                  <a:pt x="7387365" y="588710"/>
                </a:lnTo>
                <a:lnTo>
                  <a:pt x="7415851" y="588710"/>
                </a:lnTo>
                <a:lnTo>
                  <a:pt x="7453832" y="598205"/>
                </a:lnTo>
                <a:lnTo>
                  <a:pt x="7482318" y="588710"/>
                </a:lnTo>
                <a:lnTo>
                  <a:pt x="7520299" y="588710"/>
                </a:lnTo>
                <a:lnTo>
                  <a:pt x="7548785" y="598205"/>
                </a:lnTo>
                <a:lnTo>
                  <a:pt x="7586767" y="588710"/>
                </a:lnTo>
                <a:lnTo>
                  <a:pt x="7615252" y="588710"/>
                </a:lnTo>
                <a:lnTo>
                  <a:pt x="7653234" y="598205"/>
                </a:lnTo>
                <a:lnTo>
                  <a:pt x="7691215" y="598205"/>
                </a:lnTo>
                <a:lnTo>
                  <a:pt x="7719701" y="598205"/>
                </a:lnTo>
                <a:lnTo>
                  <a:pt x="7757682" y="598205"/>
                </a:lnTo>
                <a:lnTo>
                  <a:pt x="7786168" y="598205"/>
                </a:lnTo>
                <a:lnTo>
                  <a:pt x="7824150" y="598205"/>
                </a:lnTo>
                <a:lnTo>
                  <a:pt x="7852636" y="607701"/>
                </a:lnTo>
                <a:lnTo>
                  <a:pt x="7890617" y="607701"/>
                </a:lnTo>
                <a:lnTo>
                  <a:pt x="7919103" y="598205"/>
                </a:lnTo>
                <a:lnTo>
                  <a:pt x="7957084" y="607701"/>
                </a:lnTo>
                <a:lnTo>
                  <a:pt x="7985570" y="607701"/>
                </a:lnTo>
                <a:lnTo>
                  <a:pt x="8023552" y="607701"/>
                </a:lnTo>
                <a:lnTo>
                  <a:pt x="8061533" y="607701"/>
                </a:lnTo>
                <a:lnTo>
                  <a:pt x="8090019" y="617196"/>
                </a:lnTo>
                <a:lnTo>
                  <a:pt x="8128000" y="607701"/>
                </a:lnTo>
                <a:lnTo>
                  <a:pt x="8156486" y="607701"/>
                </a:lnTo>
                <a:lnTo>
                  <a:pt x="8194467" y="607701"/>
                </a:lnTo>
                <a:lnTo>
                  <a:pt x="8222953" y="607701"/>
                </a:lnTo>
                <a:lnTo>
                  <a:pt x="8260935" y="617196"/>
                </a:lnTo>
                <a:lnTo>
                  <a:pt x="8289421" y="617196"/>
                </a:lnTo>
                <a:lnTo>
                  <a:pt x="8327402" y="617196"/>
                </a:lnTo>
                <a:lnTo>
                  <a:pt x="8365383" y="617196"/>
                </a:lnTo>
                <a:lnTo>
                  <a:pt x="8393869" y="617196"/>
                </a:lnTo>
                <a:lnTo>
                  <a:pt x="8431851" y="617196"/>
                </a:lnTo>
                <a:lnTo>
                  <a:pt x="8460336" y="607701"/>
                </a:lnTo>
                <a:lnTo>
                  <a:pt x="8498318" y="617196"/>
                </a:lnTo>
                <a:lnTo>
                  <a:pt x="8526804" y="617196"/>
                </a:lnTo>
                <a:lnTo>
                  <a:pt x="8564785" y="617196"/>
                </a:lnTo>
                <a:lnTo>
                  <a:pt x="8593271" y="617196"/>
                </a:lnTo>
                <a:lnTo>
                  <a:pt x="8631252" y="607701"/>
                </a:lnTo>
                <a:lnTo>
                  <a:pt x="8659738" y="617196"/>
                </a:lnTo>
                <a:lnTo>
                  <a:pt x="8697720" y="617196"/>
                </a:lnTo>
                <a:lnTo>
                  <a:pt x="8735701" y="617196"/>
                </a:lnTo>
                <a:lnTo>
                  <a:pt x="8764187" y="607701"/>
                </a:lnTo>
                <a:lnTo>
                  <a:pt x="8802168" y="617196"/>
                </a:lnTo>
                <a:lnTo>
                  <a:pt x="8830654" y="607701"/>
                </a:lnTo>
                <a:lnTo>
                  <a:pt x="8868636" y="607701"/>
                </a:lnTo>
                <a:lnTo>
                  <a:pt x="8897121" y="607701"/>
                </a:lnTo>
                <a:lnTo>
                  <a:pt x="8935103" y="607701"/>
                </a:lnTo>
                <a:lnTo>
                  <a:pt x="8963589" y="607701"/>
                </a:lnTo>
                <a:lnTo>
                  <a:pt x="9001570" y="607701"/>
                </a:lnTo>
                <a:lnTo>
                  <a:pt x="9039552" y="617196"/>
                </a:lnTo>
                <a:lnTo>
                  <a:pt x="9068037" y="607701"/>
                </a:lnTo>
                <a:lnTo>
                  <a:pt x="9106019" y="607701"/>
                </a:lnTo>
                <a:lnTo>
                  <a:pt x="9134505" y="607701"/>
                </a:lnTo>
                <a:lnTo>
                  <a:pt x="9172486" y="607701"/>
                </a:lnTo>
                <a:lnTo>
                  <a:pt x="9200972" y="607701"/>
                </a:lnTo>
                <a:lnTo>
                  <a:pt x="9238953" y="607701"/>
                </a:lnTo>
                <a:lnTo>
                  <a:pt x="9267439" y="598205"/>
                </a:lnTo>
                <a:lnTo>
                  <a:pt x="9305421" y="598205"/>
                </a:lnTo>
                <a:lnTo>
                  <a:pt x="9343402" y="598205"/>
                </a:lnTo>
                <a:lnTo>
                  <a:pt x="9371888" y="588710"/>
                </a:lnTo>
                <a:lnTo>
                  <a:pt x="9409869" y="588710"/>
                </a:lnTo>
                <a:lnTo>
                  <a:pt x="9438355" y="588710"/>
                </a:lnTo>
                <a:lnTo>
                  <a:pt x="9476336" y="588710"/>
                </a:lnTo>
                <a:lnTo>
                  <a:pt x="9504822" y="579214"/>
                </a:lnTo>
                <a:lnTo>
                  <a:pt x="9542804" y="579214"/>
                </a:lnTo>
                <a:lnTo>
                  <a:pt x="9571290" y="579214"/>
                </a:lnTo>
                <a:lnTo>
                  <a:pt x="9609271" y="569719"/>
                </a:lnTo>
                <a:lnTo>
                  <a:pt x="9637757" y="560224"/>
                </a:lnTo>
                <a:lnTo>
                  <a:pt x="9675738" y="569719"/>
                </a:lnTo>
              </a:path>
            </a:pathLst>
          </a:custGeom>
          <a:noFill/>
          <a:ln w="12700" cap="flat" cmpd="sng" algn="ctr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82882EC-BDA4-E626-4DEA-A2B3CA41ADBB}"/>
              </a:ext>
            </a:extLst>
          </p:cNvPr>
          <p:cNvSpPr txBox="1"/>
          <p:nvPr/>
        </p:nvSpPr>
        <p:spPr>
          <a:xfrm>
            <a:off x="10917663" y="3246765"/>
            <a:ext cx="307777" cy="446917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80.0453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31C9858-A44E-8236-68E8-C69AD36839DE}"/>
              </a:ext>
            </a:extLst>
          </p:cNvPr>
          <p:cNvSpPr txBox="1"/>
          <p:nvPr/>
        </p:nvSpPr>
        <p:spPr>
          <a:xfrm>
            <a:off x="1452785" y="2893048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*25 june 25-spot 1-1-10-400 um-001~pb1.tdc + Ions 400µm 41150639 cts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5856CE5-546E-F022-EAB0-9B27FC6DE2EB}"/>
              </a:ext>
            </a:extLst>
          </p:cNvPr>
          <p:cNvSpPr txBox="1"/>
          <p:nvPr/>
        </p:nvSpPr>
        <p:spPr>
          <a:xfrm>
            <a:off x="1336722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6088F63-6757-E4D9-9F98-242946C8A669}"/>
              </a:ext>
            </a:extLst>
          </p:cNvPr>
          <p:cNvSpPr txBox="1"/>
          <p:nvPr/>
        </p:nvSpPr>
        <p:spPr>
          <a:xfrm>
            <a:off x="3758030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0B57E36-EF5C-05C8-D3E7-11FDA7B2B0AD}"/>
              </a:ext>
            </a:extLst>
          </p:cNvPr>
          <p:cNvSpPr txBox="1"/>
          <p:nvPr/>
        </p:nvSpPr>
        <p:spPr>
          <a:xfrm>
            <a:off x="6179339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E7F2657-6F2D-F154-4B10-A5EB45F68B2E}"/>
              </a:ext>
            </a:extLst>
          </p:cNvPr>
          <p:cNvSpPr txBox="1"/>
          <p:nvPr/>
        </p:nvSpPr>
        <p:spPr>
          <a:xfrm>
            <a:off x="8610143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91.5</a:t>
            </a:r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5E07BADE-911C-F680-92F8-B7FCE266F4FB}"/>
              </a:ext>
            </a:extLst>
          </p:cNvPr>
          <p:cNvSpPr/>
          <p:nvPr/>
        </p:nvSpPr>
        <p:spPr bwMode="auto">
          <a:xfrm>
            <a:off x="1547738" y="5146467"/>
            <a:ext cx="9713721" cy="75964"/>
          </a:xfrm>
          <a:custGeom>
            <a:avLst/>
            <a:gdLst/>
            <a:ahLst/>
            <a:cxnLst/>
            <a:rect l="0" t="0" r="0" b="0"/>
            <a:pathLst>
              <a:path w="9713721" h="75964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3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7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7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7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7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3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7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7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7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7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75963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7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7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7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7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3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7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7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7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7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D548633-A52B-6EB2-110F-077A184D1F5F}"/>
              </a:ext>
            </a:extLst>
          </p:cNvPr>
          <p:cNvSpPr txBox="1"/>
          <p:nvPr/>
        </p:nvSpPr>
        <p:spPr>
          <a:xfrm>
            <a:off x="5968482" y="5402841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2BC72EFE-C210-BED0-2CA2-BD4BF11E1841}"/>
              </a:ext>
            </a:extLst>
          </p:cNvPr>
          <p:cNvSpPr/>
          <p:nvPr/>
        </p:nvSpPr>
        <p:spPr bwMode="auto">
          <a:xfrm>
            <a:off x="1547738" y="4396336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2097ABA-8F79-10D6-CE4E-E9D7814A00A5}"/>
              </a:ext>
            </a:extLst>
          </p:cNvPr>
          <p:cNvSpPr txBox="1"/>
          <p:nvPr/>
        </p:nvSpPr>
        <p:spPr>
          <a:xfrm>
            <a:off x="1299415" y="5028104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03334D9-7E95-828A-E075-FAD0E2903767}"/>
              </a:ext>
            </a:extLst>
          </p:cNvPr>
          <p:cNvSpPr txBox="1"/>
          <p:nvPr/>
        </p:nvSpPr>
        <p:spPr>
          <a:xfrm>
            <a:off x="1299415" y="4885675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937F129-3F2C-2009-F36F-4686BB11055A}"/>
              </a:ext>
            </a:extLst>
          </p:cNvPr>
          <p:cNvSpPr txBox="1"/>
          <p:nvPr/>
        </p:nvSpPr>
        <p:spPr>
          <a:xfrm>
            <a:off x="1299415" y="4752740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A1D4A11-36EB-7EA9-C41D-CC149970D232}"/>
              </a:ext>
            </a:extLst>
          </p:cNvPr>
          <p:cNvSpPr txBox="1"/>
          <p:nvPr/>
        </p:nvSpPr>
        <p:spPr>
          <a:xfrm>
            <a:off x="1299415" y="4619806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6B52CF5-895C-C673-8C59-9C9E976AABF2}"/>
              </a:ext>
            </a:extLst>
          </p:cNvPr>
          <p:cNvSpPr txBox="1"/>
          <p:nvPr/>
        </p:nvSpPr>
        <p:spPr>
          <a:xfrm>
            <a:off x="1299415" y="4486871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F79225C-2C88-B77D-55AA-972496559710}"/>
              </a:ext>
            </a:extLst>
          </p:cNvPr>
          <p:cNvSpPr txBox="1"/>
          <p:nvPr/>
        </p:nvSpPr>
        <p:spPr>
          <a:xfrm>
            <a:off x="1299415" y="4344441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2DCBE113-71F4-4500-DDC5-CF69120968BC}"/>
              </a:ext>
            </a:extLst>
          </p:cNvPr>
          <p:cNvSpPr/>
          <p:nvPr/>
        </p:nvSpPr>
        <p:spPr bwMode="auto">
          <a:xfrm>
            <a:off x="1471776" y="4396336"/>
            <a:ext cx="75963" cy="759628"/>
          </a:xfrm>
          <a:custGeom>
            <a:avLst/>
            <a:gdLst/>
            <a:ahLst/>
            <a:cxnLst/>
            <a:rect l="0" t="0" r="0" b="0"/>
            <a:pathLst>
              <a:path w="75963" h="759628">
                <a:moveTo>
                  <a:pt x="75962" y="0"/>
                </a:moveTo>
                <a:lnTo>
                  <a:pt x="75962" y="759627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21645"/>
                </a:lnTo>
                <a:lnTo>
                  <a:pt x="28486" y="721645"/>
                </a:lnTo>
                <a:lnTo>
                  <a:pt x="75962" y="721645"/>
                </a:lnTo>
                <a:lnTo>
                  <a:pt x="75962" y="693159"/>
                </a:lnTo>
                <a:lnTo>
                  <a:pt x="28486" y="693159"/>
                </a:lnTo>
                <a:lnTo>
                  <a:pt x="75962" y="693159"/>
                </a:lnTo>
                <a:lnTo>
                  <a:pt x="75962" y="664673"/>
                </a:lnTo>
                <a:lnTo>
                  <a:pt x="28486" y="664673"/>
                </a:lnTo>
                <a:lnTo>
                  <a:pt x="75962" y="664673"/>
                </a:lnTo>
                <a:lnTo>
                  <a:pt x="75962" y="636187"/>
                </a:lnTo>
                <a:lnTo>
                  <a:pt x="28486" y="636187"/>
                </a:lnTo>
                <a:lnTo>
                  <a:pt x="75962" y="636187"/>
                </a:lnTo>
                <a:lnTo>
                  <a:pt x="75962" y="607702"/>
                </a:lnTo>
                <a:lnTo>
                  <a:pt x="0" y="607702"/>
                </a:lnTo>
                <a:lnTo>
                  <a:pt x="75962" y="607702"/>
                </a:lnTo>
                <a:lnTo>
                  <a:pt x="75962" y="579215"/>
                </a:lnTo>
                <a:lnTo>
                  <a:pt x="28486" y="579215"/>
                </a:lnTo>
                <a:lnTo>
                  <a:pt x="75962" y="579215"/>
                </a:lnTo>
                <a:lnTo>
                  <a:pt x="75962" y="560225"/>
                </a:lnTo>
                <a:lnTo>
                  <a:pt x="28486" y="560225"/>
                </a:lnTo>
                <a:lnTo>
                  <a:pt x="75962" y="560225"/>
                </a:lnTo>
                <a:lnTo>
                  <a:pt x="75962" y="531739"/>
                </a:lnTo>
                <a:lnTo>
                  <a:pt x="28486" y="531739"/>
                </a:lnTo>
                <a:lnTo>
                  <a:pt x="75962" y="531739"/>
                </a:lnTo>
                <a:lnTo>
                  <a:pt x="75962" y="503253"/>
                </a:lnTo>
                <a:lnTo>
                  <a:pt x="28486" y="503253"/>
                </a:lnTo>
                <a:lnTo>
                  <a:pt x="75962" y="503253"/>
                </a:lnTo>
                <a:lnTo>
                  <a:pt x="75962" y="474767"/>
                </a:lnTo>
                <a:lnTo>
                  <a:pt x="0" y="474767"/>
                </a:lnTo>
                <a:lnTo>
                  <a:pt x="75962" y="474767"/>
                </a:lnTo>
                <a:lnTo>
                  <a:pt x="75962" y="446281"/>
                </a:lnTo>
                <a:lnTo>
                  <a:pt x="28486" y="446281"/>
                </a:lnTo>
                <a:lnTo>
                  <a:pt x="75962" y="446281"/>
                </a:lnTo>
                <a:lnTo>
                  <a:pt x="75962" y="417795"/>
                </a:lnTo>
                <a:lnTo>
                  <a:pt x="28486" y="417795"/>
                </a:lnTo>
                <a:lnTo>
                  <a:pt x="75962" y="417795"/>
                </a:lnTo>
                <a:lnTo>
                  <a:pt x="75962" y="398804"/>
                </a:lnTo>
                <a:lnTo>
                  <a:pt x="28486" y="398804"/>
                </a:lnTo>
                <a:lnTo>
                  <a:pt x="75962" y="398804"/>
                </a:lnTo>
                <a:lnTo>
                  <a:pt x="75962" y="370318"/>
                </a:lnTo>
                <a:lnTo>
                  <a:pt x="28486" y="370318"/>
                </a:lnTo>
                <a:lnTo>
                  <a:pt x="75962" y="370318"/>
                </a:lnTo>
                <a:lnTo>
                  <a:pt x="75962" y="341832"/>
                </a:lnTo>
                <a:lnTo>
                  <a:pt x="0" y="341832"/>
                </a:lnTo>
                <a:lnTo>
                  <a:pt x="75962" y="341832"/>
                </a:lnTo>
                <a:lnTo>
                  <a:pt x="75962" y="313346"/>
                </a:lnTo>
                <a:lnTo>
                  <a:pt x="28486" y="313346"/>
                </a:lnTo>
                <a:lnTo>
                  <a:pt x="75962" y="313346"/>
                </a:lnTo>
                <a:lnTo>
                  <a:pt x="75962" y="284860"/>
                </a:lnTo>
                <a:lnTo>
                  <a:pt x="28486" y="284860"/>
                </a:lnTo>
                <a:lnTo>
                  <a:pt x="75962" y="284860"/>
                </a:lnTo>
                <a:lnTo>
                  <a:pt x="75962" y="256374"/>
                </a:lnTo>
                <a:lnTo>
                  <a:pt x="28486" y="256374"/>
                </a:lnTo>
                <a:lnTo>
                  <a:pt x="75962" y="256374"/>
                </a:lnTo>
                <a:lnTo>
                  <a:pt x="75962" y="227888"/>
                </a:lnTo>
                <a:lnTo>
                  <a:pt x="28486" y="227888"/>
                </a:lnTo>
                <a:lnTo>
                  <a:pt x="75962" y="227888"/>
                </a:lnTo>
                <a:lnTo>
                  <a:pt x="75962" y="208898"/>
                </a:lnTo>
                <a:lnTo>
                  <a:pt x="0" y="208898"/>
                </a:lnTo>
                <a:lnTo>
                  <a:pt x="75962" y="208898"/>
                </a:lnTo>
                <a:lnTo>
                  <a:pt x="75962" y="180412"/>
                </a:lnTo>
                <a:lnTo>
                  <a:pt x="28486" y="180412"/>
                </a:lnTo>
                <a:lnTo>
                  <a:pt x="75962" y="180412"/>
                </a:lnTo>
                <a:lnTo>
                  <a:pt x="75962" y="151926"/>
                </a:lnTo>
                <a:lnTo>
                  <a:pt x="28486" y="151926"/>
                </a:lnTo>
                <a:lnTo>
                  <a:pt x="75962" y="151926"/>
                </a:lnTo>
                <a:lnTo>
                  <a:pt x="75962" y="123440"/>
                </a:lnTo>
                <a:lnTo>
                  <a:pt x="28486" y="123440"/>
                </a:lnTo>
                <a:lnTo>
                  <a:pt x="75962" y="123440"/>
                </a:lnTo>
                <a:lnTo>
                  <a:pt x="75962" y="94954"/>
                </a:lnTo>
                <a:lnTo>
                  <a:pt x="28486" y="94954"/>
                </a:lnTo>
                <a:lnTo>
                  <a:pt x="75962" y="94954"/>
                </a:lnTo>
                <a:lnTo>
                  <a:pt x="75962" y="66468"/>
                </a:lnTo>
                <a:lnTo>
                  <a:pt x="0" y="66468"/>
                </a:lnTo>
                <a:lnTo>
                  <a:pt x="75962" y="66468"/>
                </a:lnTo>
                <a:lnTo>
                  <a:pt x="75962" y="47477"/>
                </a:lnTo>
                <a:lnTo>
                  <a:pt x="28486" y="47477"/>
                </a:lnTo>
                <a:lnTo>
                  <a:pt x="75962" y="47477"/>
                </a:lnTo>
                <a:lnTo>
                  <a:pt x="75962" y="18991"/>
                </a:lnTo>
                <a:lnTo>
                  <a:pt x="28486" y="18991"/>
                </a:lnTo>
                <a:lnTo>
                  <a:pt x="75962" y="18991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32947C2-9E98-9DF4-4E10-A163BB74AB6E}"/>
              </a:ext>
            </a:extLst>
          </p:cNvPr>
          <p:cNvSpPr txBox="1"/>
          <p:nvPr/>
        </p:nvSpPr>
        <p:spPr>
          <a:xfrm>
            <a:off x="891253" y="4418265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Counts/1E3</a:t>
            </a:r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9C3A5E2A-4417-C095-7108-DB46D05B766B}"/>
              </a:ext>
            </a:extLst>
          </p:cNvPr>
          <p:cNvSpPr/>
          <p:nvPr/>
        </p:nvSpPr>
        <p:spPr bwMode="auto">
          <a:xfrm>
            <a:off x="11251963" y="4396336"/>
            <a:ext cx="1" cy="759628"/>
          </a:xfrm>
          <a:custGeom>
            <a:avLst/>
            <a:gdLst/>
            <a:ahLst/>
            <a:cxnLst/>
            <a:rect l="0" t="0" r="0" b="0"/>
            <a:pathLst>
              <a:path w="1" h="759628">
                <a:moveTo>
                  <a:pt x="0" y="0"/>
                </a:moveTo>
                <a:lnTo>
                  <a:pt x="0" y="759627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BF411C90-8525-1123-7A8F-10546D4A2ED5}"/>
              </a:ext>
            </a:extLst>
          </p:cNvPr>
          <p:cNvSpPr/>
          <p:nvPr/>
        </p:nvSpPr>
        <p:spPr bwMode="auto">
          <a:xfrm>
            <a:off x="1547738" y="4510281"/>
            <a:ext cx="9694730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617196"/>
                </a:moveTo>
                <a:lnTo>
                  <a:pt x="9496" y="617196"/>
                </a:lnTo>
                <a:lnTo>
                  <a:pt x="18991" y="617196"/>
                </a:lnTo>
                <a:lnTo>
                  <a:pt x="28486" y="617196"/>
                </a:lnTo>
                <a:lnTo>
                  <a:pt x="37982" y="617196"/>
                </a:lnTo>
                <a:lnTo>
                  <a:pt x="47477" y="617196"/>
                </a:lnTo>
                <a:lnTo>
                  <a:pt x="56972" y="617196"/>
                </a:lnTo>
                <a:lnTo>
                  <a:pt x="66468" y="617196"/>
                </a:lnTo>
                <a:lnTo>
                  <a:pt x="75963" y="617196"/>
                </a:lnTo>
                <a:lnTo>
                  <a:pt x="85458" y="617196"/>
                </a:lnTo>
                <a:lnTo>
                  <a:pt x="94954" y="617196"/>
                </a:lnTo>
                <a:lnTo>
                  <a:pt x="104449" y="617196"/>
                </a:lnTo>
                <a:lnTo>
                  <a:pt x="113944" y="617196"/>
                </a:lnTo>
                <a:lnTo>
                  <a:pt x="123440" y="617196"/>
                </a:lnTo>
                <a:lnTo>
                  <a:pt x="132935" y="617196"/>
                </a:lnTo>
                <a:lnTo>
                  <a:pt x="142430" y="617196"/>
                </a:lnTo>
                <a:lnTo>
                  <a:pt x="151926" y="617196"/>
                </a:lnTo>
                <a:lnTo>
                  <a:pt x="161421" y="617196"/>
                </a:lnTo>
                <a:lnTo>
                  <a:pt x="170916" y="617196"/>
                </a:lnTo>
                <a:lnTo>
                  <a:pt x="180412" y="617196"/>
                </a:lnTo>
                <a:lnTo>
                  <a:pt x="189907" y="607700"/>
                </a:lnTo>
                <a:lnTo>
                  <a:pt x="199402" y="607700"/>
                </a:lnTo>
                <a:lnTo>
                  <a:pt x="208898" y="617196"/>
                </a:lnTo>
                <a:lnTo>
                  <a:pt x="218393" y="617196"/>
                </a:lnTo>
                <a:lnTo>
                  <a:pt x="227888" y="617196"/>
                </a:lnTo>
                <a:lnTo>
                  <a:pt x="237383" y="607700"/>
                </a:lnTo>
                <a:lnTo>
                  <a:pt x="246879" y="607700"/>
                </a:lnTo>
                <a:lnTo>
                  <a:pt x="256374" y="617196"/>
                </a:lnTo>
                <a:lnTo>
                  <a:pt x="265870" y="617196"/>
                </a:lnTo>
                <a:lnTo>
                  <a:pt x="275365" y="617196"/>
                </a:lnTo>
                <a:lnTo>
                  <a:pt x="284860" y="617196"/>
                </a:lnTo>
                <a:lnTo>
                  <a:pt x="294355" y="617196"/>
                </a:lnTo>
                <a:lnTo>
                  <a:pt x="303851" y="617196"/>
                </a:lnTo>
                <a:lnTo>
                  <a:pt x="313346" y="617196"/>
                </a:lnTo>
                <a:lnTo>
                  <a:pt x="322841" y="617196"/>
                </a:lnTo>
                <a:lnTo>
                  <a:pt x="332337" y="617196"/>
                </a:lnTo>
                <a:lnTo>
                  <a:pt x="341832" y="617196"/>
                </a:lnTo>
                <a:lnTo>
                  <a:pt x="351327" y="626691"/>
                </a:lnTo>
                <a:lnTo>
                  <a:pt x="360823" y="626691"/>
                </a:lnTo>
                <a:lnTo>
                  <a:pt x="370318" y="626691"/>
                </a:lnTo>
                <a:lnTo>
                  <a:pt x="379813" y="617196"/>
                </a:lnTo>
                <a:lnTo>
                  <a:pt x="389309" y="626691"/>
                </a:lnTo>
                <a:lnTo>
                  <a:pt x="398804" y="626691"/>
                </a:lnTo>
                <a:lnTo>
                  <a:pt x="408299" y="626691"/>
                </a:lnTo>
                <a:lnTo>
                  <a:pt x="417795" y="626691"/>
                </a:lnTo>
                <a:lnTo>
                  <a:pt x="427290" y="626691"/>
                </a:lnTo>
                <a:lnTo>
                  <a:pt x="436785" y="626691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26691"/>
                </a:lnTo>
                <a:lnTo>
                  <a:pt x="522243" y="626691"/>
                </a:lnTo>
                <a:lnTo>
                  <a:pt x="531739" y="626691"/>
                </a:lnTo>
                <a:lnTo>
                  <a:pt x="541234" y="626691"/>
                </a:lnTo>
                <a:lnTo>
                  <a:pt x="550729" y="626691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626691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626691"/>
                </a:lnTo>
                <a:lnTo>
                  <a:pt x="636187" y="626691"/>
                </a:lnTo>
                <a:lnTo>
                  <a:pt x="645683" y="626691"/>
                </a:lnTo>
                <a:lnTo>
                  <a:pt x="655178" y="626691"/>
                </a:lnTo>
                <a:lnTo>
                  <a:pt x="664673" y="626691"/>
                </a:lnTo>
                <a:lnTo>
                  <a:pt x="674169" y="626691"/>
                </a:lnTo>
                <a:lnTo>
                  <a:pt x="683664" y="626691"/>
                </a:lnTo>
                <a:lnTo>
                  <a:pt x="693159" y="626691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26691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26691"/>
                </a:lnTo>
                <a:lnTo>
                  <a:pt x="769122" y="626691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626691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626691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626691"/>
                </a:lnTo>
                <a:lnTo>
                  <a:pt x="1262879" y="626691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2669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26691"/>
                </a:lnTo>
                <a:lnTo>
                  <a:pt x="1357832" y="626691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26691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26691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26691"/>
                </a:lnTo>
                <a:lnTo>
                  <a:pt x="1547739" y="626691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26691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626691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2669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2669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2669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2669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626691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26691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626691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26691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626691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2669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626691"/>
                </a:lnTo>
                <a:lnTo>
                  <a:pt x="2231402" y="626691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626691"/>
                </a:lnTo>
                <a:lnTo>
                  <a:pt x="2326355" y="626691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26691"/>
                </a:lnTo>
                <a:lnTo>
                  <a:pt x="2421309" y="626691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626691"/>
                </a:lnTo>
                <a:lnTo>
                  <a:pt x="2525758" y="626691"/>
                </a:lnTo>
                <a:lnTo>
                  <a:pt x="2535253" y="626691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26691"/>
                </a:lnTo>
                <a:lnTo>
                  <a:pt x="2620711" y="626691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2669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626691"/>
                </a:lnTo>
                <a:lnTo>
                  <a:pt x="2715664" y="626691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26691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26691"/>
                </a:lnTo>
                <a:lnTo>
                  <a:pt x="2810617" y="626691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26691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26691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26691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2669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626691"/>
                </a:lnTo>
                <a:lnTo>
                  <a:pt x="3104972" y="62669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26691"/>
                </a:lnTo>
                <a:lnTo>
                  <a:pt x="3199926" y="626691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26691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2669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626691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26691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26691"/>
                </a:lnTo>
                <a:lnTo>
                  <a:pt x="3494281" y="626691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26691"/>
                </a:lnTo>
                <a:lnTo>
                  <a:pt x="3589234" y="62669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26691"/>
                </a:lnTo>
                <a:lnTo>
                  <a:pt x="3684187" y="626691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626691"/>
                </a:lnTo>
                <a:lnTo>
                  <a:pt x="3779141" y="626691"/>
                </a:lnTo>
                <a:lnTo>
                  <a:pt x="3788636" y="626691"/>
                </a:lnTo>
                <a:lnTo>
                  <a:pt x="3798131" y="626691"/>
                </a:lnTo>
                <a:lnTo>
                  <a:pt x="3807627" y="626691"/>
                </a:lnTo>
                <a:lnTo>
                  <a:pt x="3817122" y="626691"/>
                </a:lnTo>
                <a:lnTo>
                  <a:pt x="3826617" y="626691"/>
                </a:lnTo>
                <a:lnTo>
                  <a:pt x="3836112" y="626691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626691"/>
                </a:lnTo>
                <a:lnTo>
                  <a:pt x="3883589" y="626691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26691"/>
                </a:lnTo>
                <a:lnTo>
                  <a:pt x="3931066" y="626691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626691"/>
                </a:lnTo>
                <a:lnTo>
                  <a:pt x="3978543" y="626691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626691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626691"/>
                </a:lnTo>
                <a:lnTo>
                  <a:pt x="4073496" y="626691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626691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626691"/>
                </a:lnTo>
                <a:lnTo>
                  <a:pt x="4168449" y="626691"/>
                </a:lnTo>
                <a:lnTo>
                  <a:pt x="4177944" y="626691"/>
                </a:lnTo>
                <a:lnTo>
                  <a:pt x="4187440" y="626691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626691"/>
                </a:lnTo>
                <a:lnTo>
                  <a:pt x="4225421" y="626691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626691"/>
                </a:lnTo>
                <a:lnTo>
                  <a:pt x="4272898" y="626691"/>
                </a:lnTo>
                <a:lnTo>
                  <a:pt x="4282393" y="626691"/>
                </a:lnTo>
                <a:lnTo>
                  <a:pt x="4291888" y="626691"/>
                </a:lnTo>
                <a:lnTo>
                  <a:pt x="4301384" y="626691"/>
                </a:lnTo>
                <a:lnTo>
                  <a:pt x="4310879" y="626691"/>
                </a:lnTo>
                <a:lnTo>
                  <a:pt x="4320374" y="626691"/>
                </a:lnTo>
                <a:lnTo>
                  <a:pt x="4329870" y="626691"/>
                </a:lnTo>
                <a:lnTo>
                  <a:pt x="4339365" y="626691"/>
                </a:lnTo>
                <a:lnTo>
                  <a:pt x="4348860" y="626691"/>
                </a:lnTo>
                <a:lnTo>
                  <a:pt x="4358356" y="626691"/>
                </a:lnTo>
                <a:lnTo>
                  <a:pt x="4367851" y="626691"/>
                </a:lnTo>
                <a:lnTo>
                  <a:pt x="4377346" y="617196"/>
                </a:lnTo>
                <a:lnTo>
                  <a:pt x="4386842" y="617196"/>
                </a:lnTo>
                <a:lnTo>
                  <a:pt x="4396337" y="617196"/>
                </a:lnTo>
                <a:lnTo>
                  <a:pt x="4405832" y="617196"/>
                </a:lnTo>
                <a:lnTo>
                  <a:pt x="4415327" y="617196"/>
                </a:lnTo>
                <a:lnTo>
                  <a:pt x="4424823" y="607700"/>
                </a:lnTo>
                <a:lnTo>
                  <a:pt x="4434318" y="607700"/>
                </a:lnTo>
                <a:lnTo>
                  <a:pt x="4443813" y="607700"/>
                </a:lnTo>
                <a:lnTo>
                  <a:pt x="4453309" y="598205"/>
                </a:lnTo>
                <a:lnTo>
                  <a:pt x="4462804" y="588710"/>
                </a:lnTo>
                <a:lnTo>
                  <a:pt x="4472300" y="588710"/>
                </a:lnTo>
                <a:lnTo>
                  <a:pt x="4481795" y="579214"/>
                </a:lnTo>
                <a:lnTo>
                  <a:pt x="4491290" y="569719"/>
                </a:lnTo>
                <a:lnTo>
                  <a:pt x="4500785" y="560224"/>
                </a:lnTo>
                <a:lnTo>
                  <a:pt x="4510281" y="560224"/>
                </a:lnTo>
                <a:lnTo>
                  <a:pt x="4519776" y="550728"/>
                </a:lnTo>
                <a:lnTo>
                  <a:pt x="4529271" y="550728"/>
                </a:lnTo>
                <a:lnTo>
                  <a:pt x="4538767" y="560224"/>
                </a:lnTo>
                <a:lnTo>
                  <a:pt x="4548262" y="560224"/>
                </a:lnTo>
                <a:lnTo>
                  <a:pt x="4557758" y="560224"/>
                </a:lnTo>
                <a:lnTo>
                  <a:pt x="4567253" y="579214"/>
                </a:lnTo>
                <a:lnTo>
                  <a:pt x="4576748" y="588710"/>
                </a:lnTo>
                <a:lnTo>
                  <a:pt x="4586243" y="588710"/>
                </a:lnTo>
                <a:lnTo>
                  <a:pt x="4595739" y="588710"/>
                </a:lnTo>
                <a:lnTo>
                  <a:pt x="4605234" y="588710"/>
                </a:lnTo>
                <a:lnTo>
                  <a:pt x="4614729" y="588710"/>
                </a:lnTo>
                <a:lnTo>
                  <a:pt x="4624225" y="579214"/>
                </a:lnTo>
                <a:lnTo>
                  <a:pt x="4633720" y="579214"/>
                </a:lnTo>
                <a:lnTo>
                  <a:pt x="4643216" y="579214"/>
                </a:lnTo>
                <a:lnTo>
                  <a:pt x="4652711" y="569719"/>
                </a:lnTo>
                <a:lnTo>
                  <a:pt x="4662206" y="560224"/>
                </a:lnTo>
                <a:lnTo>
                  <a:pt x="4671701" y="550728"/>
                </a:lnTo>
                <a:lnTo>
                  <a:pt x="4681197" y="541233"/>
                </a:lnTo>
                <a:lnTo>
                  <a:pt x="4690692" y="531738"/>
                </a:lnTo>
                <a:lnTo>
                  <a:pt x="4700187" y="512747"/>
                </a:lnTo>
                <a:lnTo>
                  <a:pt x="4709683" y="493757"/>
                </a:lnTo>
                <a:lnTo>
                  <a:pt x="4719178" y="484261"/>
                </a:lnTo>
                <a:lnTo>
                  <a:pt x="4728673" y="465270"/>
                </a:lnTo>
                <a:lnTo>
                  <a:pt x="4738169" y="465270"/>
                </a:lnTo>
                <a:lnTo>
                  <a:pt x="4747664" y="474766"/>
                </a:lnTo>
                <a:lnTo>
                  <a:pt x="4757159" y="493757"/>
                </a:lnTo>
                <a:lnTo>
                  <a:pt x="4766654" y="512747"/>
                </a:lnTo>
                <a:lnTo>
                  <a:pt x="4776150" y="522242"/>
                </a:lnTo>
                <a:lnTo>
                  <a:pt x="4785645" y="541233"/>
                </a:lnTo>
                <a:lnTo>
                  <a:pt x="4795141" y="560224"/>
                </a:lnTo>
                <a:lnTo>
                  <a:pt x="4804636" y="569719"/>
                </a:lnTo>
                <a:lnTo>
                  <a:pt x="4814131" y="579214"/>
                </a:lnTo>
                <a:lnTo>
                  <a:pt x="4823627" y="588710"/>
                </a:lnTo>
                <a:lnTo>
                  <a:pt x="4833122" y="598205"/>
                </a:lnTo>
                <a:lnTo>
                  <a:pt x="4842617" y="598205"/>
                </a:lnTo>
                <a:lnTo>
                  <a:pt x="4852112" y="598205"/>
                </a:lnTo>
                <a:lnTo>
                  <a:pt x="4861608" y="607700"/>
                </a:lnTo>
                <a:lnTo>
                  <a:pt x="4871103" y="607700"/>
                </a:lnTo>
                <a:lnTo>
                  <a:pt x="4880599" y="607700"/>
                </a:lnTo>
                <a:lnTo>
                  <a:pt x="4890094" y="607700"/>
                </a:lnTo>
                <a:lnTo>
                  <a:pt x="4899589" y="607700"/>
                </a:lnTo>
                <a:lnTo>
                  <a:pt x="4909085" y="607700"/>
                </a:lnTo>
                <a:lnTo>
                  <a:pt x="4918580" y="607700"/>
                </a:lnTo>
                <a:lnTo>
                  <a:pt x="4928075" y="607700"/>
                </a:lnTo>
                <a:lnTo>
                  <a:pt x="4937570" y="607700"/>
                </a:lnTo>
                <a:lnTo>
                  <a:pt x="4947066" y="598205"/>
                </a:lnTo>
                <a:lnTo>
                  <a:pt x="4956561" y="579214"/>
                </a:lnTo>
                <a:lnTo>
                  <a:pt x="4966057" y="560224"/>
                </a:lnTo>
                <a:lnTo>
                  <a:pt x="4975552" y="550728"/>
                </a:lnTo>
                <a:lnTo>
                  <a:pt x="4985047" y="512747"/>
                </a:lnTo>
                <a:lnTo>
                  <a:pt x="4994543" y="474766"/>
                </a:lnTo>
                <a:lnTo>
                  <a:pt x="5004038" y="417794"/>
                </a:lnTo>
                <a:lnTo>
                  <a:pt x="5013533" y="379812"/>
                </a:lnTo>
                <a:lnTo>
                  <a:pt x="5023028" y="332336"/>
                </a:lnTo>
                <a:lnTo>
                  <a:pt x="5032524" y="284859"/>
                </a:lnTo>
                <a:lnTo>
                  <a:pt x="5042019" y="227887"/>
                </a:lnTo>
                <a:lnTo>
                  <a:pt x="5051514" y="180411"/>
                </a:lnTo>
                <a:lnTo>
                  <a:pt x="5061010" y="132934"/>
                </a:lnTo>
                <a:lnTo>
                  <a:pt x="5070505" y="94953"/>
                </a:lnTo>
                <a:lnTo>
                  <a:pt x="5080000" y="47476"/>
                </a:lnTo>
                <a:lnTo>
                  <a:pt x="5089496" y="28485"/>
                </a:lnTo>
                <a:lnTo>
                  <a:pt x="5098991" y="0"/>
                </a:lnTo>
                <a:lnTo>
                  <a:pt x="5108487" y="9495"/>
                </a:lnTo>
                <a:lnTo>
                  <a:pt x="5117981" y="28485"/>
                </a:lnTo>
                <a:lnTo>
                  <a:pt x="5127477" y="47476"/>
                </a:lnTo>
                <a:lnTo>
                  <a:pt x="5136973" y="94953"/>
                </a:lnTo>
                <a:lnTo>
                  <a:pt x="5146468" y="142429"/>
                </a:lnTo>
                <a:lnTo>
                  <a:pt x="5155963" y="199401"/>
                </a:lnTo>
                <a:lnTo>
                  <a:pt x="5165458" y="218392"/>
                </a:lnTo>
                <a:lnTo>
                  <a:pt x="5174954" y="275364"/>
                </a:lnTo>
                <a:lnTo>
                  <a:pt x="5184449" y="303850"/>
                </a:lnTo>
                <a:lnTo>
                  <a:pt x="5193944" y="332336"/>
                </a:lnTo>
                <a:lnTo>
                  <a:pt x="5203440" y="370317"/>
                </a:lnTo>
                <a:lnTo>
                  <a:pt x="5212935" y="398803"/>
                </a:lnTo>
                <a:lnTo>
                  <a:pt x="5222430" y="427289"/>
                </a:lnTo>
                <a:lnTo>
                  <a:pt x="5231926" y="436784"/>
                </a:lnTo>
                <a:lnTo>
                  <a:pt x="5241421" y="465270"/>
                </a:lnTo>
                <a:lnTo>
                  <a:pt x="5250916" y="474766"/>
                </a:lnTo>
                <a:lnTo>
                  <a:pt x="5260412" y="484261"/>
                </a:lnTo>
                <a:lnTo>
                  <a:pt x="5269907" y="512747"/>
                </a:lnTo>
                <a:lnTo>
                  <a:pt x="5279403" y="522242"/>
                </a:lnTo>
                <a:lnTo>
                  <a:pt x="5288897" y="531738"/>
                </a:lnTo>
                <a:lnTo>
                  <a:pt x="5298393" y="541233"/>
                </a:lnTo>
                <a:lnTo>
                  <a:pt x="5307889" y="550728"/>
                </a:lnTo>
                <a:lnTo>
                  <a:pt x="5317383" y="560224"/>
                </a:lnTo>
                <a:lnTo>
                  <a:pt x="5326879" y="560224"/>
                </a:lnTo>
                <a:lnTo>
                  <a:pt x="5336374" y="569719"/>
                </a:lnTo>
                <a:lnTo>
                  <a:pt x="5345870" y="569719"/>
                </a:lnTo>
                <a:lnTo>
                  <a:pt x="5355365" y="579214"/>
                </a:lnTo>
                <a:lnTo>
                  <a:pt x="5364860" y="579214"/>
                </a:lnTo>
                <a:lnTo>
                  <a:pt x="5374356" y="579214"/>
                </a:lnTo>
                <a:lnTo>
                  <a:pt x="5383851" y="588710"/>
                </a:lnTo>
                <a:lnTo>
                  <a:pt x="5393346" y="588710"/>
                </a:lnTo>
                <a:lnTo>
                  <a:pt x="5402842" y="588710"/>
                </a:lnTo>
                <a:lnTo>
                  <a:pt x="5412337" y="588710"/>
                </a:lnTo>
                <a:lnTo>
                  <a:pt x="5421832" y="598205"/>
                </a:lnTo>
                <a:lnTo>
                  <a:pt x="5431327" y="598205"/>
                </a:lnTo>
                <a:lnTo>
                  <a:pt x="5440823" y="598205"/>
                </a:lnTo>
                <a:lnTo>
                  <a:pt x="5450319" y="598205"/>
                </a:lnTo>
                <a:lnTo>
                  <a:pt x="5459813" y="598205"/>
                </a:lnTo>
                <a:lnTo>
                  <a:pt x="5469309" y="598205"/>
                </a:lnTo>
                <a:lnTo>
                  <a:pt x="5478804" y="607700"/>
                </a:lnTo>
                <a:lnTo>
                  <a:pt x="5488299" y="607700"/>
                </a:lnTo>
                <a:lnTo>
                  <a:pt x="5497795" y="607700"/>
                </a:lnTo>
                <a:lnTo>
                  <a:pt x="5507290" y="607700"/>
                </a:lnTo>
                <a:lnTo>
                  <a:pt x="5516786" y="607700"/>
                </a:lnTo>
                <a:lnTo>
                  <a:pt x="5526281" y="607700"/>
                </a:lnTo>
                <a:lnTo>
                  <a:pt x="5535776" y="607700"/>
                </a:lnTo>
                <a:lnTo>
                  <a:pt x="5545272" y="607700"/>
                </a:lnTo>
                <a:lnTo>
                  <a:pt x="5554766" y="607700"/>
                </a:lnTo>
                <a:lnTo>
                  <a:pt x="5564262" y="607700"/>
                </a:lnTo>
                <a:lnTo>
                  <a:pt x="5573758" y="607700"/>
                </a:lnTo>
                <a:lnTo>
                  <a:pt x="5583253" y="607700"/>
                </a:lnTo>
                <a:lnTo>
                  <a:pt x="5592748" y="607700"/>
                </a:lnTo>
                <a:lnTo>
                  <a:pt x="5602243" y="607700"/>
                </a:lnTo>
                <a:lnTo>
                  <a:pt x="5611739" y="607700"/>
                </a:lnTo>
                <a:lnTo>
                  <a:pt x="5621234" y="607700"/>
                </a:lnTo>
                <a:lnTo>
                  <a:pt x="5630729" y="607700"/>
                </a:lnTo>
                <a:lnTo>
                  <a:pt x="5640225" y="607700"/>
                </a:lnTo>
                <a:lnTo>
                  <a:pt x="5649720" y="607700"/>
                </a:lnTo>
                <a:lnTo>
                  <a:pt x="5659215" y="607700"/>
                </a:lnTo>
                <a:lnTo>
                  <a:pt x="5668711" y="607700"/>
                </a:lnTo>
                <a:lnTo>
                  <a:pt x="5678206" y="607700"/>
                </a:lnTo>
                <a:lnTo>
                  <a:pt x="5687702" y="607700"/>
                </a:lnTo>
                <a:lnTo>
                  <a:pt x="5697197" y="607700"/>
                </a:lnTo>
                <a:lnTo>
                  <a:pt x="5706692" y="617196"/>
                </a:lnTo>
                <a:lnTo>
                  <a:pt x="5716188" y="607700"/>
                </a:lnTo>
                <a:lnTo>
                  <a:pt x="5725682" y="607700"/>
                </a:lnTo>
                <a:lnTo>
                  <a:pt x="5735178" y="607700"/>
                </a:lnTo>
                <a:lnTo>
                  <a:pt x="5744673" y="607700"/>
                </a:lnTo>
                <a:lnTo>
                  <a:pt x="5754169" y="617196"/>
                </a:lnTo>
                <a:lnTo>
                  <a:pt x="5763664" y="607700"/>
                </a:lnTo>
                <a:lnTo>
                  <a:pt x="5773159" y="607700"/>
                </a:lnTo>
                <a:lnTo>
                  <a:pt x="5782655" y="617196"/>
                </a:lnTo>
                <a:lnTo>
                  <a:pt x="5792150" y="607700"/>
                </a:lnTo>
                <a:lnTo>
                  <a:pt x="5801645" y="617196"/>
                </a:lnTo>
                <a:lnTo>
                  <a:pt x="5811141" y="607700"/>
                </a:lnTo>
                <a:lnTo>
                  <a:pt x="5820636" y="607700"/>
                </a:lnTo>
                <a:lnTo>
                  <a:pt x="5830131" y="607700"/>
                </a:lnTo>
                <a:lnTo>
                  <a:pt x="5839627" y="617196"/>
                </a:lnTo>
                <a:lnTo>
                  <a:pt x="5849122" y="607700"/>
                </a:lnTo>
                <a:lnTo>
                  <a:pt x="5858618" y="617196"/>
                </a:lnTo>
                <a:lnTo>
                  <a:pt x="5868112" y="617196"/>
                </a:lnTo>
                <a:lnTo>
                  <a:pt x="5877608" y="607700"/>
                </a:lnTo>
                <a:lnTo>
                  <a:pt x="5887104" y="617196"/>
                </a:lnTo>
                <a:lnTo>
                  <a:pt x="5896598" y="617196"/>
                </a:lnTo>
                <a:lnTo>
                  <a:pt x="5906094" y="617196"/>
                </a:lnTo>
                <a:lnTo>
                  <a:pt x="5915589" y="617196"/>
                </a:lnTo>
                <a:lnTo>
                  <a:pt x="5925085" y="617196"/>
                </a:lnTo>
                <a:lnTo>
                  <a:pt x="5934580" y="617196"/>
                </a:lnTo>
                <a:lnTo>
                  <a:pt x="5944075" y="617196"/>
                </a:lnTo>
                <a:lnTo>
                  <a:pt x="5953571" y="617196"/>
                </a:lnTo>
                <a:lnTo>
                  <a:pt x="5963066" y="617196"/>
                </a:lnTo>
                <a:lnTo>
                  <a:pt x="5972561" y="617196"/>
                </a:lnTo>
                <a:lnTo>
                  <a:pt x="5982057" y="617196"/>
                </a:lnTo>
                <a:lnTo>
                  <a:pt x="5991552" y="617196"/>
                </a:lnTo>
                <a:lnTo>
                  <a:pt x="6001047" y="617196"/>
                </a:lnTo>
                <a:lnTo>
                  <a:pt x="6010543" y="617196"/>
                </a:lnTo>
                <a:lnTo>
                  <a:pt x="6020038" y="617196"/>
                </a:lnTo>
                <a:lnTo>
                  <a:pt x="6029533" y="617196"/>
                </a:lnTo>
                <a:lnTo>
                  <a:pt x="6039028" y="617196"/>
                </a:lnTo>
                <a:lnTo>
                  <a:pt x="6048524" y="617196"/>
                </a:lnTo>
                <a:lnTo>
                  <a:pt x="6058019" y="617196"/>
                </a:lnTo>
                <a:lnTo>
                  <a:pt x="6067514" y="617196"/>
                </a:lnTo>
                <a:lnTo>
                  <a:pt x="6077010" y="617196"/>
                </a:lnTo>
                <a:lnTo>
                  <a:pt x="6086505" y="617196"/>
                </a:lnTo>
                <a:lnTo>
                  <a:pt x="6096001" y="617196"/>
                </a:lnTo>
                <a:lnTo>
                  <a:pt x="6105496" y="617196"/>
                </a:lnTo>
                <a:lnTo>
                  <a:pt x="6114991" y="617196"/>
                </a:lnTo>
                <a:lnTo>
                  <a:pt x="6124487" y="617196"/>
                </a:lnTo>
                <a:lnTo>
                  <a:pt x="6133981" y="617196"/>
                </a:lnTo>
                <a:lnTo>
                  <a:pt x="6143477" y="617196"/>
                </a:lnTo>
                <a:lnTo>
                  <a:pt x="6152973" y="617196"/>
                </a:lnTo>
                <a:lnTo>
                  <a:pt x="6162468" y="617196"/>
                </a:lnTo>
                <a:lnTo>
                  <a:pt x="6171963" y="617196"/>
                </a:lnTo>
                <a:lnTo>
                  <a:pt x="6181458" y="617196"/>
                </a:lnTo>
                <a:lnTo>
                  <a:pt x="6190954" y="617196"/>
                </a:lnTo>
                <a:lnTo>
                  <a:pt x="6200449" y="617196"/>
                </a:lnTo>
                <a:lnTo>
                  <a:pt x="6209944" y="617196"/>
                </a:lnTo>
                <a:lnTo>
                  <a:pt x="6219440" y="617196"/>
                </a:lnTo>
                <a:lnTo>
                  <a:pt x="6228935" y="617196"/>
                </a:lnTo>
                <a:lnTo>
                  <a:pt x="6238430" y="617196"/>
                </a:lnTo>
                <a:lnTo>
                  <a:pt x="6247926" y="617196"/>
                </a:lnTo>
                <a:lnTo>
                  <a:pt x="6257421" y="617196"/>
                </a:lnTo>
                <a:lnTo>
                  <a:pt x="6266916" y="617196"/>
                </a:lnTo>
                <a:lnTo>
                  <a:pt x="6276412" y="617196"/>
                </a:lnTo>
                <a:lnTo>
                  <a:pt x="6285907" y="617196"/>
                </a:lnTo>
                <a:lnTo>
                  <a:pt x="6295403" y="617196"/>
                </a:lnTo>
                <a:lnTo>
                  <a:pt x="6304897" y="617196"/>
                </a:lnTo>
                <a:lnTo>
                  <a:pt x="6314393" y="617196"/>
                </a:lnTo>
                <a:lnTo>
                  <a:pt x="6323889" y="617196"/>
                </a:lnTo>
                <a:lnTo>
                  <a:pt x="6333384" y="617196"/>
                </a:lnTo>
                <a:lnTo>
                  <a:pt x="6342879" y="617196"/>
                </a:lnTo>
                <a:lnTo>
                  <a:pt x="6352374" y="617196"/>
                </a:lnTo>
                <a:lnTo>
                  <a:pt x="6361870" y="617196"/>
                </a:lnTo>
                <a:lnTo>
                  <a:pt x="6371365" y="617196"/>
                </a:lnTo>
                <a:lnTo>
                  <a:pt x="6380860" y="617196"/>
                </a:lnTo>
                <a:lnTo>
                  <a:pt x="6390356" y="617196"/>
                </a:lnTo>
                <a:lnTo>
                  <a:pt x="6399851" y="617196"/>
                </a:lnTo>
                <a:lnTo>
                  <a:pt x="6409346" y="617196"/>
                </a:lnTo>
                <a:lnTo>
                  <a:pt x="6418842" y="617196"/>
                </a:lnTo>
                <a:lnTo>
                  <a:pt x="6428337" y="617196"/>
                </a:lnTo>
                <a:lnTo>
                  <a:pt x="6437832" y="617196"/>
                </a:lnTo>
                <a:lnTo>
                  <a:pt x="6447327" y="617196"/>
                </a:lnTo>
                <a:lnTo>
                  <a:pt x="6456823" y="617196"/>
                </a:lnTo>
                <a:lnTo>
                  <a:pt x="6466319" y="617196"/>
                </a:lnTo>
                <a:lnTo>
                  <a:pt x="6475813" y="617196"/>
                </a:lnTo>
                <a:lnTo>
                  <a:pt x="6485309" y="617196"/>
                </a:lnTo>
                <a:lnTo>
                  <a:pt x="6494804" y="617196"/>
                </a:lnTo>
                <a:lnTo>
                  <a:pt x="6504299" y="617196"/>
                </a:lnTo>
                <a:lnTo>
                  <a:pt x="6513795" y="617196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17196"/>
                </a:lnTo>
                <a:lnTo>
                  <a:pt x="6551776" y="617196"/>
                </a:lnTo>
                <a:lnTo>
                  <a:pt x="6561272" y="617196"/>
                </a:lnTo>
                <a:lnTo>
                  <a:pt x="6570767" y="617196"/>
                </a:lnTo>
                <a:lnTo>
                  <a:pt x="6580262" y="617196"/>
                </a:lnTo>
                <a:lnTo>
                  <a:pt x="6589758" y="617196"/>
                </a:lnTo>
                <a:lnTo>
                  <a:pt x="6599253" y="617196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17196"/>
                </a:lnTo>
                <a:lnTo>
                  <a:pt x="6637234" y="617196"/>
                </a:lnTo>
                <a:lnTo>
                  <a:pt x="6646729" y="617196"/>
                </a:lnTo>
                <a:lnTo>
                  <a:pt x="6656225" y="617196"/>
                </a:lnTo>
                <a:lnTo>
                  <a:pt x="6665720" y="617196"/>
                </a:lnTo>
                <a:lnTo>
                  <a:pt x="6675215" y="617196"/>
                </a:lnTo>
                <a:lnTo>
                  <a:pt x="6684711" y="626691"/>
                </a:lnTo>
                <a:lnTo>
                  <a:pt x="6694206" y="617196"/>
                </a:lnTo>
                <a:lnTo>
                  <a:pt x="6703702" y="617196"/>
                </a:lnTo>
                <a:lnTo>
                  <a:pt x="6713197" y="617196"/>
                </a:lnTo>
                <a:lnTo>
                  <a:pt x="6722692" y="617196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17196"/>
                </a:lnTo>
                <a:lnTo>
                  <a:pt x="6760673" y="626691"/>
                </a:lnTo>
                <a:lnTo>
                  <a:pt x="6770169" y="617196"/>
                </a:lnTo>
                <a:lnTo>
                  <a:pt x="6779664" y="626691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17196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26691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17196"/>
                </a:lnTo>
                <a:lnTo>
                  <a:pt x="6874618" y="626691"/>
                </a:lnTo>
                <a:lnTo>
                  <a:pt x="6884112" y="626691"/>
                </a:lnTo>
                <a:lnTo>
                  <a:pt x="6893608" y="626691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26691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626691"/>
                </a:lnTo>
                <a:lnTo>
                  <a:pt x="7083514" y="626691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26691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26691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26691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626691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626691"/>
                </a:lnTo>
                <a:lnTo>
                  <a:pt x="7662729" y="626691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26691"/>
                </a:lnTo>
                <a:lnTo>
                  <a:pt x="7757682" y="626691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26691"/>
                </a:lnTo>
                <a:lnTo>
                  <a:pt x="7852636" y="626691"/>
                </a:lnTo>
                <a:lnTo>
                  <a:pt x="7862131" y="626691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26691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26691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26691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26691"/>
                </a:lnTo>
                <a:lnTo>
                  <a:pt x="8241944" y="626691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26691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26691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26691"/>
                </a:lnTo>
                <a:lnTo>
                  <a:pt x="8536300" y="626691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26691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26691"/>
                </a:lnTo>
                <a:lnTo>
                  <a:pt x="8726206" y="626691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26691"/>
                </a:lnTo>
                <a:lnTo>
                  <a:pt x="8830655" y="626691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26691"/>
                </a:lnTo>
                <a:lnTo>
                  <a:pt x="9020561" y="626691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26691"/>
                </a:lnTo>
                <a:lnTo>
                  <a:pt x="9115514" y="626691"/>
                </a:lnTo>
                <a:lnTo>
                  <a:pt x="9125010" y="626691"/>
                </a:lnTo>
                <a:lnTo>
                  <a:pt x="9134505" y="626691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26691"/>
                </a:lnTo>
                <a:lnTo>
                  <a:pt x="9191477" y="626691"/>
                </a:lnTo>
                <a:lnTo>
                  <a:pt x="9200973" y="626691"/>
                </a:lnTo>
                <a:lnTo>
                  <a:pt x="9210468" y="626691"/>
                </a:lnTo>
                <a:lnTo>
                  <a:pt x="9219963" y="626691"/>
                </a:lnTo>
                <a:lnTo>
                  <a:pt x="9229458" y="626691"/>
                </a:lnTo>
                <a:lnTo>
                  <a:pt x="9238954" y="626691"/>
                </a:lnTo>
                <a:lnTo>
                  <a:pt x="9248450" y="617196"/>
                </a:lnTo>
                <a:lnTo>
                  <a:pt x="9257944" y="617196"/>
                </a:lnTo>
                <a:lnTo>
                  <a:pt x="9267440" y="617196"/>
                </a:lnTo>
                <a:lnTo>
                  <a:pt x="9276935" y="617196"/>
                </a:lnTo>
                <a:lnTo>
                  <a:pt x="9286430" y="607700"/>
                </a:lnTo>
                <a:lnTo>
                  <a:pt x="9295926" y="607700"/>
                </a:lnTo>
                <a:lnTo>
                  <a:pt x="9305421" y="598205"/>
                </a:lnTo>
                <a:lnTo>
                  <a:pt x="9314917" y="598205"/>
                </a:lnTo>
                <a:lnTo>
                  <a:pt x="9324412" y="588710"/>
                </a:lnTo>
                <a:lnTo>
                  <a:pt x="9333907" y="579214"/>
                </a:lnTo>
                <a:lnTo>
                  <a:pt x="9343403" y="569719"/>
                </a:lnTo>
                <a:lnTo>
                  <a:pt x="9352897" y="560224"/>
                </a:lnTo>
                <a:lnTo>
                  <a:pt x="9362393" y="560224"/>
                </a:lnTo>
                <a:lnTo>
                  <a:pt x="9371889" y="550728"/>
                </a:lnTo>
                <a:lnTo>
                  <a:pt x="9381384" y="541233"/>
                </a:lnTo>
                <a:lnTo>
                  <a:pt x="9390879" y="522242"/>
                </a:lnTo>
                <a:lnTo>
                  <a:pt x="9400374" y="512747"/>
                </a:lnTo>
                <a:lnTo>
                  <a:pt x="9409870" y="503252"/>
                </a:lnTo>
                <a:lnTo>
                  <a:pt x="9419365" y="503252"/>
                </a:lnTo>
                <a:lnTo>
                  <a:pt x="9428860" y="503252"/>
                </a:lnTo>
                <a:lnTo>
                  <a:pt x="9438356" y="512747"/>
                </a:lnTo>
                <a:lnTo>
                  <a:pt x="9447851" y="522242"/>
                </a:lnTo>
                <a:lnTo>
                  <a:pt x="9457346" y="531738"/>
                </a:lnTo>
                <a:lnTo>
                  <a:pt x="9466842" y="541233"/>
                </a:lnTo>
                <a:lnTo>
                  <a:pt x="9476337" y="550728"/>
                </a:lnTo>
                <a:lnTo>
                  <a:pt x="9485833" y="560224"/>
                </a:lnTo>
                <a:lnTo>
                  <a:pt x="9495327" y="560224"/>
                </a:lnTo>
                <a:lnTo>
                  <a:pt x="9504823" y="569719"/>
                </a:lnTo>
                <a:lnTo>
                  <a:pt x="9514319" y="579214"/>
                </a:lnTo>
                <a:lnTo>
                  <a:pt x="9523813" y="569719"/>
                </a:lnTo>
                <a:lnTo>
                  <a:pt x="9533309" y="579214"/>
                </a:lnTo>
                <a:lnTo>
                  <a:pt x="9542804" y="579214"/>
                </a:lnTo>
                <a:lnTo>
                  <a:pt x="9552300" y="588710"/>
                </a:lnTo>
                <a:lnTo>
                  <a:pt x="9561795" y="588710"/>
                </a:lnTo>
                <a:lnTo>
                  <a:pt x="9571290" y="598205"/>
                </a:lnTo>
                <a:lnTo>
                  <a:pt x="9580786" y="598205"/>
                </a:lnTo>
                <a:lnTo>
                  <a:pt x="9590281" y="598205"/>
                </a:lnTo>
                <a:lnTo>
                  <a:pt x="9599776" y="607700"/>
                </a:lnTo>
                <a:lnTo>
                  <a:pt x="9609272" y="607700"/>
                </a:lnTo>
                <a:lnTo>
                  <a:pt x="9618767" y="607700"/>
                </a:lnTo>
                <a:lnTo>
                  <a:pt x="9628262" y="607700"/>
                </a:lnTo>
                <a:lnTo>
                  <a:pt x="9637758" y="607700"/>
                </a:lnTo>
                <a:lnTo>
                  <a:pt x="9647253" y="617196"/>
                </a:lnTo>
                <a:lnTo>
                  <a:pt x="9656748" y="617196"/>
                </a:lnTo>
                <a:lnTo>
                  <a:pt x="9666243" y="617196"/>
                </a:lnTo>
                <a:lnTo>
                  <a:pt x="9675739" y="617196"/>
                </a:lnTo>
                <a:lnTo>
                  <a:pt x="9685234" y="617196"/>
                </a:lnTo>
                <a:lnTo>
                  <a:pt x="9694729" y="617196"/>
                </a:lnTo>
              </a:path>
            </a:pathLst>
          </a:custGeom>
          <a:noFill/>
          <a:ln w="12700" cap="flat" cmpd="sng" algn="ctr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25F9A20-AEC9-7A0F-84B6-8207B93CF875}"/>
              </a:ext>
            </a:extLst>
          </p:cNvPr>
          <p:cNvSpPr txBox="1"/>
          <p:nvPr/>
        </p:nvSpPr>
        <p:spPr>
          <a:xfrm>
            <a:off x="6141514" y="4634555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90.98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1D3F5D8-BC14-8230-1268-562A84E5E210}"/>
              </a:ext>
            </a:extLst>
          </p:cNvPr>
          <p:cNvSpPr txBox="1"/>
          <p:nvPr/>
        </p:nvSpPr>
        <p:spPr>
          <a:xfrm>
            <a:off x="10813214" y="4672536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91.94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02F360B-2C41-7B0D-8F84-C37B3F4AA7A1}"/>
              </a:ext>
            </a:extLst>
          </p:cNvPr>
          <p:cNvSpPr txBox="1"/>
          <p:nvPr/>
        </p:nvSpPr>
        <p:spPr>
          <a:xfrm>
            <a:off x="5913625" y="4720013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90.93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6DF710E-D4D5-1C9D-1BEF-2B450831E018}"/>
              </a:ext>
            </a:extLst>
          </p:cNvPr>
          <p:cNvSpPr txBox="1"/>
          <p:nvPr/>
        </p:nvSpPr>
        <p:spPr>
          <a:xfrm>
            <a:off x="6958112" y="4776985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91.15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6F11055-737F-6728-E497-57F285169950}"/>
              </a:ext>
            </a:extLst>
          </p:cNvPr>
          <p:cNvSpPr txBox="1"/>
          <p:nvPr/>
        </p:nvSpPr>
        <p:spPr>
          <a:xfrm>
            <a:off x="1452785" y="4279366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*25 june 25-spot 1-1-10-400 um-001~pb1.tdc + Ions 400µm 41150639 cts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137B88E-1E9E-1EA8-500A-70501C3040DC}"/>
              </a:ext>
            </a:extLst>
          </p:cNvPr>
          <p:cNvSpPr txBox="1"/>
          <p:nvPr/>
        </p:nvSpPr>
        <p:spPr>
          <a:xfrm>
            <a:off x="914400" y="5587999"/>
            <a:ext cx="8293100" cy="4064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Enter Slide Comments Here</a:t>
            </a:r>
          </a:p>
        </p:txBody>
      </p:sp>
    </p:spTree>
    <p:extLst>
      <p:ext uri="{BB962C8B-B14F-4D97-AF65-F5344CB8AC3E}">
        <p14:creationId xmlns:p14="http://schemas.microsoft.com/office/powerpoint/2010/main" val="225695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C2CC561-4970-4BFD-BCD0-32693D502A95}"/>
              </a:ext>
            </a:extLst>
          </p:cNvPr>
          <p:cNvSpPr txBox="1"/>
          <p:nvPr/>
        </p:nvSpPr>
        <p:spPr>
          <a:xfrm>
            <a:off x="1117600" y="990600"/>
            <a:ext cx="10160000" cy="430887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</a:rPr>
              <a:t>Negative-</a:t>
            </a:r>
            <a:r>
              <a:rPr lang="pl-PL" sz="2800" dirty="0">
                <a:latin typeface="Arial" panose="020B0604020202020204" pitchFamily="34" charset="0"/>
              </a:rPr>
              <a:t> (</a:t>
            </a:r>
            <a:r>
              <a:rPr lang="en-US" sz="2800" dirty="0">
                <a:latin typeface="Arial" panose="020B0604020202020204" pitchFamily="34" charset="0"/>
              </a:rPr>
              <a:t>1</a:t>
            </a:r>
            <a:r>
              <a:rPr lang="pl-PL" sz="2800" dirty="0">
                <a:latin typeface="Arial" panose="020B0604020202020204" pitchFamily="34" charset="0"/>
              </a:rPr>
              <a:t>%w/w) -10 (ppm) </a:t>
            </a:r>
            <a:r>
              <a:rPr lang="en-US" sz="2800" dirty="0">
                <a:latin typeface="Arial" panose="020B0604020202020204" pitchFamily="34" charset="0"/>
              </a:rPr>
              <a:t>-B-400 um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72FA44-4A4B-DF25-5AF4-0D36CC9F08C3}"/>
              </a:ext>
            </a:extLst>
          </p:cNvPr>
          <p:cNvSpPr txBox="1"/>
          <p:nvPr/>
        </p:nvSpPr>
        <p:spPr>
          <a:xfrm>
            <a:off x="914400" y="1460499"/>
            <a:ext cx="10363200" cy="2540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+ Ions, xxx µm analysis area (xxx µm scale bar)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122E95-A122-E288-10CC-AA1B3EB999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911551" y="2202916"/>
            <a:ext cx="2563738" cy="25637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71145AB-E272-6CED-CE08-EFAC62B410BB}"/>
              </a:ext>
            </a:extLst>
          </p:cNvPr>
          <p:cNvSpPr txBox="1"/>
          <p:nvPr/>
        </p:nvSpPr>
        <p:spPr>
          <a:xfrm>
            <a:off x="91155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Total_Ion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92675861; Max: 3701; Scale: 100µm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5809AC2-873F-61A7-892E-4808DB8908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3513271" y="2202916"/>
            <a:ext cx="2563738" cy="25637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B557902-76C4-72D4-D3EF-57F397BB5370}"/>
              </a:ext>
            </a:extLst>
          </p:cNvPr>
          <p:cNvSpPr txBox="1"/>
          <p:nvPr/>
        </p:nvSpPr>
        <p:spPr>
          <a:xfrm>
            <a:off x="351327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fr-FR" sz="800">
                <a:latin typeface="Arial" panose="020B0604020202020204" pitchFamily="34" charset="0"/>
              </a:rPr>
              <a:t>Se -  79.92 (256x256)</a:t>
            </a:r>
          </a:p>
          <a:p>
            <a:pPr algn="ctr"/>
            <a:r>
              <a:rPr lang="fr-FR" sz="800">
                <a:latin typeface="Arial" panose="020B0604020202020204" pitchFamily="34" charset="0"/>
              </a:rPr>
              <a:t>Cts: 13327; Max: 9; Scale: 100µm</a:t>
            </a:r>
            <a:endParaRPr lang="en-US" sz="800"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54A03E9-2D30-A213-2951-7501BEA80E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6114991" y="2202916"/>
            <a:ext cx="2563738" cy="25637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1385FF3-EC0D-B8A3-1409-C965A3BFA857}"/>
              </a:ext>
            </a:extLst>
          </p:cNvPr>
          <p:cNvSpPr txBox="1"/>
          <p:nvPr/>
        </p:nvSpPr>
        <p:spPr>
          <a:xfrm>
            <a:off x="611499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C</a:t>
            </a:r>
            <a:r>
              <a:rPr lang="en-US" sz="800" baseline="-25000">
                <a:latin typeface="Arial" panose="020B0604020202020204" pitchFamily="34" charset="0"/>
              </a:rPr>
              <a:t>7</a:t>
            </a:r>
            <a:r>
              <a:rPr lang="en-US" sz="800">
                <a:latin typeface="Arial" panose="020B0604020202020204" pitchFamily="34" charset="0"/>
              </a:rPr>
              <a:t>H</a:t>
            </a:r>
            <a:r>
              <a:rPr lang="en-US" sz="800" baseline="-25000">
                <a:latin typeface="Arial" panose="020B0604020202020204" pitchFamily="34" charset="0"/>
              </a:rPr>
              <a:t>7</a:t>
            </a:r>
            <a:r>
              <a:rPr lang="en-US" sz="800">
                <a:latin typeface="Arial" panose="020B0604020202020204" pitchFamily="34" charset="0"/>
              </a:rPr>
              <a:t> -  91.03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147333; Max: 20; Scale: 100µm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9B5D891-ED39-E417-3324-6D5691092F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8716711" y="2202916"/>
            <a:ext cx="2563738" cy="256373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6616991-6BCD-E642-136E-1FEB8C4E289C}"/>
              </a:ext>
            </a:extLst>
          </p:cNvPr>
          <p:cNvSpPr txBox="1"/>
          <p:nvPr/>
        </p:nvSpPr>
        <p:spPr>
          <a:xfrm>
            <a:off x="871671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OVERLAY</a:t>
            </a:r>
          </a:p>
          <a:p>
            <a:pPr algn="ctr"/>
            <a:endParaRPr lang="en-US" sz="800"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66A0A1-4121-93A3-E514-EC6CF36C147A}"/>
              </a:ext>
            </a:extLst>
          </p:cNvPr>
          <p:cNvSpPr txBox="1"/>
          <p:nvPr/>
        </p:nvSpPr>
        <p:spPr>
          <a:xfrm>
            <a:off x="914400" y="5587999"/>
            <a:ext cx="8293100" cy="4064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Enter Slide Comments Here</a:t>
            </a:r>
          </a:p>
        </p:txBody>
      </p:sp>
    </p:spTree>
    <p:extLst>
      <p:ext uri="{BB962C8B-B14F-4D97-AF65-F5344CB8AC3E}">
        <p14:creationId xmlns:p14="http://schemas.microsoft.com/office/powerpoint/2010/main" val="2524384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677AB7C-A409-FADA-AF36-F3C01F8C581B}"/>
              </a:ext>
            </a:extLst>
          </p:cNvPr>
          <p:cNvSpPr txBox="1"/>
          <p:nvPr/>
        </p:nvSpPr>
        <p:spPr>
          <a:xfrm>
            <a:off x="1117600" y="990600"/>
            <a:ext cx="10160000" cy="430887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</a:rPr>
              <a:t>Negative-</a:t>
            </a:r>
            <a:r>
              <a:rPr lang="pl-PL" sz="2800" dirty="0">
                <a:latin typeface="Arial" panose="020B0604020202020204" pitchFamily="34" charset="0"/>
              </a:rPr>
              <a:t> (</a:t>
            </a:r>
            <a:r>
              <a:rPr lang="en-US" sz="2800" dirty="0">
                <a:latin typeface="Arial" panose="020B0604020202020204" pitchFamily="34" charset="0"/>
              </a:rPr>
              <a:t>1</a:t>
            </a:r>
            <a:r>
              <a:rPr lang="pl-PL" sz="2800" dirty="0">
                <a:latin typeface="Arial" panose="020B0604020202020204" pitchFamily="34" charset="0"/>
              </a:rPr>
              <a:t>%w/w) -10 (ppm) </a:t>
            </a:r>
            <a:r>
              <a:rPr lang="en-US" sz="2800" dirty="0">
                <a:latin typeface="Arial" panose="020B0604020202020204" pitchFamily="34" charset="0"/>
              </a:rPr>
              <a:t>-B-400 um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A83F65-6254-B6A5-A41B-4A3DCEEE3127}"/>
              </a:ext>
            </a:extLst>
          </p:cNvPr>
          <p:cNvSpPr txBox="1"/>
          <p:nvPr/>
        </p:nvSpPr>
        <p:spPr>
          <a:xfrm>
            <a:off x="1420139" y="2459290"/>
            <a:ext cx="25519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4E96A9-6F1B-8D42-2798-830136B39EF6}"/>
              </a:ext>
            </a:extLst>
          </p:cNvPr>
          <p:cNvSpPr txBox="1"/>
          <p:nvPr/>
        </p:nvSpPr>
        <p:spPr>
          <a:xfrm>
            <a:off x="3810929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50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BDE4A9-5C1E-ED25-64A6-7D8A387436AD}"/>
              </a:ext>
            </a:extLst>
          </p:cNvPr>
          <p:cNvSpPr txBox="1"/>
          <p:nvPr/>
        </p:nvSpPr>
        <p:spPr>
          <a:xfrm>
            <a:off x="6196972" y="2459290"/>
            <a:ext cx="396262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17260F-425D-BC57-597F-23C6D5441251}"/>
              </a:ext>
            </a:extLst>
          </p:cNvPr>
          <p:cNvSpPr txBox="1"/>
          <p:nvPr/>
        </p:nvSpPr>
        <p:spPr>
          <a:xfrm>
            <a:off x="8627776" y="2459290"/>
            <a:ext cx="396262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150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2246D5F0-5733-9610-664A-C8BE5B9FE9E9}"/>
              </a:ext>
            </a:extLst>
          </p:cNvPr>
          <p:cNvSpPr/>
          <p:nvPr/>
        </p:nvSpPr>
        <p:spPr bwMode="auto">
          <a:xfrm>
            <a:off x="1547738" y="2373832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6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2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6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75962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6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2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6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BBD7F3-0DAB-222A-4152-975B9BD2D015}"/>
              </a:ext>
            </a:extLst>
          </p:cNvPr>
          <p:cNvSpPr txBox="1"/>
          <p:nvPr/>
        </p:nvSpPr>
        <p:spPr>
          <a:xfrm>
            <a:off x="5968482" y="2630206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9B2AC7D-3C80-D3DB-02B2-8821C13FF648}"/>
              </a:ext>
            </a:extLst>
          </p:cNvPr>
          <p:cNvSpPr/>
          <p:nvPr/>
        </p:nvSpPr>
        <p:spPr bwMode="auto">
          <a:xfrm>
            <a:off x="1547738" y="1623701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CB8813-A0C7-30A7-BBE9-6ADAF1BA2FAE}"/>
              </a:ext>
            </a:extLst>
          </p:cNvPr>
          <p:cNvSpPr txBox="1"/>
          <p:nvPr/>
        </p:nvSpPr>
        <p:spPr>
          <a:xfrm>
            <a:off x="1299415" y="2250721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7D8BB9-F92A-4884-938D-14E77E2C3685}"/>
              </a:ext>
            </a:extLst>
          </p:cNvPr>
          <p:cNvSpPr txBox="1"/>
          <p:nvPr/>
        </p:nvSpPr>
        <p:spPr>
          <a:xfrm>
            <a:off x="1299415" y="2089301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35AB4C-641A-B015-925E-CE160ABAF910}"/>
              </a:ext>
            </a:extLst>
          </p:cNvPr>
          <p:cNvSpPr txBox="1"/>
          <p:nvPr/>
        </p:nvSpPr>
        <p:spPr>
          <a:xfrm>
            <a:off x="1299415" y="1927880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31E8F9-20F2-EF7A-3874-7634621CF99B}"/>
              </a:ext>
            </a:extLst>
          </p:cNvPr>
          <p:cNvSpPr txBox="1"/>
          <p:nvPr/>
        </p:nvSpPr>
        <p:spPr>
          <a:xfrm>
            <a:off x="1299415" y="1766460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028BB8-75D5-21FC-F9BF-27314EF6B8E6}"/>
              </a:ext>
            </a:extLst>
          </p:cNvPr>
          <p:cNvSpPr txBox="1"/>
          <p:nvPr/>
        </p:nvSpPr>
        <p:spPr>
          <a:xfrm>
            <a:off x="1299415" y="1605039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BAE119F-95A4-A88E-7AF0-4030D5013B1E}"/>
              </a:ext>
            </a:extLst>
          </p:cNvPr>
          <p:cNvSpPr/>
          <p:nvPr/>
        </p:nvSpPr>
        <p:spPr bwMode="auto">
          <a:xfrm>
            <a:off x="1471776" y="1623701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02654"/>
                </a:lnTo>
                <a:lnTo>
                  <a:pt x="28486" y="702654"/>
                </a:lnTo>
                <a:lnTo>
                  <a:pt x="75962" y="702654"/>
                </a:lnTo>
                <a:lnTo>
                  <a:pt x="75962" y="664673"/>
                </a:lnTo>
                <a:lnTo>
                  <a:pt x="28486" y="664673"/>
                </a:lnTo>
                <a:lnTo>
                  <a:pt x="75962" y="664673"/>
                </a:lnTo>
                <a:lnTo>
                  <a:pt x="75962" y="626691"/>
                </a:lnTo>
                <a:lnTo>
                  <a:pt x="28486" y="626691"/>
                </a:lnTo>
                <a:lnTo>
                  <a:pt x="75962" y="626691"/>
                </a:lnTo>
                <a:lnTo>
                  <a:pt x="75962" y="588710"/>
                </a:lnTo>
                <a:lnTo>
                  <a:pt x="0" y="588710"/>
                </a:lnTo>
                <a:lnTo>
                  <a:pt x="75962" y="588710"/>
                </a:lnTo>
                <a:lnTo>
                  <a:pt x="75962" y="541234"/>
                </a:lnTo>
                <a:lnTo>
                  <a:pt x="28486" y="541234"/>
                </a:lnTo>
                <a:lnTo>
                  <a:pt x="75962" y="541234"/>
                </a:lnTo>
                <a:lnTo>
                  <a:pt x="75962" y="503252"/>
                </a:lnTo>
                <a:lnTo>
                  <a:pt x="28486" y="503252"/>
                </a:lnTo>
                <a:lnTo>
                  <a:pt x="75962" y="503252"/>
                </a:lnTo>
                <a:lnTo>
                  <a:pt x="75962" y="465271"/>
                </a:lnTo>
                <a:lnTo>
                  <a:pt x="28486" y="465271"/>
                </a:lnTo>
                <a:lnTo>
                  <a:pt x="75962" y="465271"/>
                </a:lnTo>
                <a:lnTo>
                  <a:pt x="75962" y="427290"/>
                </a:lnTo>
                <a:lnTo>
                  <a:pt x="0" y="427290"/>
                </a:lnTo>
                <a:lnTo>
                  <a:pt x="75962" y="427290"/>
                </a:lnTo>
                <a:lnTo>
                  <a:pt x="75962" y="379813"/>
                </a:lnTo>
                <a:lnTo>
                  <a:pt x="28486" y="379813"/>
                </a:lnTo>
                <a:lnTo>
                  <a:pt x="75962" y="379813"/>
                </a:lnTo>
                <a:lnTo>
                  <a:pt x="75962" y="341832"/>
                </a:lnTo>
                <a:lnTo>
                  <a:pt x="28486" y="341832"/>
                </a:lnTo>
                <a:lnTo>
                  <a:pt x="75962" y="341832"/>
                </a:lnTo>
                <a:lnTo>
                  <a:pt x="75962" y="303850"/>
                </a:lnTo>
                <a:lnTo>
                  <a:pt x="28486" y="303850"/>
                </a:lnTo>
                <a:lnTo>
                  <a:pt x="75962" y="303850"/>
                </a:lnTo>
                <a:lnTo>
                  <a:pt x="75962" y="265869"/>
                </a:lnTo>
                <a:lnTo>
                  <a:pt x="0" y="265869"/>
                </a:lnTo>
                <a:lnTo>
                  <a:pt x="75962" y="265869"/>
                </a:lnTo>
                <a:lnTo>
                  <a:pt x="75962" y="227888"/>
                </a:lnTo>
                <a:lnTo>
                  <a:pt x="28486" y="227888"/>
                </a:lnTo>
                <a:lnTo>
                  <a:pt x="75962" y="227888"/>
                </a:lnTo>
                <a:lnTo>
                  <a:pt x="75962" y="180411"/>
                </a:lnTo>
                <a:lnTo>
                  <a:pt x="28486" y="180411"/>
                </a:lnTo>
                <a:lnTo>
                  <a:pt x="75962" y="180411"/>
                </a:lnTo>
                <a:lnTo>
                  <a:pt x="75962" y="142430"/>
                </a:lnTo>
                <a:lnTo>
                  <a:pt x="28486" y="142430"/>
                </a:lnTo>
                <a:lnTo>
                  <a:pt x="75962" y="142430"/>
                </a:lnTo>
                <a:lnTo>
                  <a:pt x="75962" y="104449"/>
                </a:lnTo>
                <a:lnTo>
                  <a:pt x="0" y="104449"/>
                </a:lnTo>
                <a:lnTo>
                  <a:pt x="75962" y="104449"/>
                </a:lnTo>
                <a:lnTo>
                  <a:pt x="75962" y="66467"/>
                </a:lnTo>
                <a:lnTo>
                  <a:pt x="28486" y="66467"/>
                </a:lnTo>
                <a:lnTo>
                  <a:pt x="75962" y="66467"/>
                </a:lnTo>
                <a:lnTo>
                  <a:pt x="75962" y="18991"/>
                </a:lnTo>
                <a:lnTo>
                  <a:pt x="28486" y="18991"/>
                </a:lnTo>
                <a:lnTo>
                  <a:pt x="75962" y="18991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60D6E3-E5EC-DC9D-4C60-47922C9CD06C}"/>
              </a:ext>
            </a:extLst>
          </p:cNvPr>
          <p:cNvSpPr txBox="1"/>
          <p:nvPr/>
        </p:nvSpPr>
        <p:spPr>
          <a:xfrm>
            <a:off x="914991" y="1669367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Counts/1E6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107A23B-4FE6-4566-1381-C4647D593FC0}"/>
              </a:ext>
            </a:extLst>
          </p:cNvPr>
          <p:cNvSpPr/>
          <p:nvPr/>
        </p:nvSpPr>
        <p:spPr bwMode="auto">
          <a:xfrm>
            <a:off x="11251963" y="1623701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C2459891-673D-F8AD-7692-F9BD682BAFCC}"/>
              </a:ext>
            </a:extLst>
          </p:cNvPr>
          <p:cNvSpPr/>
          <p:nvPr/>
        </p:nvSpPr>
        <p:spPr bwMode="auto">
          <a:xfrm>
            <a:off x="1547738" y="1737645"/>
            <a:ext cx="9694730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626691"/>
                </a:moveTo>
                <a:lnTo>
                  <a:pt x="9496" y="626691"/>
                </a:lnTo>
                <a:lnTo>
                  <a:pt x="18991" y="626691"/>
                </a:lnTo>
                <a:lnTo>
                  <a:pt x="28486" y="626691"/>
                </a:lnTo>
                <a:lnTo>
                  <a:pt x="37982" y="626691"/>
                </a:lnTo>
                <a:lnTo>
                  <a:pt x="47477" y="0"/>
                </a:lnTo>
                <a:lnTo>
                  <a:pt x="56972" y="598205"/>
                </a:lnTo>
                <a:lnTo>
                  <a:pt x="66468" y="617196"/>
                </a:lnTo>
                <a:lnTo>
                  <a:pt x="75963" y="617196"/>
                </a:lnTo>
                <a:lnTo>
                  <a:pt x="85458" y="617196"/>
                </a:lnTo>
                <a:lnTo>
                  <a:pt x="94954" y="617196"/>
                </a:lnTo>
                <a:lnTo>
                  <a:pt x="104449" y="617196"/>
                </a:lnTo>
                <a:lnTo>
                  <a:pt x="113944" y="617196"/>
                </a:lnTo>
                <a:lnTo>
                  <a:pt x="123440" y="626691"/>
                </a:lnTo>
                <a:lnTo>
                  <a:pt x="132935" y="626691"/>
                </a:lnTo>
                <a:lnTo>
                  <a:pt x="142430" y="626691"/>
                </a:lnTo>
                <a:lnTo>
                  <a:pt x="151926" y="626691"/>
                </a:lnTo>
                <a:lnTo>
                  <a:pt x="161421" y="626691"/>
                </a:lnTo>
                <a:lnTo>
                  <a:pt x="170916" y="626691"/>
                </a:lnTo>
                <a:lnTo>
                  <a:pt x="180412" y="626691"/>
                </a:lnTo>
                <a:lnTo>
                  <a:pt x="189907" y="626691"/>
                </a:lnTo>
                <a:lnTo>
                  <a:pt x="199402" y="626691"/>
                </a:lnTo>
                <a:lnTo>
                  <a:pt x="208898" y="626691"/>
                </a:lnTo>
                <a:lnTo>
                  <a:pt x="218393" y="626691"/>
                </a:lnTo>
                <a:lnTo>
                  <a:pt x="227888" y="626691"/>
                </a:lnTo>
                <a:lnTo>
                  <a:pt x="237383" y="626691"/>
                </a:lnTo>
                <a:lnTo>
                  <a:pt x="246879" y="626691"/>
                </a:lnTo>
                <a:lnTo>
                  <a:pt x="256374" y="626691"/>
                </a:lnTo>
                <a:lnTo>
                  <a:pt x="265870" y="626691"/>
                </a:lnTo>
                <a:lnTo>
                  <a:pt x="275365" y="626691"/>
                </a:lnTo>
                <a:lnTo>
                  <a:pt x="284860" y="626691"/>
                </a:lnTo>
                <a:lnTo>
                  <a:pt x="294355" y="626691"/>
                </a:lnTo>
                <a:lnTo>
                  <a:pt x="303851" y="626691"/>
                </a:lnTo>
                <a:lnTo>
                  <a:pt x="313346" y="626691"/>
                </a:lnTo>
                <a:lnTo>
                  <a:pt x="322841" y="626691"/>
                </a:lnTo>
                <a:lnTo>
                  <a:pt x="332337" y="626691"/>
                </a:lnTo>
                <a:lnTo>
                  <a:pt x="341832" y="626691"/>
                </a:lnTo>
                <a:lnTo>
                  <a:pt x="351327" y="626691"/>
                </a:lnTo>
                <a:lnTo>
                  <a:pt x="360823" y="626691"/>
                </a:lnTo>
                <a:lnTo>
                  <a:pt x="370318" y="626691"/>
                </a:lnTo>
                <a:lnTo>
                  <a:pt x="379813" y="626691"/>
                </a:lnTo>
                <a:lnTo>
                  <a:pt x="389309" y="626691"/>
                </a:lnTo>
                <a:lnTo>
                  <a:pt x="398804" y="626691"/>
                </a:lnTo>
                <a:lnTo>
                  <a:pt x="408299" y="626691"/>
                </a:lnTo>
                <a:lnTo>
                  <a:pt x="417795" y="626691"/>
                </a:lnTo>
                <a:lnTo>
                  <a:pt x="427290" y="626691"/>
                </a:lnTo>
                <a:lnTo>
                  <a:pt x="436785" y="626691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26691"/>
                </a:lnTo>
                <a:lnTo>
                  <a:pt x="522243" y="626691"/>
                </a:lnTo>
                <a:lnTo>
                  <a:pt x="531739" y="626691"/>
                </a:lnTo>
                <a:lnTo>
                  <a:pt x="541234" y="626691"/>
                </a:lnTo>
                <a:lnTo>
                  <a:pt x="550729" y="626691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493757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341832"/>
                </a:lnTo>
                <a:lnTo>
                  <a:pt x="636187" y="626691"/>
                </a:lnTo>
                <a:lnTo>
                  <a:pt x="645683" y="626691"/>
                </a:lnTo>
                <a:lnTo>
                  <a:pt x="655178" y="617196"/>
                </a:lnTo>
                <a:lnTo>
                  <a:pt x="664673" y="626691"/>
                </a:lnTo>
                <a:lnTo>
                  <a:pt x="674169" y="569720"/>
                </a:lnTo>
                <a:lnTo>
                  <a:pt x="683664" y="626691"/>
                </a:lnTo>
                <a:lnTo>
                  <a:pt x="693159" y="626691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17196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26691"/>
                </a:lnTo>
                <a:lnTo>
                  <a:pt x="769122" y="360822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370318"/>
                </a:lnTo>
                <a:lnTo>
                  <a:pt x="826094" y="617196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17196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560224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389308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389308"/>
                </a:lnTo>
                <a:lnTo>
                  <a:pt x="1262879" y="617196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0770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26691"/>
                </a:lnTo>
                <a:lnTo>
                  <a:pt x="1357832" y="626691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17196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26691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17196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26691"/>
                </a:lnTo>
                <a:lnTo>
                  <a:pt x="1547739" y="617196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17196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626691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0770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0770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17196"/>
                </a:lnTo>
                <a:lnTo>
                  <a:pt x="1794617" y="60770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598205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598205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579215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427290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379813"/>
                </a:lnTo>
                <a:lnTo>
                  <a:pt x="2041496" y="617196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484262"/>
                </a:lnTo>
                <a:lnTo>
                  <a:pt x="2088972" y="617196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0770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484262"/>
                </a:lnTo>
                <a:lnTo>
                  <a:pt x="2183926" y="60770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626691"/>
                </a:lnTo>
                <a:lnTo>
                  <a:pt x="2231402" y="607701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17196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626691"/>
                </a:lnTo>
                <a:lnTo>
                  <a:pt x="2326355" y="607701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560224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26691"/>
                </a:lnTo>
                <a:lnTo>
                  <a:pt x="2421309" y="579215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0770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617196"/>
                </a:lnTo>
                <a:lnTo>
                  <a:pt x="2525758" y="626691"/>
                </a:lnTo>
                <a:lnTo>
                  <a:pt x="2535253" y="626691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0770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26691"/>
                </a:lnTo>
                <a:lnTo>
                  <a:pt x="2620711" y="617196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0770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626691"/>
                </a:lnTo>
                <a:lnTo>
                  <a:pt x="2715664" y="617196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588710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26691"/>
                </a:lnTo>
                <a:lnTo>
                  <a:pt x="2810617" y="560224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503252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17196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0770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07701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512747"/>
                </a:lnTo>
                <a:lnTo>
                  <a:pt x="3057496" y="617196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607701"/>
                </a:lnTo>
                <a:lnTo>
                  <a:pt x="3104972" y="60770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17196"/>
                </a:lnTo>
                <a:lnTo>
                  <a:pt x="3152449" y="560224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26691"/>
                </a:lnTo>
                <a:lnTo>
                  <a:pt x="3199926" y="569720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579215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0770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522243"/>
                </a:lnTo>
                <a:lnTo>
                  <a:pt x="3351851" y="617196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607701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522243"/>
                </a:lnTo>
                <a:lnTo>
                  <a:pt x="3446804" y="617196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17196"/>
                </a:lnTo>
                <a:lnTo>
                  <a:pt x="3494281" y="617196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17196"/>
                </a:lnTo>
                <a:lnTo>
                  <a:pt x="3541758" y="598205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26691"/>
                </a:lnTo>
                <a:lnTo>
                  <a:pt x="3589234" y="60770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598205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26691"/>
                </a:lnTo>
                <a:lnTo>
                  <a:pt x="3684187" y="617196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17196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626691"/>
                </a:lnTo>
                <a:lnTo>
                  <a:pt x="3779141" y="617196"/>
                </a:lnTo>
                <a:lnTo>
                  <a:pt x="3788636" y="626691"/>
                </a:lnTo>
                <a:lnTo>
                  <a:pt x="3798131" y="626691"/>
                </a:lnTo>
                <a:lnTo>
                  <a:pt x="3807627" y="626691"/>
                </a:lnTo>
                <a:lnTo>
                  <a:pt x="3817122" y="626691"/>
                </a:lnTo>
                <a:lnTo>
                  <a:pt x="3826617" y="370318"/>
                </a:lnTo>
                <a:lnTo>
                  <a:pt x="3836112" y="617196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588710"/>
                </a:lnTo>
                <a:lnTo>
                  <a:pt x="3883589" y="626691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07701"/>
                </a:lnTo>
                <a:lnTo>
                  <a:pt x="3931066" y="617196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617196"/>
                </a:lnTo>
                <a:lnTo>
                  <a:pt x="3978543" y="617196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598205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626691"/>
                </a:lnTo>
                <a:lnTo>
                  <a:pt x="4073496" y="598205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588710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626691"/>
                </a:lnTo>
                <a:lnTo>
                  <a:pt x="4168449" y="607701"/>
                </a:lnTo>
                <a:lnTo>
                  <a:pt x="4177944" y="626691"/>
                </a:lnTo>
                <a:lnTo>
                  <a:pt x="4187440" y="626691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598205"/>
                </a:lnTo>
                <a:lnTo>
                  <a:pt x="4225421" y="626691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617196"/>
                </a:lnTo>
                <a:lnTo>
                  <a:pt x="4272898" y="626691"/>
                </a:lnTo>
                <a:lnTo>
                  <a:pt x="4282393" y="626691"/>
                </a:lnTo>
                <a:lnTo>
                  <a:pt x="4291888" y="626691"/>
                </a:lnTo>
                <a:lnTo>
                  <a:pt x="4301384" y="626691"/>
                </a:lnTo>
                <a:lnTo>
                  <a:pt x="4310879" y="607701"/>
                </a:lnTo>
                <a:lnTo>
                  <a:pt x="4320374" y="626691"/>
                </a:lnTo>
                <a:lnTo>
                  <a:pt x="4329870" y="626691"/>
                </a:lnTo>
                <a:lnTo>
                  <a:pt x="4339365" y="626691"/>
                </a:lnTo>
                <a:lnTo>
                  <a:pt x="4348860" y="626691"/>
                </a:lnTo>
                <a:lnTo>
                  <a:pt x="4358356" y="607701"/>
                </a:lnTo>
                <a:lnTo>
                  <a:pt x="4367851" y="617196"/>
                </a:lnTo>
                <a:lnTo>
                  <a:pt x="4377346" y="626691"/>
                </a:lnTo>
                <a:lnTo>
                  <a:pt x="4386842" y="626691"/>
                </a:lnTo>
                <a:lnTo>
                  <a:pt x="4396337" y="626691"/>
                </a:lnTo>
                <a:lnTo>
                  <a:pt x="4405832" y="588710"/>
                </a:lnTo>
                <a:lnTo>
                  <a:pt x="4415327" y="607701"/>
                </a:lnTo>
                <a:lnTo>
                  <a:pt x="4424823" y="626691"/>
                </a:lnTo>
                <a:lnTo>
                  <a:pt x="4434318" y="626691"/>
                </a:lnTo>
                <a:lnTo>
                  <a:pt x="4443813" y="626691"/>
                </a:lnTo>
                <a:lnTo>
                  <a:pt x="4453309" y="626691"/>
                </a:lnTo>
                <a:lnTo>
                  <a:pt x="4462804" y="617196"/>
                </a:lnTo>
                <a:lnTo>
                  <a:pt x="4472300" y="626691"/>
                </a:lnTo>
                <a:lnTo>
                  <a:pt x="4481795" y="626691"/>
                </a:lnTo>
                <a:lnTo>
                  <a:pt x="4491290" y="626691"/>
                </a:lnTo>
                <a:lnTo>
                  <a:pt x="4500785" y="626691"/>
                </a:lnTo>
                <a:lnTo>
                  <a:pt x="4510281" y="607701"/>
                </a:lnTo>
                <a:lnTo>
                  <a:pt x="4519776" y="626691"/>
                </a:lnTo>
                <a:lnTo>
                  <a:pt x="4529271" y="626691"/>
                </a:lnTo>
                <a:lnTo>
                  <a:pt x="4538767" y="626691"/>
                </a:lnTo>
                <a:lnTo>
                  <a:pt x="4548262" y="626691"/>
                </a:lnTo>
                <a:lnTo>
                  <a:pt x="4557758" y="607701"/>
                </a:lnTo>
                <a:lnTo>
                  <a:pt x="4567253" y="626691"/>
                </a:lnTo>
                <a:lnTo>
                  <a:pt x="4576748" y="626691"/>
                </a:lnTo>
                <a:lnTo>
                  <a:pt x="4586243" y="626691"/>
                </a:lnTo>
                <a:lnTo>
                  <a:pt x="4595739" y="626691"/>
                </a:lnTo>
                <a:lnTo>
                  <a:pt x="4605234" y="598205"/>
                </a:lnTo>
                <a:lnTo>
                  <a:pt x="4614729" y="626691"/>
                </a:lnTo>
                <a:lnTo>
                  <a:pt x="4624225" y="626691"/>
                </a:lnTo>
                <a:lnTo>
                  <a:pt x="4633720" y="626691"/>
                </a:lnTo>
                <a:lnTo>
                  <a:pt x="4643216" y="626691"/>
                </a:lnTo>
                <a:lnTo>
                  <a:pt x="4652711" y="607701"/>
                </a:lnTo>
                <a:lnTo>
                  <a:pt x="4662206" y="626691"/>
                </a:lnTo>
                <a:lnTo>
                  <a:pt x="4671701" y="626691"/>
                </a:lnTo>
                <a:lnTo>
                  <a:pt x="4681197" y="626691"/>
                </a:lnTo>
                <a:lnTo>
                  <a:pt x="4690692" y="626691"/>
                </a:lnTo>
                <a:lnTo>
                  <a:pt x="4700187" y="569720"/>
                </a:lnTo>
                <a:lnTo>
                  <a:pt x="4709683" y="617196"/>
                </a:lnTo>
                <a:lnTo>
                  <a:pt x="4719178" y="626691"/>
                </a:lnTo>
                <a:lnTo>
                  <a:pt x="4728673" y="626691"/>
                </a:lnTo>
                <a:lnTo>
                  <a:pt x="4738169" y="626691"/>
                </a:lnTo>
                <a:lnTo>
                  <a:pt x="4747664" y="617196"/>
                </a:lnTo>
                <a:lnTo>
                  <a:pt x="4757159" y="626691"/>
                </a:lnTo>
                <a:lnTo>
                  <a:pt x="4766654" y="626691"/>
                </a:lnTo>
                <a:lnTo>
                  <a:pt x="4776150" y="626691"/>
                </a:lnTo>
                <a:lnTo>
                  <a:pt x="4785645" y="626691"/>
                </a:lnTo>
                <a:lnTo>
                  <a:pt x="4795141" y="607701"/>
                </a:lnTo>
                <a:lnTo>
                  <a:pt x="4804636" y="617196"/>
                </a:lnTo>
                <a:lnTo>
                  <a:pt x="4814131" y="626691"/>
                </a:lnTo>
                <a:lnTo>
                  <a:pt x="4823627" y="626691"/>
                </a:lnTo>
                <a:lnTo>
                  <a:pt x="4833122" y="626691"/>
                </a:lnTo>
                <a:lnTo>
                  <a:pt x="4842617" y="617196"/>
                </a:lnTo>
                <a:lnTo>
                  <a:pt x="4852112" y="617196"/>
                </a:lnTo>
                <a:lnTo>
                  <a:pt x="4861608" y="626691"/>
                </a:lnTo>
                <a:lnTo>
                  <a:pt x="4871103" y="626691"/>
                </a:lnTo>
                <a:lnTo>
                  <a:pt x="4880599" y="626691"/>
                </a:lnTo>
                <a:lnTo>
                  <a:pt x="4890094" y="617196"/>
                </a:lnTo>
                <a:lnTo>
                  <a:pt x="4899589" y="617196"/>
                </a:lnTo>
                <a:lnTo>
                  <a:pt x="4909085" y="626691"/>
                </a:lnTo>
                <a:lnTo>
                  <a:pt x="4918580" y="626691"/>
                </a:lnTo>
                <a:lnTo>
                  <a:pt x="4928075" y="626691"/>
                </a:lnTo>
                <a:lnTo>
                  <a:pt x="4937570" y="626691"/>
                </a:lnTo>
                <a:lnTo>
                  <a:pt x="4947066" y="617196"/>
                </a:lnTo>
                <a:lnTo>
                  <a:pt x="4956561" y="626691"/>
                </a:lnTo>
                <a:lnTo>
                  <a:pt x="4966057" y="626691"/>
                </a:lnTo>
                <a:lnTo>
                  <a:pt x="4975552" y="626691"/>
                </a:lnTo>
                <a:lnTo>
                  <a:pt x="4985047" y="626691"/>
                </a:lnTo>
                <a:lnTo>
                  <a:pt x="4994543" y="617196"/>
                </a:lnTo>
                <a:lnTo>
                  <a:pt x="5004038" y="626691"/>
                </a:lnTo>
                <a:lnTo>
                  <a:pt x="5013533" y="626691"/>
                </a:lnTo>
                <a:lnTo>
                  <a:pt x="5023028" y="626691"/>
                </a:lnTo>
                <a:lnTo>
                  <a:pt x="5032524" y="626691"/>
                </a:lnTo>
                <a:lnTo>
                  <a:pt x="5042019" y="617196"/>
                </a:lnTo>
                <a:lnTo>
                  <a:pt x="5051514" y="626691"/>
                </a:lnTo>
                <a:lnTo>
                  <a:pt x="5061010" y="626691"/>
                </a:lnTo>
                <a:lnTo>
                  <a:pt x="5070505" y="626691"/>
                </a:lnTo>
                <a:lnTo>
                  <a:pt x="5080000" y="626691"/>
                </a:lnTo>
                <a:lnTo>
                  <a:pt x="5089496" y="617196"/>
                </a:lnTo>
                <a:lnTo>
                  <a:pt x="5098991" y="626691"/>
                </a:lnTo>
                <a:lnTo>
                  <a:pt x="5108487" y="626691"/>
                </a:lnTo>
                <a:lnTo>
                  <a:pt x="5117981" y="626691"/>
                </a:lnTo>
                <a:lnTo>
                  <a:pt x="5127477" y="626691"/>
                </a:lnTo>
                <a:lnTo>
                  <a:pt x="5136973" y="607701"/>
                </a:lnTo>
                <a:lnTo>
                  <a:pt x="5146468" y="626691"/>
                </a:lnTo>
                <a:lnTo>
                  <a:pt x="5155963" y="626691"/>
                </a:lnTo>
                <a:lnTo>
                  <a:pt x="5165458" y="626691"/>
                </a:lnTo>
                <a:lnTo>
                  <a:pt x="5174954" y="626691"/>
                </a:lnTo>
                <a:lnTo>
                  <a:pt x="5184449" y="588710"/>
                </a:lnTo>
                <a:lnTo>
                  <a:pt x="5193944" y="626691"/>
                </a:lnTo>
                <a:lnTo>
                  <a:pt x="5203440" y="626691"/>
                </a:lnTo>
                <a:lnTo>
                  <a:pt x="5212935" y="626691"/>
                </a:lnTo>
                <a:lnTo>
                  <a:pt x="5222430" y="626691"/>
                </a:lnTo>
                <a:lnTo>
                  <a:pt x="5231926" y="617196"/>
                </a:lnTo>
                <a:lnTo>
                  <a:pt x="5241421" y="626691"/>
                </a:lnTo>
                <a:lnTo>
                  <a:pt x="5250916" y="626691"/>
                </a:lnTo>
                <a:lnTo>
                  <a:pt x="5260412" y="626691"/>
                </a:lnTo>
                <a:lnTo>
                  <a:pt x="5269907" y="626691"/>
                </a:lnTo>
                <a:lnTo>
                  <a:pt x="5279403" y="617196"/>
                </a:lnTo>
                <a:lnTo>
                  <a:pt x="5288897" y="607701"/>
                </a:lnTo>
                <a:lnTo>
                  <a:pt x="5298393" y="626691"/>
                </a:lnTo>
                <a:lnTo>
                  <a:pt x="5307889" y="626691"/>
                </a:lnTo>
                <a:lnTo>
                  <a:pt x="5317383" y="626691"/>
                </a:lnTo>
                <a:lnTo>
                  <a:pt x="5326879" y="607701"/>
                </a:lnTo>
                <a:lnTo>
                  <a:pt x="5336374" y="607701"/>
                </a:lnTo>
                <a:lnTo>
                  <a:pt x="5345870" y="626691"/>
                </a:lnTo>
                <a:lnTo>
                  <a:pt x="5355365" y="626691"/>
                </a:lnTo>
                <a:lnTo>
                  <a:pt x="5364860" y="626691"/>
                </a:lnTo>
                <a:lnTo>
                  <a:pt x="5374356" y="626691"/>
                </a:lnTo>
                <a:lnTo>
                  <a:pt x="5383851" y="598205"/>
                </a:lnTo>
                <a:lnTo>
                  <a:pt x="5393346" y="626691"/>
                </a:lnTo>
                <a:lnTo>
                  <a:pt x="5402842" y="626691"/>
                </a:lnTo>
                <a:lnTo>
                  <a:pt x="5412337" y="626691"/>
                </a:lnTo>
                <a:lnTo>
                  <a:pt x="5421832" y="626691"/>
                </a:lnTo>
                <a:lnTo>
                  <a:pt x="5431327" y="617196"/>
                </a:lnTo>
                <a:lnTo>
                  <a:pt x="5440823" y="626691"/>
                </a:lnTo>
                <a:lnTo>
                  <a:pt x="5450319" y="626691"/>
                </a:lnTo>
                <a:lnTo>
                  <a:pt x="5459813" y="626691"/>
                </a:lnTo>
                <a:lnTo>
                  <a:pt x="5469309" y="626691"/>
                </a:lnTo>
                <a:lnTo>
                  <a:pt x="5478804" y="598205"/>
                </a:lnTo>
                <a:lnTo>
                  <a:pt x="5488299" y="626691"/>
                </a:lnTo>
                <a:lnTo>
                  <a:pt x="5497795" y="626691"/>
                </a:lnTo>
                <a:lnTo>
                  <a:pt x="5507290" y="626691"/>
                </a:lnTo>
                <a:lnTo>
                  <a:pt x="5516786" y="626691"/>
                </a:lnTo>
                <a:lnTo>
                  <a:pt x="5526281" y="617196"/>
                </a:lnTo>
                <a:lnTo>
                  <a:pt x="5535776" y="626691"/>
                </a:lnTo>
                <a:lnTo>
                  <a:pt x="5545272" y="626691"/>
                </a:lnTo>
                <a:lnTo>
                  <a:pt x="5554766" y="626691"/>
                </a:lnTo>
                <a:lnTo>
                  <a:pt x="5564262" y="626691"/>
                </a:lnTo>
                <a:lnTo>
                  <a:pt x="5573758" y="617196"/>
                </a:lnTo>
                <a:lnTo>
                  <a:pt x="5583253" y="626691"/>
                </a:lnTo>
                <a:lnTo>
                  <a:pt x="5592748" y="626691"/>
                </a:lnTo>
                <a:lnTo>
                  <a:pt x="5602243" y="626691"/>
                </a:lnTo>
                <a:lnTo>
                  <a:pt x="5611739" y="626691"/>
                </a:lnTo>
                <a:lnTo>
                  <a:pt x="5621234" y="617196"/>
                </a:lnTo>
                <a:lnTo>
                  <a:pt x="5630729" y="626691"/>
                </a:lnTo>
                <a:lnTo>
                  <a:pt x="5640225" y="626691"/>
                </a:lnTo>
                <a:lnTo>
                  <a:pt x="5649720" y="626691"/>
                </a:lnTo>
                <a:lnTo>
                  <a:pt x="5659215" y="626691"/>
                </a:lnTo>
                <a:lnTo>
                  <a:pt x="5668711" y="617196"/>
                </a:lnTo>
                <a:lnTo>
                  <a:pt x="5678206" y="626691"/>
                </a:lnTo>
                <a:lnTo>
                  <a:pt x="5687702" y="626691"/>
                </a:lnTo>
                <a:lnTo>
                  <a:pt x="5697197" y="626691"/>
                </a:lnTo>
                <a:lnTo>
                  <a:pt x="5706692" y="626691"/>
                </a:lnTo>
                <a:lnTo>
                  <a:pt x="5716188" y="617196"/>
                </a:lnTo>
                <a:lnTo>
                  <a:pt x="5725682" y="626691"/>
                </a:lnTo>
                <a:lnTo>
                  <a:pt x="5735178" y="626691"/>
                </a:lnTo>
                <a:lnTo>
                  <a:pt x="5744673" y="626691"/>
                </a:lnTo>
                <a:lnTo>
                  <a:pt x="5754169" y="626691"/>
                </a:lnTo>
                <a:lnTo>
                  <a:pt x="5763664" y="617196"/>
                </a:lnTo>
                <a:lnTo>
                  <a:pt x="5773159" y="617196"/>
                </a:lnTo>
                <a:lnTo>
                  <a:pt x="5782655" y="626691"/>
                </a:lnTo>
                <a:lnTo>
                  <a:pt x="5792150" y="626691"/>
                </a:lnTo>
                <a:lnTo>
                  <a:pt x="5801645" y="626691"/>
                </a:lnTo>
                <a:lnTo>
                  <a:pt x="5811141" y="626691"/>
                </a:lnTo>
                <a:lnTo>
                  <a:pt x="5820636" y="617196"/>
                </a:lnTo>
                <a:lnTo>
                  <a:pt x="5830131" y="626691"/>
                </a:lnTo>
                <a:lnTo>
                  <a:pt x="5839627" y="626691"/>
                </a:lnTo>
                <a:lnTo>
                  <a:pt x="5849122" y="626691"/>
                </a:lnTo>
                <a:lnTo>
                  <a:pt x="5858618" y="626691"/>
                </a:lnTo>
                <a:lnTo>
                  <a:pt x="5868112" y="607701"/>
                </a:lnTo>
                <a:lnTo>
                  <a:pt x="5877608" y="626691"/>
                </a:lnTo>
                <a:lnTo>
                  <a:pt x="5887104" y="626691"/>
                </a:lnTo>
                <a:lnTo>
                  <a:pt x="5896598" y="626691"/>
                </a:lnTo>
                <a:lnTo>
                  <a:pt x="5906094" y="626691"/>
                </a:lnTo>
                <a:lnTo>
                  <a:pt x="5915589" y="617196"/>
                </a:lnTo>
                <a:lnTo>
                  <a:pt x="5925085" y="626691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598205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26691"/>
                </a:lnTo>
                <a:lnTo>
                  <a:pt x="6010543" y="617196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07701"/>
                </a:lnTo>
                <a:lnTo>
                  <a:pt x="6067514" y="617196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626691"/>
                </a:lnTo>
                <a:lnTo>
                  <a:pt x="6105496" y="617196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17196"/>
                </a:lnTo>
                <a:lnTo>
                  <a:pt x="6162468" y="617196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26691"/>
                </a:lnTo>
                <a:lnTo>
                  <a:pt x="6200449" y="617196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17196"/>
                </a:lnTo>
                <a:lnTo>
                  <a:pt x="6257421" y="617196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626691"/>
                </a:lnTo>
                <a:lnTo>
                  <a:pt x="6304897" y="617196"/>
                </a:lnTo>
                <a:lnTo>
                  <a:pt x="6314393" y="62669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17196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626691"/>
                </a:lnTo>
                <a:lnTo>
                  <a:pt x="6399851" y="617196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17196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617196"/>
                </a:lnTo>
                <a:lnTo>
                  <a:pt x="6504299" y="62669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17196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26691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17196"/>
                </a:lnTo>
                <a:lnTo>
                  <a:pt x="6646729" y="617196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626691"/>
                </a:lnTo>
                <a:lnTo>
                  <a:pt x="6694206" y="617196"/>
                </a:lnTo>
                <a:lnTo>
                  <a:pt x="6703702" y="626691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17196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17196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17196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626691"/>
                </a:lnTo>
                <a:lnTo>
                  <a:pt x="6884112" y="617196"/>
                </a:lnTo>
                <a:lnTo>
                  <a:pt x="6893608" y="626691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17196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17196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17196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626691"/>
                </a:lnTo>
                <a:lnTo>
                  <a:pt x="7083514" y="626691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17196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26691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17196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26691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17196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17196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26691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17196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626691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17196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626691"/>
                </a:lnTo>
                <a:lnTo>
                  <a:pt x="7662729" y="626691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26691"/>
                </a:lnTo>
                <a:lnTo>
                  <a:pt x="7757682" y="617196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17196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26691"/>
                </a:lnTo>
                <a:lnTo>
                  <a:pt x="7852636" y="626691"/>
                </a:lnTo>
                <a:lnTo>
                  <a:pt x="7862131" y="626691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26691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26691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17196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26691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26691"/>
                </a:lnTo>
                <a:lnTo>
                  <a:pt x="8241944" y="626691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26691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26691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26691"/>
                </a:lnTo>
                <a:lnTo>
                  <a:pt x="8536300" y="626691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26691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26691"/>
                </a:lnTo>
                <a:lnTo>
                  <a:pt x="8726206" y="626691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26691"/>
                </a:lnTo>
                <a:lnTo>
                  <a:pt x="8830655" y="626691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17196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26691"/>
                </a:lnTo>
                <a:lnTo>
                  <a:pt x="9020561" y="626691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26691"/>
                </a:lnTo>
                <a:lnTo>
                  <a:pt x="9115514" y="626691"/>
                </a:lnTo>
                <a:lnTo>
                  <a:pt x="9125010" y="626691"/>
                </a:lnTo>
                <a:lnTo>
                  <a:pt x="9134505" y="626691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26691"/>
                </a:lnTo>
                <a:lnTo>
                  <a:pt x="9191477" y="626691"/>
                </a:lnTo>
                <a:lnTo>
                  <a:pt x="9200973" y="626691"/>
                </a:lnTo>
                <a:lnTo>
                  <a:pt x="9210468" y="626691"/>
                </a:lnTo>
                <a:lnTo>
                  <a:pt x="9219963" y="626691"/>
                </a:lnTo>
                <a:lnTo>
                  <a:pt x="9229458" y="626691"/>
                </a:lnTo>
                <a:lnTo>
                  <a:pt x="9238954" y="626691"/>
                </a:lnTo>
                <a:lnTo>
                  <a:pt x="9248450" y="626691"/>
                </a:lnTo>
                <a:lnTo>
                  <a:pt x="9257944" y="626691"/>
                </a:lnTo>
                <a:lnTo>
                  <a:pt x="9267440" y="626691"/>
                </a:lnTo>
                <a:lnTo>
                  <a:pt x="9276935" y="626691"/>
                </a:lnTo>
                <a:lnTo>
                  <a:pt x="9286430" y="626691"/>
                </a:lnTo>
                <a:lnTo>
                  <a:pt x="9295926" y="626691"/>
                </a:lnTo>
                <a:lnTo>
                  <a:pt x="9305421" y="626691"/>
                </a:lnTo>
                <a:lnTo>
                  <a:pt x="9314917" y="626691"/>
                </a:lnTo>
                <a:lnTo>
                  <a:pt x="9324412" y="626691"/>
                </a:lnTo>
                <a:lnTo>
                  <a:pt x="9333907" y="626691"/>
                </a:lnTo>
                <a:lnTo>
                  <a:pt x="9343403" y="626691"/>
                </a:lnTo>
                <a:lnTo>
                  <a:pt x="9352897" y="626691"/>
                </a:lnTo>
                <a:lnTo>
                  <a:pt x="9362393" y="626691"/>
                </a:lnTo>
                <a:lnTo>
                  <a:pt x="9371889" y="626691"/>
                </a:lnTo>
                <a:lnTo>
                  <a:pt x="9381384" y="626691"/>
                </a:lnTo>
                <a:lnTo>
                  <a:pt x="9390879" y="626691"/>
                </a:lnTo>
                <a:lnTo>
                  <a:pt x="9400374" y="626691"/>
                </a:lnTo>
                <a:lnTo>
                  <a:pt x="9409870" y="626691"/>
                </a:lnTo>
                <a:lnTo>
                  <a:pt x="9419365" y="626691"/>
                </a:lnTo>
                <a:lnTo>
                  <a:pt x="9428860" y="626691"/>
                </a:lnTo>
                <a:lnTo>
                  <a:pt x="9438356" y="626691"/>
                </a:lnTo>
                <a:lnTo>
                  <a:pt x="9447851" y="626691"/>
                </a:lnTo>
                <a:lnTo>
                  <a:pt x="9457346" y="626691"/>
                </a:lnTo>
                <a:lnTo>
                  <a:pt x="9466842" y="626691"/>
                </a:lnTo>
                <a:lnTo>
                  <a:pt x="9476337" y="626691"/>
                </a:lnTo>
                <a:lnTo>
                  <a:pt x="9485833" y="626691"/>
                </a:lnTo>
                <a:lnTo>
                  <a:pt x="9495327" y="626691"/>
                </a:lnTo>
                <a:lnTo>
                  <a:pt x="9504823" y="617196"/>
                </a:lnTo>
                <a:lnTo>
                  <a:pt x="9514319" y="626691"/>
                </a:lnTo>
                <a:lnTo>
                  <a:pt x="9523813" y="626691"/>
                </a:lnTo>
                <a:lnTo>
                  <a:pt x="9533309" y="626691"/>
                </a:lnTo>
                <a:lnTo>
                  <a:pt x="9542804" y="626691"/>
                </a:lnTo>
                <a:lnTo>
                  <a:pt x="9552300" y="617196"/>
                </a:lnTo>
                <a:lnTo>
                  <a:pt x="9561795" y="626691"/>
                </a:lnTo>
                <a:lnTo>
                  <a:pt x="9571290" y="626691"/>
                </a:lnTo>
                <a:lnTo>
                  <a:pt x="9580786" y="626691"/>
                </a:lnTo>
                <a:lnTo>
                  <a:pt x="9590281" y="626691"/>
                </a:lnTo>
                <a:lnTo>
                  <a:pt x="9599776" y="626691"/>
                </a:lnTo>
                <a:lnTo>
                  <a:pt x="9609272" y="626691"/>
                </a:lnTo>
                <a:lnTo>
                  <a:pt x="9618767" y="626691"/>
                </a:lnTo>
                <a:lnTo>
                  <a:pt x="9628262" y="626691"/>
                </a:lnTo>
                <a:lnTo>
                  <a:pt x="9637758" y="626691"/>
                </a:lnTo>
                <a:lnTo>
                  <a:pt x="9647253" y="626691"/>
                </a:lnTo>
                <a:lnTo>
                  <a:pt x="9656748" y="626691"/>
                </a:lnTo>
                <a:lnTo>
                  <a:pt x="9666243" y="626691"/>
                </a:lnTo>
                <a:lnTo>
                  <a:pt x="9675739" y="626691"/>
                </a:lnTo>
                <a:lnTo>
                  <a:pt x="9685234" y="626691"/>
                </a:lnTo>
                <a:lnTo>
                  <a:pt x="9694729" y="626691"/>
                </a:lnTo>
              </a:path>
            </a:pathLst>
          </a:custGeom>
          <a:noFill/>
          <a:ln w="12700" cap="flat" cmpd="sng" algn="ctr">
            <a:solidFill>
              <a:srgbClr val="00008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A001DC6-20B1-7295-D8DA-DD361F7EE859}"/>
              </a:ext>
            </a:extLst>
          </p:cNvPr>
          <p:cNvSpPr txBox="1"/>
          <p:nvPr/>
        </p:nvSpPr>
        <p:spPr>
          <a:xfrm>
            <a:off x="2020541" y="1882750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6F41FA8-9C6B-AFB5-3098-713F435AD4C5}"/>
              </a:ext>
            </a:extLst>
          </p:cNvPr>
          <p:cNvSpPr txBox="1"/>
          <p:nvPr/>
        </p:nvSpPr>
        <p:spPr>
          <a:xfrm>
            <a:off x="2172467" y="1901741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7C346BD-39A4-E19C-C4D3-DED5B2B20158}"/>
              </a:ext>
            </a:extLst>
          </p:cNvPr>
          <p:cNvSpPr txBox="1"/>
          <p:nvPr/>
        </p:nvSpPr>
        <p:spPr>
          <a:xfrm>
            <a:off x="5220467" y="1911236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79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9EC18C1-220B-80AF-99BF-E476DECD15DB}"/>
              </a:ext>
            </a:extLst>
          </p:cNvPr>
          <p:cNvSpPr txBox="1"/>
          <p:nvPr/>
        </p:nvSpPr>
        <p:spPr>
          <a:xfrm>
            <a:off x="3435345" y="1920732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42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E7CB718-6CF2-183B-A133-F90C8D834AC1}"/>
              </a:ext>
            </a:extLst>
          </p:cNvPr>
          <p:cNvSpPr txBox="1"/>
          <p:nvPr/>
        </p:nvSpPr>
        <p:spPr>
          <a:xfrm>
            <a:off x="2656728" y="1930227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27811AD-B34B-1855-57EB-854580B35731}"/>
              </a:ext>
            </a:extLst>
          </p:cNvPr>
          <p:cNvSpPr txBox="1"/>
          <p:nvPr/>
        </p:nvSpPr>
        <p:spPr>
          <a:xfrm>
            <a:off x="3577775" y="2025180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45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69BA2BA-3C66-5AEE-551A-1D4F3E9203B3}"/>
              </a:ext>
            </a:extLst>
          </p:cNvPr>
          <p:cNvSpPr txBox="1"/>
          <p:nvPr/>
        </p:nvSpPr>
        <p:spPr>
          <a:xfrm>
            <a:off x="4261439" y="2044171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59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66BF3D5-D2BA-1272-F140-FF881FF4FEE5}"/>
              </a:ext>
            </a:extLst>
          </p:cNvPr>
          <p:cNvSpPr txBox="1"/>
          <p:nvPr/>
        </p:nvSpPr>
        <p:spPr>
          <a:xfrm>
            <a:off x="4451345" y="2053666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63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DE323BB-47CC-6FC8-02FD-D2616B019D2F}"/>
              </a:ext>
            </a:extLst>
          </p:cNvPr>
          <p:cNvSpPr txBox="1"/>
          <p:nvPr/>
        </p:nvSpPr>
        <p:spPr>
          <a:xfrm>
            <a:off x="4840653" y="2063161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71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43551FC-2C2F-4722-70F2-2C3A568725FB}"/>
              </a:ext>
            </a:extLst>
          </p:cNvPr>
          <p:cNvSpPr txBox="1"/>
          <p:nvPr/>
        </p:nvSpPr>
        <p:spPr>
          <a:xfrm>
            <a:off x="4745700" y="1901741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69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4A9B8AB-D973-6A1C-EF4E-389CABDB8E3E}"/>
              </a:ext>
            </a:extLst>
          </p:cNvPr>
          <p:cNvSpPr txBox="1"/>
          <p:nvPr/>
        </p:nvSpPr>
        <p:spPr>
          <a:xfrm>
            <a:off x="3767682" y="2101143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49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60B34F5-04A4-1914-370D-C5996358F064}"/>
              </a:ext>
            </a:extLst>
          </p:cNvPr>
          <p:cNvSpPr txBox="1"/>
          <p:nvPr/>
        </p:nvSpPr>
        <p:spPr>
          <a:xfrm>
            <a:off x="1452785" y="1506730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*25 june 25-spot 1-1-10-negative-400 um-002~pb1.tdc - Ions 400µm 92675862 cts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5A9D53C-1E3D-B069-5352-37F656B161E2}"/>
              </a:ext>
            </a:extLst>
          </p:cNvPr>
          <p:cNvSpPr txBox="1"/>
          <p:nvPr/>
        </p:nvSpPr>
        <p:spPr>
          <a:xfrm>
            <a:off x="1296708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79.80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4477DF9-16FC-D4D3-BCC4-7CABB41E0341}"/>
              </a:ext>
            </a:extLst>
          </p:cNvPr>
          <p:cNvSpPr txBox="1"/>
          <p:nvPr/>
        </p:nvSpPr>
        <p:spPr>
          <a:xfrm>
            <a:off x="3233755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79.85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8ECD2C0-98FF-635F-04AD-01BAE7EDA0A6}"/>
              </a:ext>
            </a:extLst>
          </p:cNvPr>
          <p:cNvSpPr txBox="1"/>
          <p:nvPr/>
        </p:nvSpPr>
        <p:spPr>
          <a:xfrm>
            <a:off x="5170801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79.90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6525FE6-898D-8DF3-E9A4-0B67FFE1E9C5}"/>
              </a:ext>
            </a:extLst>
          </p:cNvPr>
          <p:cNvSpPr txBox="1"/>
          <p:nvPr/>
        </p:nvSpPr>
        <p:spPr>
          <a:xfrm>
            <a:off x="7117344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79.95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E7CC778-FDA3-CA21-07DB-EF477A280CC1}"/>
              </a:ext>
            </a:extLst>
          </p:cNvPr>
          <p:cNvSpPr txBox="1"/>
          <p:nvPr/>
        </p:nvSpPr>
        <p:spPr>
          <a:xfrm>
            <a:off x="9054390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80.00</a:t>
            </a: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DB7E74F5-3A23-08AE-4265-4F636F6B7EC0}"/>
              </a:ext>
            </a:extLst>
          </p:cNvPr>
          <p:cNvSpPr/>
          <p:nvPr/>
        </p:nvSpPr>
        <p:spPr bwMode="auto">
          <a:xfrm>
            <a:off x="1547738" y="3760150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379813" y="0"/>
                </a:lnTo>
                <a:lnTo>
                  <a:pt x="379813" y="47476"/>
                </a:lnTo>
                <a:lnTo>
                  <a:pt x="379813" y="0"/>
                </a:lnTo>
                <a:lnTo>
                  <a:pt x="769122" y="0"/>
                </a:lnTo>
                <a:lnTo>
                  <a:pt x="769122" y="47476"/>
                </a:lnTo>
                <a:lnTo>
                  <a:pt x="769122" y="0"/>
                </a:lnTo>
                <a:lnTo>
                  <a:pt x="1158430" y="0"/>
                </a:lnTo>
                <a:lnTo>
                  <a:pt x="1158430" y="47476"/>
                </a:lnTo>
                <a:lnTo>
                  <a:pt x="1158430" y="0"/>
                </a:lnTo>
                <a:lnTo>
                  <a:pt x="1547739" y="0"/>
                </a:lnTo>
                <a:lnTo>
                  <a:pt x="1547739" y="47476"/>
                </a:lnTo>
                <a:lnTo>
                  <a:pt x="1547739" y="0"/>
                </a:lnTo>
                <a:lnTo>
                  <a:pt x="1937047" y="0"/>
                </a:lnTo>
                <a:lnTo>
                  <a:pt x="1937047" y="75962"/>
                </a:lnTo>
                <a:lnTo>
                  <a:pt x="1937047" y="0"/>
                </a:lnTo>
                <a:lnTo>
                  <a:pt x="2326355" y="0"/>
                </a:lnTo>
                <a:lnTo>
                  <a:pt x="2326355" y="47476"/>
                </a:lnTo>
                <a:lnTo>
                  <a:pt x="2326355" y="0"/>
                </a:lnTo>
                <a:lnTo>
                  <a:pt x="2715664" y="0"/>
                </a:lnTo>
                <a:lnTo>
                  <a:pt x="2715664" y="47476"/>
                </a:lnTo>
                <a:lnTo>
                  <a:pt x="2715664" y="0"/>
                </a:lnTo>
                <a:lnTo>
                  <a:pt x="3104972" y="0"/>
                </a:lnTo>
                <a:lnTo>
                  <a:pt x="3104972" y="47476"/>
                </a:lnTo>
                <a:lnTo>
                  <a:pt x="3104972" y="0"/>
                </a:lnTo>
                <a:lnTo>
                  <a:pt x="3484785" y="0"/>
                </a:lnTo>
                <a:lnTo>
                  <a:pt x="3484785" y="47476"/>
                </a:lnTo>
                <a:lnTo>
                  <a:pt x="3484785" y="0"/>
                </a:lnTo>
                <a:lnTo>
                  <a:pt x="3874094" y="0"/>
                </a:lnTo>
                <a:lnTo>
                  <a:pt x="3874094" y="75962"/>
                </a:lnTo>
                <a:lnTo>
                  <a:pt x="3874094" y="0"/>
                </a:lnTo>
                <a:lnTo>
                  <a:pt x="4263402" y="0"/>
                </a:lnTo>
                <a:lnTo>
                  <a:pt x="4263402" y="47476"/>
                </a:lnTo>
                <a:lnTo>
                  <a:pt x="4263402" y="0"/>
                </a:lnTo>
                <a:lnTo>
                  <a:pt x="4652711" y="0"/>
                </a:lnTo>
                <a:lnTo>
                  <a:pt x="4652711" y="47476"/>
                </a:lnTo>
                <a:lnTo>
                  <a:pt x="4652711" y="0"/>
                </a:lnTo>
                <a:lnTo>
                  <a:pt x="5042019" y="0"/>
                </a:lnTo>
                <a:lnTo>
                  <a:pt x="5042019" y="47476"/>
                </a:lnTo>
                <a:lnTo>
                  <a:pt x="5042019" y="0"/>
                </a:lnTo>
                <a:lnTo>
                  <a:pt x="5431327" y="0"/>
                </a:lnTo>
                <a:lnTo>
                  <a:pt x="5431327" y="47476"/>
                </a:lnTo>
                <a:lnTo>
                  <a:pt x="5431327" y="0"/>
                </a:lnTo>
                <a:lnTo>
                  <a:pt x="5820636" y="0"/>
                </a:lnTo>
                <a:lnTo>
                  <a:pt x="5820636" y="75962"/>
                </a:lnTo>
                <a:lnTo>
                  <a:pt x="5820636" y="0"/>
                </a:lnTo>
                <a:lnTo>
                  <a:pt x="6209944" y="0"/>
                </a:lnTo>
                <a:lnTo>
                  <a:pt x="6209944" y="47476"/>
                </a:lnTo>
                <a:lnTo>
                  <a:pt x="6209944" y="0"/>
                </a:lnTo>
                <a:lnTo>
                  <a:pt x="6589758" y="0"/>
                </a:lnTo>
                <a:lnTo>
                  <a:pt x="6589758" y="47476"/>
                </a:lnTo>
                <a:lnTo>
                  <a:pt x="6589758" y="0"/>
                </a:lnTo>
                <a:lnTo>
                  <a:pt x="6979066" y="0"/>
                </a:lnTo>
                <a:lnTo>
                  <a:pt x="6979066" y="47476"/>
                </a:lnTo>
                <a:lnTo>
                  <a:pt x="6979066" y="0"/>
                </a:lnTo>
                <a:lnTo>
                  <a:pt x="7368374" y="0"/>
                </a:lnTo>
                <a:lnTo>
                  <a:pt x="7368374" y="47476"/>
                </a:lnTo>
                <a:lnTo>
                  <a:pt x="7368374" y="0"/>
                </a:lnTo>
                <a:lnTo>
                  <a:pt x="7757682" y="0"/>
                </a:lnTo>
                <a:lnTo>
                  <a:pt x="7757682" y="75962"/>
                </a:lnTo>
                <a:lnTo>
                  <a:pt x="7757682" y="0"/>
                </a:lnTo>
                <a:lnTo>
                  <a:pt x="8146991" y="0"/>
                </a:lnTo>
                <a:lnTo>
                  <a:pt x="8146991" y="47476"/>
                </a:lnTo>
                <a:lnTo>
                  <a:pt x="8146991" y="0"/>
                </a:lnTo>
                <a:lnTo>
                  <a:pt x="8536300" y="0"/>
                </a:lnTo>
                <a:lnTo>
                  <a:pt x="8536300" y="47476"/>
                </a:lnTo>
                <a:lnTo>
                  <a:pt x="8536300" y="0"/>
                </a:lnTo>
                <a:lnTo>
                  <a:pt x="8925608" y="0"/>
                </a:lnTo>
                <a:lnTo>
                  <a:pt x="8925608" y="47476"/>
                </a:lnTo>
                <a:lnTo>
                  <a:pt x="8925608" y="0"/>
                </a:lnTo>
                <a:lnTo>
                  <a:pt x="9314917" y="0"/>
                </a:lnTo>
                <a:lnTo>
                  <a:pt x="9314917" y="47476"/>
                </a:lnTo>
                <a:lnTo>
                  <a:pt x="9314917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9E47D5E-CEBD-197A-43E4-18AF45EDFD21}"/>
              </a:ext>
            </a:extLst>
          </p:cNvPr>
          <p:cNvSpPr txBox="1"/>
          <p:nvPr/>
        </p:nvSpPr>
        <p:spPr>
          <a:xfrm>
            <a:off x="5968482" y="4016523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4C7B1C9-632A-F9BF-4A38-EC2B3DB6E794}"/>
              </a:ext>
            </a:extLst>
          </p:cNvPr>
          <p:cNvSpPr/>
          <p:nvPr/>
        </p:nvSpPr>
        <p:spPr bwMode="auto">
          <a:xfrm>
            <a:off x="1547738" y="3010019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0FB4D29-8EC7-85AF-C050-450767FBE530}"/>
              </a:ext>
            </a:extLst>
          </p:cNvPr>
          <p:cNvSpPr txBox="1"/>
          <p:nvPr/>
        </p:nvSpPr>
        <p:spPr>
          <a:xfrm>
            <a:off x="1193617" y="3641787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FEA35D7-5D6D-F419-3235-E6EA2A922590}"/>
              </a:ext>
            </a:extLst>
          </p:cNvPr>
          <p:cNvSpPr txBox="1"/>
          <p:nvPr/>
        </p:nvSpPr>
        <p:spPr>
          <a:xfrm>
            <a:off x="1193617" y="3546834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9664F78-47BB-70FA-DFE0-0CBECBFE0673}"/>
              </a:ext>
            </a:extLst>
          </p:cNvPr>
          <p:cNvSpPr txBox="1"/>
          <p:nvPr/>
        </p:nvSpPr>
        <p:spPr>
          <a:xfrm>
            <a:off x="1193617" y="3451880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F8C6E72-7121-2E18-416B-85171BD9C6ED}"/>
              </a:ext>
            </a:extLst>
          </p:cNvPr>
          <p:cNvSpPr txBox="1"/>
          <p:nvPr/>
        </p:nvSpPr>
        <p:spPr>
          <a:xfrm>
            <a:off x="1193617" y="3356927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3E38AB8-7FC9-EE41-E389-E78C9161B17D}"/>
              </a:ext>
            </a:extLst>
          </p:cNvPr>
          <p:cNvSpPr txBox="1"/>
          <p:nvPr/>
        </p:nvSpPr>
        <p:spPr>
          <a:xfrm>
            <a:off x="1193617" y="3261974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E2E6792-9A70-43CC-4141-7FA9AD735A82}"/>
              </a:ext>
            </a:extLst>
          </p:cNvPr>
          <p:cNvSpPr txBox="1"/>
          <p:nvPr/>
        </p:nvSpPr>
        <p:spPr>
          <a:xfrm>
            <a:off x="1193617" y="3167020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87D59A2-860F-4F6A-D929-DF4496772069}"/>
              </a:ext>
            </a:extLst>
          </p:cNvPr>
          <p:cNvSpPr txBox="1"/>
          <p:nvPr/>
        </p:nvSpPr>
        <p:spPr>
          <a:xfrm>
            <a:off x="1193617" y="3072067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F38B17D-F7CC-EEE2-B8AE-E1B3564628F0}"/>
              </a:ext>
            </a:extLst>
          </p:cNvPr>
          <p:cNvSpPr txBox="1"/>
          <p:nvPr/>
        </p:nvSpPr>
        <p:spPr>
          <a:xfrm>
            <a:off x="1193617" y="2977114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1.4</a:t>
            </a: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27099137-D5DC-50B7-7C08-98A826031CAD}"/>
              </a:ext>
            </a:extLst>
          </p:cNvPr>
          <p:cNvSpPr/>
          <p:nvPr/>
        </p:nvSpPr>
        <p:spPr bwMode="auto">
          <a:xfrm>
            <a:off x="1471776" y="3010019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21645"/>
                </a:lnTo>
                <a:lnTo>
                  <a:pt x="28486" y="721645"/>
                </a:lnTo>
                <a:lnTo>
                  <a:pt x="75962" y="721645"/>
                </a:lnTo>
                <a:lnTo>
                  <a:pt x="75962" y="702654"/>
                </a:lnTo>
                <a:lnTo>
                  <a:pt x="28486" y="702654"/>
                </a:lnTo>
                <a:lnTo>
                  <a:pt x="75962" y="702654"/>
                </a:lnTo>
                <a:lnTo>
                  <a:pt x="75962" y="674168"/>
                </a:lnTo>
                <a:lnTo>
                  <a:pt x="28486" y="674168"/>
                </a:lnTo>
                <a:lnTo>
                  <a:pt x="75962" y="674168"/>
                </a:lnTo>
                <a:lnTo>
                  <a:pt x="75962" y="655177"/>
                </a:lnTo>
                <a:lnTo>
                  <a:pt x="0" y="655177"/>
                </a:lnTo>
                <a:lnTo>
                  <a:pt x="75962" y="655177"/>
                </a:lnTo>
                <a:lnTo>
                  <a:pt x="75962" y="626691"/>
                </a:lnTo>
                <a:lnTo>
                  <a:pt x="28486" y="626691"/>
                </a:lnTo>
                <a:lnTo>
                  <a:pt x="75962" y="626691"/>
                </a:lnTo>
                <a:lnTo>
                  <a:pt x="75962" y="607701"/>
                </a:lnTo>
                <a:lnTo>
                  <a:pt x="28486" y="607701"/>
                </a:lnTo>
                <a:lnTo>
                  <a:pt x="75962" y="607701"/>
                </a:lnTo>
                <a:lnTo>
                  <a:pt x="75962" y="579215"/>
                </a:lnTo>
                <a:lnTo>
                  <a:pt x="28486" y="579215"/>
                </a:lnTo>
                <a:lnTo>
                  <a:pt x="75962" y="579215"/>
                </a:lnTo>
                <a:lnTo>
                  <a:pt x="75962" y="560224"/>
                </a:lnTo>
                <a:lnTo>
                  <a:pt x="0" y="560224"/>
                </a:lnTo>
                <a:lnTo>
                  <a:pt x="75962" y="560224"/>
                </a:lnTo>
                <a:lnTo>
                  <a:pt x="75962" y="531738"/>
                </a:lnTo>
                <a:lnTo>
                  <a:pt x="28486" y="531738"/>
                </a:lnTo>
                <a:lnTo>
                  <a:pt x="75962" y="531738"/>
                </a:lnTo>
                <a:lnTo>
                  <a:pt x="75962" y="512747"/>
                </a:lnTo>
                <a:lnTo>
                  <a:pt x="28486" y="512747"/>
                </a:lnTo>
                <a:lnTo>
                  <a:pt x="75962" y="512747"/>
                </a:lnTo>
                <a:lnTo>
                  <a:pt x="75962" y="484262"/>
                </a:lnTo>
                <a:lnTo>
                  <a:pt x="28486" y="484262"/>
                </a:lnTo>
                <a:lnTo>
                  <a:pt x="75962" y="484262"/>
                </a:lnTo>
                <a:lnTo>
                  <a:pt x="75962" y="465271"/>
                </a:lnTo>
                <a:lnTo>
                  <a:pt x="0" y="465271"/>
                </a:lnTo>
                <a:lnTo>
                  <a:pt x="75962" y="465271"/>
                </a:lnTo>
                <a:lnTo>
                  <a:pt x="75962" y="436785"/>
                </a:lnTo>
                <a:lnTo>
                  <a:pt x="28486" y="436785"/>
                </a:lnTo>
                <a:lnTo>
                  <a:pt x="75962" y="436785"/>
                </a:lnTo>
                <a:lnTo>
                  <a:pt x="75962" y="417794"/>
                </a:lnTo>
                <a:lnTo>
                  <a:pt x="28486" y="417794"/>
                </a:lnTo>
                <a:lnTo>
                  <a:pt x="75962" y="417794"/>
                </a:lnTo>
                <a:lnTo>
                  <a:pt x="75962" y="389308"/>
                </a:lnTo>
                <a:lnTo>
                  <a:pt x="28486" y="389308"/>
                </a:lnTo>
                <a:lnTo>
                  <a:pt x="75962" y="389308"/>
                </a:lnTo>
                <a:lnTo>
                  <a:pt x="75962" y="370318"/>
                </a:lnTo>
                <a:lnTo>
                  <a:pt x="0" y="370318"/>
                </a:lnTo>
                <a:lnTo>
                  <a:pt x="75962" y="370318"/>
                </a:lnTo>
                <a:lnTo>
                  <a:pt x="75962" y="341831"/>
                </a:lnTo>
                <a:lnTo>
                  <a:pt x="28486" y="341831"/>
                </a:lnTo>
                <a:lnTo>
                  <a:pt x="75962" y="341831"/>
                </a:lnTo>
                <a:lnTo>
                  <a:pt x="75962" y="322841"/>
                </a:lnTo>
                <a:lnTo>
                  <a:pt x="28486" y="322841"/>
                </a:lnTo>
                <a:lnTo>
                  <a:pt x="75962" y="322841"/>
                </a:lnTo>
                <a:lnTo>
                  <a:pt x="75962" y="294355"/>
                </a:lnTo>
                <a:lnTo>
                  <a:pt x="28486" y="294355"/>
                </a:lnTo>
                <a:lnTo>
                  <a:pt x="75962" y="294355"/>
                </a:lnTo>
                <a:lnTo>
                  <a:pt x="75962" y="275364"/>
                </a:lnTo>
                <a:lnTo>
                  <a:pt x="0" y="275364"/>
                </a:lnTo>
                <a:lnTo>
                  <a:pt x="75962" y="275364"/>
                </a:lnTo>
                <a:lnTo>
                  <a:pt x="75962" y="246878"/>
                </a:lnTo>
                <a:lnTo>
                  <a:pt x="28486" y="246878"/>
                </a:lnTo>
                <a:lnTo>
                  <a:pt x="75962" y="246878"/>
                </a:lnTo>
                <a:lnTo>
                  <a:pt x="75962" y="227888"/>
                </a:lnTo>
                <a:lnTo>
                  <a:pt x="28486" y="227888"/>
                </a:lnTo>
                <a:lnTo>
                  <a:pt x="75962" y="227888"/>
                </a:lnTo>
                <a:lnTo>
                  <a:pt x="75962" y="208897"/>
                </a:lnTo>
                <a:lnTo>
                  <a:pt x="28486" y="208897"/>
                </a:lnTo>
                <a:lnTo>
                  <a:pt x="75962" y="208897"/>
                </a:lnTo>
                <a:lnTo>
                  <a:pt x="75962" y="180411"/>
                </a:lnTo>
                <a:lnTo>
                  <a:pt x="0" y="180411"/>
                </a:lnTo>
                <a:lnTo>
                  <a:pt x="75962" y="180411"/>
                </a:lnTo>
                <a:lnTo>
                  <a:pt x="75962" y="161420"/>
                </a:lnTo>
                <a:lnTo>
                  <a:pt x="28486" y="161420"/>
                </a:lnTo>
                <a:lnTo>
                  <a:pt x="75962" y="161420"/>
                </a:lnTo>
                <a:lnTo>
                  <a:pt x="75962" y="132934"/>
                </a:lnTo>
                <a:lnTo>
                  <a:pt x="28486" y="132934"/>
                </a:lnTo>
                <a:lnTo>
                  <a:pt x="75962" y="132934"/>
                </a:lnTo>
                <a:lnTo>
                  <a:pt x="75962" y="113944"/>
                </a:lnTo>
                <a:lnTo>
                  <a:pt x="28486" y="113944"/>
                </a:lnTo>
                <a:lnTo>
                  <a:pt x="75962" y="113944"/>
                </a:lnTo>
                <a:lnTo>
                  <a:pt x="75962" y="85458"/>
                </a:lnTo>
                <a:lnTo>
                  <a:pt x="0" y="85458"/>
                </a:lnTo>
                <a:lnTo>
                  <a:pt x="75962" y="85458"/>
                </a:lnTo>
                <a:lnTo>
                  <a:pt x="75962" y="66467"/>
                </a:lnTo>
                <a:lnTo>
                  <a:pt x="28486" y="66467"/>
                </a:lnTo>
                <a:lnTo>
                  <a:pt x="75962" y="66467"/>
                </a:lnTo>
                <a:lnTo>
                  <a:pt x="75962" y="37981"/>
                </a:lnTo>
                <a:lnTo>
                  <a:pt x="28486" y="37981"/>
                </a:lnTo>
                <a:lnTo>
                  <a:pt x="75962" y="37981"/>
                </a:lnTo>
                <a:lnTo>
                  <a:pt x="75962" y="18990"/>
                </a:lnTo>
                <a:lnTo>
                  <a:pt x="28486" y="18990"/>
                </a:lnTo>
                <a:lnTo>
                  <a:pt x="75962" y="1899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2380C21-60BE-C61E-1108-785DC52891A1}"/>
              </a:ext>
            </a:extLst>
          </p:cNvPr>
          <p:cNvSpPr txBox="1"/>
          <p:nvPr/>
        </p:nvSpPr>
        <p:spPr>
          <a:xfrm>
            <a:off x="891253" y="3031947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Counts/1E4</a:t>
            </a: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F2F5D15-84F7-94BC-F487-D9636483A749}"/>
              </a:ext>
            </a:extLst>
          </p:cNvPr>
          <p:cNvSpPr/>
          <p:nvPr/>
        </p:nvSpPr>
        <p:spPr bwMode="auto">
          <a:xfrm>
            <a:off x="11251963" y="3010019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306FD70D-96A4-D255-890D-B0F2FA2676FA}"/>
              </a:ext>
            </a:extLst>
          </p:cNvPr>
          <p:cNvSpPr/>
          <p:nvPr/>
        </p:nvSpPr>
        <p:spPr bwMode="auto">
          <a:xfrm>
            <a:off x="1585720" y="3123963"/>
            <a:ext cx="9637758" cy="626692"/>
          </a:xfrm>
          <a:custGeom>
            <a:avLst/>
            <a:gdLst/>
            <a:ahLst/>
            <a:cxnLst/>
            <a:rect l="0" t="0" r="0" b="0"/>
            <a:pathLst>
              <a:path w="9637758" h="626692">
                <a:moveTo>
                  <a:pt x="0" y="626691"/>
                </a:moveTo>
                <a:lnTo>
                  <a:pt x="37981" y="626691"/>
                </a:lnTo>
                <a:lnTo>
                  <a:pt x="66467" y="617196"/>
                </a:lnTo>
                <a:lnTo>
                  <a:pt x="104448" y="617196"/>
                </a:lnTo>
                <a:lnTo>
                  <a:pt x="132934" y="626691"/>
                </a:lnTo>
                <a:lnTo>
                  <a:pt x="170916" y="626691"/>
                </a:lnTo>
                <a:lnTo>
                  <a:pt x="199401" y="626691"/>
                </a:lnTo>
                <a:lnTo>
                  <a:pt x="237383" y="626691"/>
                </a:lnTo>
                <a:lnTo>
                  <a:pt x="265869" y="626691"/>
                </a:lnTo>
                <a:lnTo>
                  <a:pt x="303850" y="626691"/>
                </a:lnTo>
                <a:lnTo>
                  <a:pt x="332336" y="617196"/>
                </a:lnTo>
                <a:lnTo>
                  <a:pt x="370317" y="617196"/>
                </a:lnTo>
                <a:lnTo>
                  <a:pt x="408299" y="626691"/>
                </a:lnTo>
                <a:lnTo>
                  <a:pt x="436785" y="617196"/>
                </a:lnTo>
                <a:lnTo>
                  <a:pt x="474766" y="626691"/>
                </a:lnTo>
                <a:lnTo>
                  <a:pt x="503252" y="626691"/>
                </a:lnTo>
                <a:lnTo>
                  <a:pt x="541233" y="626691"/>
                </a:lnTo>
                <a:lnTo>
                  <a:pt x="569719" y="626691"/>
                </a:lnTo>
                <a:lnTo>
                  <a:pt x="607701" y="626691"/>
                </a:lnTo>
                <a:lnTo>
                  <a:pt x="636187" y="626691"/>
                </a:lnTo>
                <a:lnTo>
                  <a:pt x="674168" y="626691"/>
                </a:lnTo>
                <a:lnTo>
                  <a:pt x="702654" y="626691"/>
                </a:lnTo>
                <a:lnTo>
                  <a:pt x="740635" y="626691"/>
                </a:lnTo>
                <a:lnTo>
                  <a:pt x="778616" y="626691"/>
                </a:lnTo>
                <a:lnTo>
                  <a:pt x="807102" y="626691"/>
                </a:lnTo>
                <a:lnTo>
                  <a:pt x="845084" y="626691"/>
                </a:lnTo>
                <a:lnTo>
                  <a:pt x="873570" y="626691"/>
                </a:lnTo>
                <a:lnTo>
                  <a:pt x="911551" y="617196"/>
                </a:lnTo>
                <a:lnTo>
                  <a:pt x="940037" y="626691"/>
                </a:lnTo>
                <a:lnTo>
                  <a:pt x="978018" y="617196"/>
                </a:lnTo>
                <a:lnTo>
                  <a:pt x="1006504" y="626691"/>
                </a:lnTo>
                <a:lnTo>
                  <a:pt x="1044486" y="626691"/>
                </a:lnTo>
                <a:lnTo>
                  <a:pt x="1082467" y="626691"/>
                </a:lnTo>
                <a:lnTo>
                  <a:pt x="1110953" y="626691"/>
                </a:lnTo>
                <a:lnTo>
                  <a:pt x="1148934" y="626691"/>
                </a:lnTo>
                <a:lnTo>
                  <a:pt x="1177420" y="626691"/>
                </a:lnTo>
                <a:lnTo>
                  <a:pt x="1215401" y="626691"/>
                </a:lnTo>
                <a:lnTo>
                  <a:pt x="1243888" y="626691"/>
                </a:lnTo>
                <a:lnTo>
                  <a:pt x="1281869" y="626691"/>
                </a:lnTo>
                <a:lnTo>
                  <a:pt x="1310355" y="626691"/>
                </a:lnTo>
                <a:lnTo>
                  <a:pt x="1348336" y="626691"/>
                </a:lnTo>
                <a:lnTo>
                  <a:pt x="1376822" y="617196"/>
                </a:lnTo>
                <a:lnTo>
                  <a:pt x="1414803" y="626691"/>
                </a:lnTo>
                <a:lnTo>
                  <a:pt x="1452785" y="626691"/>
                </a:lnTo>
                <a:lnTo>
                  <a:pt x="1481271" y="617196"/>
                </a:lnTo>
                <a:lnTo>
                  <a:pt x="1519252" y="626691"/>
                </a:lnTo>
                <a:lnTo>
                  <a:pt x="1547738" y="617196"/>
                </a:lnTo>
                <a:lnTo>
                  <a:pt x="1585719" y="626691"/>
                </a:lnTo>
                <a:lnTo>
                  <a:pt x="1614205" y="626691"/>
                </a:lnTo>
                <a:lnTo>
                  <a:pt x="1652187" y="617196"/>
                </a:lnTo>
                <a:lnTo>
                  <a:pt x="1680672" y="617196"/>
                </a:lnTo>
                <a:lnTo>
                  <a:pt x="1718654" y="626691"/>
                </a:lnTo>
                <a:lnTo>
                  <a:pt x="1747140" y="617196"/>
                </a:lnTo>
                <a:lnTo>
                  <a:pt x="1785121" y="617196"/>
                </a:lnTo>
                <a:lnTo>
                  <a:pt x="1823103" y="617196"/>
                </a:lnTo>
                <a:lnTo>
                  <a:pt x="1851588" y="626691"/>
                </a:lnTo>
                <a:lnTo>
                  <a:pt x="1889570" y="617196"/>
                </a:lnTo>
                <a:lnTo>
                  <a:pt x="1918056" y="626691"/>
                </a:lnTo>
                <a:lnTo>
                  <a:pt x="1956037" y="626691"/>
                </a:lnTo>
                <a:lnTo>
                  <a:pt x="1984523" y="617196"/>
                </a:lnTo>
                <a:lnTo>
                  <a:pt x="2022504" y="626691"/>
                </a:lnTo>
                <a:lnTo>
                  <a:pt x="2050990" y="617196"/>
                </a:lnTo>
                <a:lnTo>
                  <a:pt x="2088972" y="626691"/>
                </a:lnTo>
                <a:lnTo>
                  <a:pt x="2117457" y="617196"/>
                </a:lnTo>
                <a:lnTo>
                  <a:pt x="2155439" y="617196"/>
                </a:lnTo>
                <a:lnTo>
                  <a:pt x="2193420" y="617196"/>
                </a:lnTo>
                <a:lnTo>
                  <a:pt x="2221906" y="617196"/>
                </a:lnTo>
                <a:lnTo>
                  <a:pt x="2259888" y="626691"/>
                </a:lnTo>
                <a:lnTo>
                  <a:pt x="2288373" y="617196"/>
                </a:lnTo>
                <a:lnTo>
                  <a:pt x="2326355" y="617196"/>
                </a:lnTo>
                <a:lnTo>
                  <a:pt x="2354841" y="617196"/>
                </a:lnTo>
                <a:lnTo>
                  <a:pt x="2392822" y="626691"/>
                </a:lnTo>
                <a:lnTo>
                  <a:pt x="2421308" y="626691"/>
                </a:lnTo>
                <a:lnTo>
                  <a:pt x="2459289" y="626691"/>
                </a:lnTo>
                <a:lnTo>
                  <a:pt x="2487776" y="626691"/>
                </a:lnTo>
                <a:lnTo>
                  <a:pt x="2525757" y="626691"/>
                </a:lnTo>
                <a:lnTo>
                  <a:pt x="2563738" y="626691"/>
                </a:lnTo>
                <a:lnTo>
                  <a:pt x="2592224" y="617196"/>
                </a:lnTo>
                <a:lnTo>
                  <a:pt x="2630205" y="626691"/>
                </a:lnTo>
                <a:lnTo>
                  <a:pt x="2658691" y="617196"/>
                </a:lnTo>
                <a:lnTo>
                  <a:pt x="2696672" y="626691"/>
                </a:lnTo>
                <a:lnTo>
                  <a:pt x="2725159" y="617196"/>
                </a:lnTo>
                <a:lnTo>
                  <a:pt x="2763140" y="617196"/>
                </a:lnTo>
                <a:lnTo>
                  <a:pt x="2791626" y="626691"/>
                </a:lnTo>
                <a:lnTo>
                  <a:pt x="2829607" y="626691"/>
                </a:lnTo>
                <a:lnTo>
                  <a:pt x="2867588" y="617196"/>
                </a:lnTo>
                <a:lnTo>
                  <a:pt x="2896075" y="626691"/>
                </a:lnTo>
                <a:lnTo>
                  <a:pt x="2934056" y="626691"/>
                </a:lnTo>
                <a:lnTo>
                  <a:pt x="2962542" y="626691"/>
                </a:lnTo>
                <a:lnTo>
                  <a:pt x="3000523" y="626691"/>
                </a:lnTo>
                <a:lnTo>
                  <a:pt x="3029009" y="626691"/>
                </a:lnTo>
                <a:lnTo>
                  <a:pt x="3066990" y="617196"/>
                </a:lnTo>
                <a:lnTo>
                  <a:pt x="3095476" y="626691"/>
                </a:lnTo>
                <a:lnTo>
                  <a:pt x="3133458" y="626691"/>
                </a:lnTo>
                <a:lnTo>
                  <a:pt x="3161944" y="617196"/>
                </a:lnTo>
                <a:lnTo>
                  <a:pt x="3199925" y="617196"/>
                </a:lnTo>
                <a:lnTo>
                  <a:pt x="3237906" y="626691"/>
                </a:lnTo>
                <a:lnTo>
                  <a:pt x="3266392" y="626691"/>
                </a:lnTo>
                <a:lnTo>
                  <a:pt x="3304373" y="617196"/>
                </a:lnTo>
                <a:lnTo>
                  <a:pt x="3332860" y="626691"/>
                </a:lnTo>
                <a:lnTo>
                  <a:pt x="3370841" y="617196"/>
                </a:lnTo>
                <a:lnTo>
                  <a:pt x="3399327" y="626691"/>
                </a:lnTo>
                <a:lnTo>
                  <a:pt x="3437308" y="626691"/>
                </a:lnTo>
                <a:lnTo>
                  <a:pt x="3465794" y="626691"/>
                </a:lnTo>
                <a:lnTo>
                  <a:pt x="3503776" y="617196"/>
                </a:lnTo>
                <a:lnTo>
                  <a:pt x="3532261" y="626691"/>
                </a:lnTo>
                <a:lnTo>
                  <a:pt x="3570243" y="626691"/>
                </a:lnTo>
                <a:lnTo>
                  <a:pt x="3608224" y="617196"/>
                </a:lnTo>
                <a:lnTo>
                  <a:pt x="3636710" y="617196"/>
                </a:lnTo>
                <a:lnTo>
                  <a:pt x="3674691" y="617196"/>
                </a:lnTo>
                <a:lnTo>
                  <a:pt x="3703177" y="617196"/>
                </a:lnTo>
                <a:lnTo>
                  <a:pt x="3741159" y="617196"/>
                </a:lnTo>
                <a:lnTo>
                  <a:pt x="3769645" y="626691"/>
                </a:lnTo>
                <a:lnTo>
                  <a:pt x="3807626" y="626691"/>
                </a:lnTo>
                <a:lnTo>
                  <a:pt x="3836112" y="626691"/>
                </a:lnTo>
                <a:lnTo>
                  <a:pt x="3874093" y="617196"/>
                </a:lnTo>
                <a:lnTo>
                  <a:pt x="3912075" y="626691"/>
                </a:lnTo>
                <a:lnTo>
                  <a:pt x="3940561" y="617196"/>
                </a:lnTo>
                <a:lnTo>
                  <a:pt x="3978542" y="617196"/>
                </a:lnTo>
                <a:lnTo>
                  <a:pt x="4007028" y="617196"/>
                </a:lnTo>
                <a:lnTo>
                  <a:pt x="4045009" y="617196"/>
                </a:lnTo>
                <a:lnTo>
                  <a:pt x="4073495" y="617196"/>
                </a:lnTo>
                <a:lnTo>
                  <a:pt x="4111476" y="626691"/>
                </a:lnTo>
                <a:lnTo>
                  <a:pt x="4139962" y="617196"/>
                </a:lnTo>
                <a:lnTo>
                  <a:pt x="4177944" y="617196"/>
                </a:lnTo>
                <a:lnTo>
                  <a:pt x="4206430" y="617196"/>
                </a:lnTo>
                <a:lnTo>
                  <a:pt x="4244411" y="617196"/>
                </a:lnTo>
                <a:lnTo>
                  <a:pt x="4282392" y="617196"/>
                </a:lnTo>
                <a:lnTo>
                  <a:pt x="4310878" y="617196"/>
                </a:lnTo>
                <a:lnTo>
                  <a:pt x="4348860" y="617196"/>
                </a:lnTo>
                <a:lnTo>
                  <a:pt x="4377345" y="617196"/>
                </a:lnTo>
                <a:lnTo>
                  <a:pt x="4415327" y="617196"/>
                </a:lnTo>
                <a:lnTo>
                  <a:pt x="4443813" y="617196"/>
                </a:lnTo>
                <a:lnTo>
                  <a:pt x="4481794" y="617196"/>
                </a:lnTo>
                <a:lnTo>
                  <a:pt x="4510280" y="617196"/>
                </a:lnTo>
                <a:lnTo>
                  <a:pt x="4548261" y="617196"/>
                </a:lnTo>
                <a:lnTo>
                  <a:pt x="4576747" y="617196"/>
                </a:lnTo>
                <a:lnTo>
                  <a:pt x="4614729" y="617196"/>
                </a:lnTo>
                <a:lnTo>
                  <a:pt x="4652710" y="617196"/>
                </a:lnTo>
                <a:lnTo>
                  <a:pt x="4681196" y="617196"/>
                </a:lnTo>
                <a:lnTo>
                  <a:pt x="4719177" y="617196"/>
                </a:lnTo>
                <a:lnTo>
                  <a:pt x="4747663" y="617196"/>
                </a:lnTo>
                <a:lnTo>
                  <a:pt x="4785645" y="617196"/>
                </a:lnTo>
                <a:lnTo>
                  <a:pt x="4814130" y="617196"/>
                </a:lnTo>
                <a:lnTo>
                  <a:pt x="4852112" y="617196"/>
                </a:lnTo>
                <a:lnTo>
                  <a:pt x="4880598" y="617196"/>
                </a:lnTo>
                <a:lnTo>
                  <a:pt x="4918579" y="617196"/>
                </a:lnTo>
                <a:lnTo>
                  <a:pt x="4956561" y="617196"/>
                </a:lnTo>
                <a:lnTo>
                  <a:pt x="4985046" y="617196"/>
                </a:lnTo>
                <a:lnTo>
                  <a:pt x="5023028" y="607701"/>
                </a:lnTo>
                <a:lnTo>
                  <a:pt x="5051514" y="607701"/>
                </a:lnTo>
                <a:lnTo>
                  <a:pt x="5089495" y="607701"/>
                </a:lnTo>
                <a:lnTo>
                  <a:pt x="5117981" y="598205"/>
                </a:lnTo>
                <a:lnTo>
                  <a:pt x="5155962" y="598205"/>
                </a:lnTo>
                <a:lnTo>
                  <a:pt x="5184448" y="588710"/>
                </a:lnTo>
                <a:lnTo>
                  <a:pt x="5222430" y="588710"/>
                </a:lnTo>
                <a:lnTo>
                  <a:pt x="5250915" y="579214"/>
                </a:lnTo>
                <a:lnTo>
                  <a:pt x="5288897" y="569719"/>
                </a:lnTo>
                <a:lnTo>
                  <a:pt x="5326878" y="560224"/>
                </a:lnTo>
                <a:lnTo>
                  <a:pt x="5355364" y="550729"/>
                </a:lnTo>
                <a:lnTo>
                  <a:pt x="5393345" y="531738"/>
                </a:lnTo>
                <a:lnTo>
                  <a:pt x="5421831" y="522243"/>
                </a:lnTo>
                <a:lnTo>
                  <a:pt x="5459813" y="503252"/>
                </a:lnTo>
                <a:lnTo>
                  <a:pt x="5488299" y="484261"/>
                </a:lnTo>
                <a:lnTo>
                  <a:pt x="5526280" y="455775"/>
                </a:lnTo>
                <a:lnTo>
                  <a:pt x="5554766" y="436785"/>
                </a:lnTo>
                <a:lnTo>
                  <a:pt x="5592747" y="417794"/>
                </a:lnTo>
                <a:lnTo>
                  <a:pt x="5630729" y="389308"/>
                </a:lnTo>
                <a:lnTo>
                  <a:pt x="5659215" y="360822"/>
                </a:lnTo>
                <a:lnTo>
                  <a:pt x="5697196" y="322841"/>
                </a:lnTo>
                <a:lnTo>
                  <a:pt x="5725682" y="294355"/>
                </a:lnTo>
                <a:lnTo>
                  <a:pt x="5763663" y="256374"/>
                </a:lnTo>
                <a:lnTo>
                  <a:pt x="5792149" y="218392"/>
                </a:lnTo>
                <a:lnTo>
                  <a:pt x="5830130" y="180411"/>
                </a:lnTo>
                <a:lnTo>
                  <a:pt x="5858616" y="151925"/>
                </a:lnTo>
                <a:lnTo>
                  <a:pt x="5896598" y="123439"/>
                </a:lnTo>
                <a:lnTo>
                  <a:pt x="5925084" y="75962"/>
                </a:lnTo>
                <a:lnTo>
                  <a:pt x="5963065" y="56972"/>
                </a:lnTo>
                <a:lnTo>
                  <a:pt x="6001046" y="37981"/>
                </a:lnTo>
                <a:lnTo>
                  <a:pt x="6029532" y="9495"/>
                </a:lnTo>
                <a:lnTo>
                  <a:pt x="6067514" y="9495"/>
                </a:lnTo>
                <a:lnTo>
                  <a:pt x="6095999" y="9495"/>
                </a:lnTo>
                <a:lnTo>
                  <a:pt x="6133981" y="0"/>
                </a:lnTo>
                <a:lnTo>
                  <a:pt x="6162467" y="0"/>
                </a:lnTo>
                <a:lnTo>
                  <a:pt x="6200448" y="9495"/>
                </a:lnTo>
                <a:lnTo>
                  <a:pt x="6228934" y="37981"/>
                </a:lnTo>
                <a:lnTo>
                  <a:pt x="6266915" y="56972"/>
                </a:lnTo>
                <a:lnTo>
                  <a:pt x="6304897" y="66467"/>
                </a:lnTo>
                <a:lnTo>
                  <a:pt x="6333383" y="94953"/>
                </a:lnTo>
                <a:lnTo>
                  <a:pt x="6371364" y="123439"/>
                </a:lnTo>
                <a:lnTo>
                  <a:pt x="6399850" y="151925"/>
                </a:lnTo>
                <a:lnTo>
                  <a:pt x="6437831" y="170916"/>
                </a:lnTo>
                <a:lnTo>
                  <a:pt x="6466317" y="199402"/>
                </a:lnTo>
                <a:lnTo>
                  <a:pt x="6504299" y="218392"/>
                </a:lnTo>
                <a:lnTo>
                  <a:pt x="6532785" y="256374"/>
                </a:lnTo>
                <a:lnTo>
                  <a:pt x="6570766" y="275364"/>
                </a:lnTo>
                <a:lnTo>
                  <a:pt x="6599252" y="303850"/>
                </a:lnTo>
                <a:lnTo>
                  <a:pt x="6637233" y="332336"/>
                </a:lnTo>
                <a:lnTo>
                  <a:pt x="6675215" y="351327"/>
                </a:lnTo>
                <a:lnTo>
                  <a:pt x="6703700" y="370318"/>
                </a:lnTo>
                <a:lnTo>
                  <a:pt x="6741682" y="389308"/>
                </a:lnTo>
                <a:lnTo>
                  <a:pt x="6770168" y="408299"/>
                </a:lnTo>
                <a:lnTo>
                  <a:pt x="6808149" y="427289"/>
                </a:lnTo>
                <a:lnTo>
                  <a:pt x="6836636" y="446280"/>
                </a:lnTo>
                <a:lnTo>
                  <a:pt x="6874616" y="455775"/>
                </a:lnTo>
                <a:lnTo>
                  <a:pt x="6903103" y="455775"/>
                </a:lnTo>
                <a:lnTo>
                  <a:pt x="6941084" y="474766"/>
                </a:lnTo>
                <a:lnTo>
                  <a:pt x="6979065" y="484261"/>
                </a:lnTo>
                <a:lnTo>
                  <a:pt x="7007552" y="493757"/>
                </a:lnTo>
                <a:lnTo>
                  <a:pt x="7045532" y="503252"/>
                </a:lnTo>
                <a:lnTo>
                  <a:pt x="7074019" y="512747"/>
                </a:lnTo>
                <a:lnTo>
                  <a:pt x="7111999" y="512747"/>
                </a:lnTo>
                <a:lnTo>
                  <a:pt x="7140486" y="512747"/>
                </a:lnTo>
                <a:lnTo>
                  <a:pt x="7178467" y="522243"/>
                </a:lnTo>
                <a:lnTo>
                  <a:pt x="7206953" y="522243"/>
                </a:lnTo>
                <a:lnTo>
                  <a:pt x="7244934" y="522243"/>
                </a:lnTo>
                <a:lnTo>
                  <a:pt x="7273421" y="531738"/>
                </a:lnTo>
                <a:lnTo>
                  <a:pt x="7311402" y="531738"/>
                </a:lnTo>
                <a:lnTo>
                  <a:pt x="7349383" y="541233"/>
                </a:lnTo>
                <a:lnTo>
                  <a:pt x="7377869" y="541233"/>
                </a:lnTo>
                <a:lnTo>
                  <a:pt x="7415850" y="541233"/>
                </a:lnTo>
                <a:lnTo>
                  <a:pt x="7444337" y="550729"/>
                </a:lnTo>
                <a:lnTo>
                  <a:pt x="7482317" y="550729"/>
                </a:lnTo>
                <a:lnTo>
                  <a:pt x="7510804" y="550729"/>
                </a:lnTo>
                <a:lnTo>
                  <a:pt x="7548785" y="550729"/>
                </a:lnTo>
                <a:lnTo>
                  <a:pt x="7577271" y="550729"/>
                </a:lnTo>
                <a:lnTo>
                  <a:pt x="7615252" y="560224"/>
                </a:lnTo>
                <a:lnTo>
                  <a:pt x="7653233" y="560224"/>
                </a:lnTo>
                <a:lnTo>
                  <a:pt x="7681720" y="560224"/>
                </a:lnTo>
                <a:lnTo>
                  <a:pt x="7719700" y="560224"/>
                </a:lnTo>
                <a:lnTo>
                  <a:pt x="7748187" y="560224"/>
                </a:lnTo>
                <a:lnTo>
                  <a:pt x="7786168" y="569719"/>
                </a:lnTo>
                <a:lnTo>
                  <a:pt x="7814654" y="569719"/>
                </a:lnTo>
                <a:lnTo>
                  <a:pt x="7852636" y="569719"/>
                </a:lnTo>
                <a:lnTo>
                  <a:pt x="7881122" y="569719"/>
                </a:lnTo>
                <a:lnTo>
                  <a:pt x="7919103" y="569719"/>
                </a:lnTo>
                <a:lnTo>
                  <a:pt x="7947589" y="569719"/>
                </a:lnTo>
                <a:lnTo>
                  <a:pt x="7985570" y="569719"/>
                </a:lnTo>
                <a:lnTo>
                  <a:pt x="8023552" y="569719"/>
                </a:lnTo>
                <a:lnTo>
                  <a:pt x="8052037" y="569719"/>
                </a:lnTo>
                <a:lnTo>
                  <a:pt x="8090019" y="569719"/>
                </a:lnTo>
                <a:lnTo>
                  <a:pt x="8118505" y="569719"/>
                </a:lnTo>
                <a:lnTo>
                  <a:pt x="8156486" y="569719"/>
                </a:lnTo>
                <a:lnTo>
                  <a:pt x="8184972" y="569719"/>
                </a:lnTo>
                <a:lnTo>
                  <a:pt x="8222953" y="569719"/>
                </a:lnTo>
                <a:lnTo>
                  <a:pt x="8251439" y="569719"/>
                </a:lnTo>
                <a:lnTo>
                  <a:pt x="8289421" y="560224"/>
                </a:lnTo>
                <a:lnTo>
                  <a:pt x="8327402" y="569719"/>
                </a:lnTo>
                <a:lnTo>
                  <a:pt x="8355888" y="560224"/>
                </a:lnTo>
                <a:lnTo>
                  <a:pt x="8393869" y="569719"/>
                </a:lnTo>
                <a:lnTo>
                  <a:pt x="8422355" y="569719"/>
                </a:lnTo>
                <a:lnTo>
                  <a:pt x="8460337" y="569719"/>
                </a:lnTo>
                <a:lnTo>
                  <a:pt x="8488822" y="569719"/>
                </a:lnTo>
                <a:lnTo>
                  <a:pt x="8526804" y="560224"/>
                </a:lnTo>
                <a:lnTo>
                  <a:pt x="8555290" y="560224"/>
                </a:lnTo>
                <a:lnTo>
                  <a:pt x="8593271" y="569719"/>
                </a:lnTo>
                <a:lnTo>
                  <a:pt x="8631252" y="560224"/>
                </a:lnTo>
                <a:lnTo>
                  <a:pt x="8659738" y="560224"/>
                </a:lnTo>
                <a:lnTo>
                  <a:pt x="8697720" y="569719"/>
                </a:lnTo>
                <a:lnTo>
                  <a:pt x="8726206" y="560224"/>
                </a:lnTo>
                <a:lnTo>
                  <a:pt x="8764187" y="560224"/>
                </a:lnTo>
                <a:lnTo>
                  <a:pt x="8792673" y="560224"/>
                </a:lnTo>
                <a:lnTo>
                  <a:pt x="8830654" y="569719"/>
                </a:lnTo>
                <a:lnTo>
                  <a:pt x="8859140" y="569719"/>
                </a:lnTo>
                <a:lnTo>
                  <a:pt x="8897122" y="569719"/>
                </a:lnTo>
                <a:lnTo>
                  <a:pt x="8925607" y="569719"/>
                </a:lnTo>
                <a:lnTo>
                  <a:pt x="8963589" y="569719"/>
                </a:lnTo>
                <a:lnTo>
                  <a:pt x="9001570" y="569719"/>
                </a:lnTo>
                <a:lnTo>
                  <a:pt x="9030056" y="579214"/>
                </a:lnTo>
                <a:lnTo>
                  <a:pt x="9068037" y="579214"/>
                </a:lnTo>
                <a:lnTo>
                  <a:pt x="9096523" y="579214"/>
                </a:lnTo>
                <a:lnTo>
                  <a:pt x="9134505" y="579214"/>
                </a:lnTo>
                <a:lnTo>
                  <a:pt x="9162991" y="579214"/>
                </a:lnTo>
                <a:lnTo>
                  <a:pt x="9200972" y="579214"/>
                </a:lnTo>
                <a:lnTo>
                  <a:pt x="9229458" y="579214"/>
                </a:lnTo>
                <a:lnTo>
                  <a:pt x="9267439" y="579214"/>
                </a:lnTo>
                <a:lnTo>
                  <a:pt x="9305421" y="588710"/>
                </a:lnTo>
                <a:lnTo>
                  <a:pt x="9333907" y="588710"/>
                </a:lnTo>
                <a:lnTo>
                  <a:pt x="9371888" y="588710"/>
                </a:lnTo>
                <a:lnTo>
                  <a:pt x="9400374" y="588710"/>
                </a:lnTo>
                <a:lnTo>
                  <a:pt x="9438355" y="588710"/>
                </a:lnTo>
                <a:lnTo>
                  <a:pt x="9466841" y="588710"/>
                </a:lnTo>
                <a:lnTo>
                  <a:pt x="9504822" y="588710"/>
                </a:lnTo>
                <a:lnTo>
                  <a:pt x="9533308" y="588710"/>
                </a:lnTo>
                <a:lnTo>
                  <a:pt x="9571290" y="588710"/>
                </a:lnTo>
                <a:lnTo>
                  <a:pt x="9599776" y="588710"/>
                </a:lnTo>
                <a:lnTo>
                  <a:pt x="9637757" y="588710"/>
                </a:lnTo>
              </a:path>
            </a:pathLst>
          </a:custGeom>
          <a:noFill/>
          <a:ln w="12700" cap="flat" cmpd="sng" algn="ctr">
            <a:solidFill>
              <a:srgbClr val="00008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BB9872D-5E54-0CB8-99E6-29C3C5BFAC51}"/>
              </a:ext>
            </a:extLst>
          </p:cNvPr>
          <p:cNvSpPr txBox="1"/>
          <p:nvPr/>
        </p:nvSpPr>
        <p:spPr>
          <a:xfrm>
            <a:off x="10224505" y="3227775"/>
            <a:ext cx="307777" cy="446917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80.0274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03AC71F-3EA9-C4EF-E642-9D782351C0D6}"/>
              </a:ext>
            </a:extLst>
          </p:cNvPr>
          <p:cNvSpPr txBox="1"/>
          <p:nvPr/>
        </p:nvSpPr>
        <p:spPr>
          <a:xfrm>
            <a:off x="9949140" y="3227775"/>
            <a:ext cx="307777" cy="446917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80.0205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926C1D6-2F2C-5901-E077-FCD14E0E0FA4}"/>
              </a:ext>
            </a:extLst>
          </p:cNvPr>
          <p:cNvSpPr txBox="1"/>
          <p:nvPr/>
        </p:nvSpPr>
        <p:spPr>
          <a:xfrm>
            <a:off x="1452785" y="2893048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*25 june 25-spot 1-1-10-negative-400 um-002~pb1.tdc - Ions 400µm 92675862 cts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A759F59-47C6-216A-26C7-705DE318B623}"/>
              </a:ext>
            </a:extLst>
          </p:cNvPr>
          <p:cNvSpPr txBox="1"/>
          <p:nvPr/>
        </p:nvSpPr>
        <p:spPr>
          <a:xfrm>
            <a:off x="1336722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B689C80-0630-3EC1-F8C3-7B73FD1300A3}"/>
              </a:ext>
            </a:extLst>
          </p:cNvPr>
          <p:cNvSpPr txBox="1"/>
          <p:nvPr/>
        </p:nvSpPr>
        <p:spPr>
          <a:xfrm>
            <a:off x="3758030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88B95C0-A37E-C48C-ABB4-19C1E262C95D}"/>
              </a:ext>
            </a:extLst>
          </p:cNvPr>
          <p:cNvSpPr txBox="1"/>
          <p:nvPr/>
        </p:nvSpPr>
        <p:spPr>
          <a:xfrm>
            <a:off x="6179339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85C1179-B3CE-24BE-FCAE-2A519E4DD488}"/>
              </a:ext>
            </a:extLst>
          </p:cNvPr>
          <p:cNvSpPr txBox="1"/>
          <p:nvPr/>
        </p:nvSpPr>
        <p:spPr>
          <a:xfrm>
            <a:off x="8610143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91.5</a:t>
            </a:r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ACCF6BB2-BD65-7091-88CB-9266C9C4BD80}"/>
              </a:ext>
            </a:extLst>
          </p:cNvPr>
          <p:cNvSpPr/>
          <p:nvPr/>
        </p:nvSpPr>
        <p:spPr bwMode="auto">
          <a:xfrm>
            <a:off x="1547738" y="5146467"/>
            <a:ext cx="9713721" cy="75964"/>
          </a:xfrm>
          <a:custGeom>
            <a:avLst/>
            <a:gdLst/>
            <a:ahLst/>
            <a:cxnLst/>
            <a:rect l="0" t="0" r="0" b="0"/>
            <a:pathLst>
              <a:path w="9713721" h="75964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3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7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7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7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7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3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7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7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7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7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75963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7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7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7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7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3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7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7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7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7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3042927-3F78-3387-50E8-654B8F661694}"/>
              </a:ext>
            </a:extLst>
          </p:cNvPr>
          <p:cNvSpPr txBox="1"/>
          <p:nvPr/>
        </p:nvSpPr>
        <p:spPr>
          <a:xfrm>
            <a:off x="5968482" y="5402841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CB302CC4-8008-3064-43AD-CEA4590EA73D}"/>
              </a:ext>
            </a:extLst>
          </p:cNvPr>
          <p:cNvSpPr/>
          <p:nvPr/>
        </p:nvSpPr>
        <p:spPr bwMode="auto">
          <a:xfrm>
            <a:off x="1547738" y="4396336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8E21587-71EE-DBA0-2E98-0816A5DF5988}"/>
              </a:ext>
            </a:extLst>
          </p:cNvPr>
          <p:cNvSpPr txBox="1"/>
          <p:nvPr/>
        </p:nvSpPr>
        <p:spPr>
          <a:xfrm>
            <a:off x="1299415" y="5028104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A1D5A8D-DBE9-6254-761A-6969124A44AB}"/>
              </a:ext>
            </a:extLst>
          </p:cNvPr>
          <p:cNvSpPr txBox="1"/>
          <p:nvPr/>
        </p:nvSpPr>
        <p:spPr>
          <a:xfrm>
            <a:off x="1299415" y="4923656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BA80FA5-0EA9-3F8D-F31E-2753A8C0040C}"/>
              </a:ext>
            </a:extLst>
          </p:cNvPr>
          <p:cNvSpPr txBox="1"/>
          <p:nvPr/>
        </p:nvSpPr>
        <p:spPr>
          <a:xfrm>
            <a:off x="1299415" y="4819207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46D2AD1-D469-4E08-552E-F03CAF7E9720}"/>
              </a:ext>
            </a:extLst>
          </p:cNvPr>
          <p:cNvSpPr txBox="1"/>
          <p:nvPr/>
        </p:nvSpPr>
        <p:spPr>
          <a:xfrm>
            <a:off x="1299415" y="4724254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2B2052F-513F-286D-23D8-9BB8F10EB9FF}"/>
              </a:ext>
            </a:extLst>
          </p:cNvPr>
          <p:cNvSpPr txBox="1"/>
          <p:nvPr/>
        </p:nvSpPr>
        <p:spPr>
          <a:xfrm>
            <a:off x="1299415" y="4619806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5CB7A7B-76EF-4E00-4306-F4E34CC9028E}"/>
              </a:ext>
            </a:extLst>
          </p:cNvPr>
          <p:cNvSpPr txBox="1"/>
          <p:nvPr/>
        </p:nvSpPr>
        <p:spPr>
          <a:xfrm>
            <a:off x="1299415" y="4515357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91007D4-70CB-EB04-E82C-56A6597A321F}"/>
              </a:ext>
            </a:extLst>
          </p:cNvPr>
          <p:cNvSpPr txBox="1"/>
          <p:nvPr/>
        </p:nvSpPr>
        <p:spPr>
          <a:xfrm>
            <a:off x="1299415" y="4420403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820B001-1DF2-3ECF-B168-87D3CD200ABA}"/>
              </a:ext>
            </a:extLst>
          </p:cNvPr>
          <p:cNvSpPr txBox="1"/>
          <p:nvPr/>
        </p:nvSpPr>
        <p:spPr>
          <a:xfrm>
            <a:off x="1299415" y="4315955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A1473305-CE38-D250-1388-B4D8B0FF4F9A}"/>
              </a:ext>
            </a:extLst>
          </p:cNvPr>
          <p:cNvSpPr/>
          <p:nvPr/>
        </p:nvSpPr>
        <p:spPr bwMode="auto">
          <a:xfrm>
            <a:off x="1471776" y="4396336"/>
            <a:ext cx="75963" cy="759628"/>
          </a:xfrm>
          <a:custGeom>
            <a:avLst/>
            <a:gdLst/>
            <a:ahLst/>
            <a:cxnLst/>
            <a:rect l="0" t="0" r="0" b="0"/>
            <a:pathLst>
              <a:path w="75963" h="759628">
                <a:moveTo>
                  <a:pt x="75962" y="0"/>
                </a:moveTo>
                <a:lnTo>
                  <a:pt x="75962" y="759627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21645"/>
                </a:lnTo>
                <a:lnTo>
                  <a:pt x="28486" y="721645"/>
                </a:lnTo>
                <a:lnTo>
                  <a:pt x="75962" y="721645"/>
                </a:lnTo>
                <a:lnTo>
                  <a:pt x="75962" y="702655"/>
                </a:lnTo>
                <a:lnTo>
                  <a:pt x="28486" y="702655"/>
                </a:lnTo>
                <a:lnTo>
                  <a:pt x="75962" y="702655"/>
                </a:lnTo>
                <a:lnTo>
                  <a:pt x="75962" y="683664"/>
                </a:lnTo>
                <a:lnTo>
                  <a:pt x="28486" y="683664"/>
                </a:lnTo>
                <a:lnTo>
                  <a:pt x="75962" y="683664"/>
                </a:lnTo>
                <a:lnTo>
                  <a:pt x="75962" y="664673"/>
                </a:lnTo>
                <a:lnTo>
                  <a:pt x="28486" y="664673"/>
                </a:lnTo>
                <a:lnTo>
                  <a:pt x="75962" y="664673"/>
                </a:lnTo>
                <a:lnTo>
                  <a:pt x="75962" y="645683"/>
                </a:lnTo>
                <a:lnTo>
                  <a:pt x="0" y="645683"/>
                </a:lnTo>
                <a:lnTo>
                  <a:pt x="75962" y="645683"/>
                </a:lnTo>
                <a:lnTo>
                  <a:pt x="75962" y="626692"/>
                </a:lnTo>
                <a:lnTo>
                  <a:pt x="28486" y="626692"/>
                </a:lnTo>
                <a:lnTo>
                  <a:pt x="75962" y="626692"/>
                </a:lnTo>
                <a:lnTo>
                  <a:pt x="75962" y="607702"/>
                </a:lnTo>
                <a:lnTo>
                  <a:pt x="28486" y="607702"/>
                </a:lnTo>
                <a:lnTo>
                  <a:pt x="75962" y="607702"/>
                </a:lnTo>
                <a:lnTo>
                  <a:pt x="75962" y="588711"/>
                </a:lnTo>
                <a:lnTo>
                  <a:pt x="28486" y="588711"/>
                </a:lnTo>
                <a:lnTo>
                  <a:pt x="75962" y="588711"/>
                </a:lnTo>
                <a:lnTo>
                  <a:pt x="75962" y="560225"/>
                </a:lnTo>
                <a:lnTo>
                  <a:pt x="28486" y="560225"/>
                </a:lnTo>
                <a:lnTo>
                  <a:pt x="75962" y="560225"/>
                </a:lnTo>
                <a:lnTo>
                  <a:pt x="75962" y="541234"/>
                </a:lnTo>
                <a:lnTo>
                  <a:pt x="0" y="541234"/>
                </a:lnTo>
                <a:lnTo>
                  <a:pt x="75962" y="541234"/>
                </a:lnTo>
                <a:lnTo>
                  <a:pt x="75962" y="522244"/>
                </a:lnTo>
                <a:lnTo>
                  <a:pt x="28486" y="522244"/>
                </a:lnTo>
                <a:lnTo>
                  <a:pt x="75962" y="522244"/>
                </a:lnTo>
                <a:lnTo>
                  <a:pt x="75962" y="503253"/>
                </a:lnTo>
                <a:lnTo>
                  <a:pt x="28486" y="503253"/>
                </a:lnTo>
                <a:lnTo>
                  <a:pt x="75962" y="503253"/>
                </a:lnTo>
                <a:lnTo>
                  <a:pt x="75962" y="484262"/>
                </a:lnTo>
                <a:lnTo>
                  <a:pt x="28486" y="484262"/>
                </a:lnTo>
                <a:lnTo>
                  <a:pt x="75962" y="484262"/>
                </a:lnTo>
                <a:lnTo>
                  <a:pt x="75962" y="465272"/>
                </a:lnTo>
                <a:lnTo>
                  <a:pt x="28486" y="465272"/>
                </a:lnTo>
                <a:lnTo>
                  <a:pt x="75962" y="465272"/>
                </a:lnTo>
                <a:lnTo>
                  <a:pt x="75962" y="446281"/>
                </a:lnTo>
                <a:lnTo>
                  <a:pt x="0" y="446281"/>
                </a:lnTo>
                <a:lnTo>
                  <a:pt x="75962" y="446281"/>
                </a:lnTo>
                <a:lnTo>
                  <a:pt x="75962" y="427290"/>
                </a:lnTo>
                <a:lnTo>
                  <a:pt x="28486" y="427290"/>
                </a:lnTo>
                <a:lnTo>
                  <a:pt x="75962" y="427290"/>
                </a:lnTo>
                <a:lnTo>
                  <a:pt x="75962" y="398804"/>
                </a:lnTo>
                <a:lnTo>
                  <a:pt x="28486" y="398804"/>
                </a:lnTo>
                <a:lnTo>
                  <a:pt x="75962" y="398804"/>
                </a:lnTo>
                <a:lnTo>
                  <a:pt x="75962" y="379814"/>
                </a:lnTo>
                <a:lnTo>
                  <a:pt x="28486" y="379814"/>
                </a:lnTo>
                <a:lnTo>
                  <a:pt x="75962" y="379814"/>
                </a:lnTo>
                <a:lnTo>
                  <a:pt x="75962" y="360823"/>
                </a:lnTo>
                <a:lnTo>
                  <a:pt x="28486" y="360823"/>
                </a:lnTo>
                <a:lnTo>
                  <a:pt x="75962" y="360823"/>
                </a:lnTo>
                <a:lnTo>
                  <a:pt x="75962" y="341832"/>
                </a:lnTo>
                <a:lnTo>
                  <a:pt x="0" y="341832"/>
                </a:lnTo>
                <a:lnTo>
                  <a:pt x="75962" y="341832"/>
                </a:lnTo>
                <a:lnTo>
                  <a:pt x="75962" y="322841"/>
                </a:lnTo>
                <a:lnTo>
                  <a:pt x="28486" y="322841"/>
                </a:lnTo>
                <a:lnTo>
                  <a:pt x="75962" y="322841"/>
                </a:lnTo>
                <a:lnTo>
                  <a:pt x="75962" y="303851"/>
                </a:lnTo>
                <a:lnTo>
                  <a:pt x="28486" y="303851"/>
                </a:lnTo>
                <a:lnTo>
                  <a:pt x="75962" y="303851"/>
                </a:lnTo>
                <a:lnTo>
                  <a:pt x="75962" y="284860"/>
                </a:lnTo>
                <a:lnTo>
                  <a:pt x="28486" y="284860"/>
                </a:lnTo>
                <a:lnTo>
                  <a:pt x="75962" y="284860"/>
                </a:lnTo>
                <a:lnTo>
                  <a:pt x="75962" y="265870"/>
                </a:lnTo>
                <a:lnTo>
                  <a:pt x="28486" y="265870"/>
                </a:lnTo>
                <a:lnTo>
                  <a:pt x="75962" y="265870"/>
                </a:lnTo>
                <a:lnTo>
                  <a:pt x="75962" y="237383"/>
                </a:lnTo>
                <a:lnTo>
                  <a:pt x="0" y="237383"/>
                </a:lnTo>
                <a:lnTo>
                  <a:pt x="75962" y="237383"/>
                </a:lnTo>
                <a:lnTo>
                  <a:pt x="75962" y="218393"/>
                </a:lnTo>
                <a:lnTo>
                  <a:pt x="28486" y="218393"/>
                </a:lnTo>
                <a:lnTo>
                  <a:pt x="75962" y="218393"/>
                </a:lnTo>
                <a:lnTo>
                  <a:pt x="75962" y="199402"/>
                </a:lnTo>
                <a:lnTo>
                  <a:pt x="28486" y="199402"/>
                </a:lnTo>
                <a:lnTo>
                  <a:pt x="75962" y="199402"/>
                </a:lnTo>
                <a:lnTo>
                  <a:pt x="75962" y="180412"/>
                </a:lnTo>
                <a:lnTo>
                  <a:pt x="28486" y="180412"/>
                </a:lnTo>
                <a:lnTo>
                  <a:pt x="75962" y="180412"/>
                </a:lnTo>
                <a:lnTo>
                  <a:pt x="75962" y="161421"/>
                </a:lnTo>
                <a:lnTo>
                  <a:pt x="28486" y="161421"/>
                </a:lnTo>
                <a:lnTo>
                  <a:pt x="75962" y="161421"/>
                </a:lnTo>
                <a:lnTo>
                  <a:pt x="75962" y="142430"/>
                </a:lnTo>
                <a:lnTo>
                  <a:pt x="0" y="142430"/>
                </a:lnTo>
                <a:lnTo>
                  <a:pt x="75962" y="142430"/>
                </a:lnTo>
                <a:lnTo>
                  <a:pt x="75962" y="123440"/>
                </a:lnTo>
                <a:lnTo>
                  <a:pt x="28486" y="123440"/>
                </a:lnTo>
                <a:lnTo>
                  <a:pt x="75962" y="123440"/>
                </a:lnTo>
                <a:lnTo>
                  <a:pt x="75962" y="104449"/>
                </a:lnTo>
                <a:lnTo>
                  <a:pt x="28486" y="104449"/>
                </a:lnTo>
                <a:lnTo>
                  <a:pt x="75962" y="104449"/>
                </a:lnTo>
                <a:lnTo>
                  <a:pt x="75962" y="75963"/>
                </a:lnTo>
                <a:lnTo>
                  <a:pt x="28486" y="75963"/>
                </a:lnTo>
                <a:lnTo>
                  <a:pt x="75962" y="75963"/>
                </a:lnTo>
                <a:lnTo>
                  <a:pt x="75962" y="56972"/>
                </a:lnTo>
                <a:lnTo>
                  <a:pt x="28486" y="56972"/>
                </a:lnTo>
                <a:lnTo>
                  <a:pt x="75962" y="56972"/>
                </a:lnTo>
                <a:lnTo>
                  <a:pt x="75962" y="37982"/>
                </a:lnTo>
                <a:lnTo>
                  <a:pt x="0" y="37982"/>
                </a:lnTo>
                <a:lnTo>
                  <a:pt x="75962" y="37982"/>
                </a:lnTo>
                <a:lnTo>
                  <a:pt x="75962" y="18991"/>
                </a:lnTo>
                <a:lnTo>
                  <a:pt x="28486" y="18991"/>
                </a:lnTo>
                <a:lnTo>
                  <a:pt x="75962" y="18991"/>
                </a:lnTo>
                <a:lnTo>
                  <a:pt x="75962" y="0"/>
                </a:lnTo>
                <a:lnTo>
                  <a:pt x="28486" y="0"/>
                </a:lnTo>
                <a:close/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1EFDC23-77FB-9E0A-D81A-5ED7BD34A728}"/>
              </a:ext>
            </a:extLst>
          </p:cNvPr>
          <p:cNvSpPr txBox="1"/>
          <p:nvPr/>
        </p:nvSpPr>
        <p:spPr>
          <a:xfrm>
            <a:off x="891253" y="4418265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Counts/1E3</a:t>
            </a:r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CE68176A-BFDA-2DCA-260D-453F1914DF0B}"/>
              </a:ext>
            </a:extLst>
          </p:cNvPr>
          <p:cNvSpPr/>
          <p:nvPr/>
        </p:nvSpPr>
        <p:spPr bwMode="auto">
          <a:xfrm>
            <a:off x="11251963" y="4396336"/>
            <a:ext cx="1" cy="759628"/>
          </a:xfrm>
          <a:custGeom>
            <a:avLst/>
            <a:gdLst/>
            <a:ahLst/>
            <a:cxnLst/>
            <a:rect l="0" t="0" r="0" b="0"/>
            <a:pathLst>
              <a:path w="1" h="759628">
                <a:moveTo>
                  <a:pt x="0" y="0"/>
                </a:moveTo>
                <a:lnTo>
                  <a:pt x="0" y="759627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ECB5FD1B-92CD-AD2E-1DFD-5DB1FD1CF1AC}"/>
              </a:ext>
            </a:extLst>
          </p:cNvPr>
          <p:cNvSpPr/>
          <p:nvPr/>
        </p:nvSpPr>
        <p:spPr bwMode="auto">
          <a:xfrm>
            <a:off x="1547738" y="4510281"/>
            <a:ext cx="9694730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512747"/>
                </a:moveTo>
                <a:lnTo>
                  <a:pt x="9496" y="522242"/>
                </a:lnTo>
                <a:lnTo>
                  <a:pt x="18991" y="531738"/>
                </a:lnTo>
                <a:lnTo>
                  <a:pt x="28486" y="541233"/>
                </a:lnTo>
                <a:lnTo>
                  <a:pt x="37982" y="541233"/>
                </a:lnTo>
                <a:lnTo>
                  <a:pt x="47477" y="541233"/>
                </a:lnTo>
                <a:lnTo>
                  <a:pt x="56972" y="550728"/>
                </a:lnTo>
                <a:lnTo>
                  <a:pt x="66468" y="550728"/>
                </a:lnTo>
                <a:lnTo>
                  <a:pt x="75963" y="550728"/>
                </a:lnTo>
                <a:lnTo>
                  <a:pt x="85458" y="569719"/>
                </a:lnTo>
                <a:lnTo>
                  <a:pt x="94954" y="560224"/>
                </a:lnTo>
                <a:lnTo>
                  <a:pt x="104449" y="569719"/>
                </a:lnTo>
                <a:lnTo>
                  <a:pt x="113944" y="569719"/>
                </a:lnTo>
                <a:lnTo>
                  <a:pt x="123440" y="569719"/>
                </a:lnTo>
                <a:lnTo>
                  <a:pt x="132935" y="569719"/>
                </a:lnTo>
                <a:lnTo>
                  <a:pt x="142430" y="579214"/>
                </a:lnTo>
                <a:lnTo>
                  <a:pt x="151926" y="588710"/>
                </a:lnTo>
                <a:lnTo>
                  <a:pt x="161421" y="588710"/>
                </a:lnTo>
                <a:lnTo>
                  <a:pt x="170916" y="598205"/>
                </a:lnTo>
                <a:lnTo>
                  <a:pt x="180412" y="598205"/>
                </a:lnTo>
                <a:lnTo>
                  <a:pt x="189907" y="607700"/>
                </a:lnTo>
                <a:lnTo>
                  <a:pt x="199402" y="607700"/>
                </a:lnTo>
                <a:lnTo>
                  <a:pt x="208898" y="607700"/>
                </a:lnTo>
                <a:lnTo>
                  <a:pt x="218393" y="607700"/>
                </a:lnTo>
                <a:lnTo>
                  <a:pt x="227888" y="617196"/>
                </a:lnTo>
                <a:lnTo>
                  <a:pt x="237383" y="617196"/>
                </a:lnTo>
                <a:lnTo>
                  <a:pt x="246879" y="617196"/>
                </a:lnTo>
                <a:lnTo>
                  <a:pt x="256374" y="617196"/>
                </a:lnTo>
                <a:lnTo>
                  <a:pt x="265870" y="617196"/>
                </a:lnTo>
                <a:lnTo>
                  <a:pt x="275365" y="617196"/>
                </a:lnTo>
                <a:lnTo>
                  <a:pt x="284860" y="617196"/>
                </a:lnTo>
                <a:lnTo>
                  <a:pt x="294355" y="617196"/>
                </a:lnTo>
                <a:lnTo>
                  <a:pt x="303851" y="617196"/>
                </a:lnTo>
                <a:lnTo>
                  <a:pt x="313346" y="617196"/>
                </a:lnTo>
                <a:lnTo>
                  <a:pt x="322841" y="617196"/>
                </a:lnTo>
                <a:lnTo>
                  <a:pt x="332337" y="617196"/>
                </a:lnTo>
                <a:lnTo>
                  <a:pt x="341832" y="617196"/>
                </a:lnTo>
                <a:lnTo>
                  <a:pt x="351327" y="617196"/>
                </a:lnTo>
                <a:lnTo>
                  <a:pt x="360823" y="617196"/>
                </a:lnTo>
                <a:lnTo>
                  <a:pt x="370318" y="617196"/>
                </a:lnTo>
                <a:lnTo>
                  <a:pt x="379813" y="617196"/>
                </a:lnTo>
                <a:lnTo>
                  <a:pt x="389309" y="617196"/>
                </a:lnTo>
                <a:lnTo>
                  <a:pt x="398804" y="617196"/>
                </a:lnTo>
                <a:lnTo>
                  <a:pt x="408299" y="617196"/>
                </a:lnTo>
                <a:lnTo>
                  <a:pt x="417795" y="617196"/>
                </a:lnTo>
                <a:lnTo>
                  <a:pt x="427290" y="617196"/>
                </a:lnTo>
                <a:lnTo>
                  <a:pt x="436785" y="617196"/>
                </a:lnTo>
                <a:lnTo>
                  <a:pt x="446281" y="617196"/>
                </a:lnTo>
                <a:lnTo>
                  <a:pt x="455776" y="617196"/>
                </a:lnTo>
                <a:lnTo>
                  <a:pt x="465271" y="617196"/>
                </a:lnTo>
                <a:lnTo>
                  <a:pt x="474767" y="617196"/>
                </a:lnTo>
                <a:lnTo>
                  <a:pt x="484262" y="617196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17196"/>
                </a:lnTo>
                <a:lnTo>
                  <a:pt x="522243" y="617196"/>
                </a:lnTo>
                <a:lnTo>
                  <a:pt x="531739" y="617196"/>
                </a:lnTo>
                <a:lnTo>
                  <a:pt x="541234" y="617196"/>
                </a:lnTo>
                <a:lnTo>
                  <a:pt x="550729" y="617196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617196"/>
                </a:lnTo>
                <a:lnTo>
                  <a:pt x="588711" y="617196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626691"/>
                </a:lnTo>
                <a:lnTo>
                  <a:pt x="636187" y="617196"/>
                </a:lnTo>
                <a:lnTo>
                  <a:pt x="645683" y="626691"/>
                </a:lnTo>
                <a:lnTo>
                  <a:pt x="655178" y="617196"/>
                </a:lnTo>
                <a:lnTo>
                  <a:pt x="664673" y="617196"/>
                </a:lnTo>
                <a:lnTo>
                  <a:pt x="674169" y="617196"/>
                </a:lnTo>
                <a:lnTo>
                  <a:pt x="683664" y="617196"/>
                </a:lnTo>
                <a:lnTo>
                  <a:pt x="693159" y="626691"/>
                </a:lnTo>
                <a:lnTo>
                  <a:pt x="702654" y="617196"/>
                </a:lnTo>
                <a:lnTo>
                  <a:pt x="712150" y="626691"/>
                </a:lnTo>
                <a:lnTo>
                  <a:pt x="721645" y="626691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17196"/>
                </a:lnTo>
                <a:lnTo>
                  <a:pt x="769122" y="626691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17196"/>
                </a:lnTo>
                <a:lnTo>
                  <a:pt x="883066" y="626691"/>
                </a:lnTo>
                <a:lnTo>
                  <a:pt x="892561" y="617196"/>
                </a:lnTo>
                <a:lnTo>
                  <a:pt x="902056" y="617196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17196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17196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17196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17196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617196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17196"/>
                </a:lnTo>
                <a:lnTo>
                  <a:pt x="1205907" y="617196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17196"/>
                </a:lnTo>
                <a:lnTo>
                  <a:pt x="1243888" y="617196"/>
                </a:lnTo>
                <a:lnTo>
                  <a:pt x="1253383" y="626691"/>
                </a:lnTo>
                <a:lnTo>
                  <a:pt x="1262879" y="626691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2669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26691"/>
                </a:lnTo>
                <a:lnTo>
                  <a:pt x="1357832" y="626691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26691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17196"/>
                </a:lnTo>
                <a:lnTo>
                  <a:pt x="1452785" y="617196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26691"/>
                </a:lnTo>
                <a:lnTo>
                  <a:pt x="1547739" y="626691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17196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626691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17196"/>
                </a:lnTo>
                <a:lnTo>
                  <a:pt x="1690169" y="626691"/>
                </a:lnTo>
                <a:lnTo>
                  <a:pt x="1699664" y="617196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17196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17196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2669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17196"/>
                </a:lnTo>
                <a:lnTo>
                  <a:pt x="1880075" y="626691"/>
                </a:lnTo>
                <a:lnTo>
                  <a:pt x="1889570" y="626691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26691"/>
                </a:lnTo>
                <a:lnTo>
                  <a:pt x="1946543" y="626691"/>
                </a:lnTo>
                <a:lnTo>
                  <a:pt x="1956038" y="617196"/>
                </a:lnTo>
                <a:lnTo>
                  <a:pt x="1965533" y="617196"/>
                </a:lnTo>
                <a:lnTo>
                  <a:pt x="1975028" y="626691"/>
                </a:lnTo>
                <a:lnTo>
                  <a:pt x="1984524" y="626691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26691"/>
                </a:lnTo>
                <a:lnTo>
                  <a:pt x="2041496" y="626691"/>
                </a:lnTo>
                <a:lnTo>
                  <a:pt x="2050991" y="617196"/>
                </a:lnTo>
                <a:lnTo>
                  <a:pt x="2060486" y="617196"/>
                </a:lnTo>
                <a:lnTo>
                  <a:pt x="2069981" y="626691"/>
                </a:lnTo>
                <a:lnTo>
                  <a:pt x="2079477" y="626691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17196"/>
                </a:lnTo>
                <a:lnTo>
                  <a:pt x="2174430" y="626691"/>
                </a:lnTo>
                <a:lnTo>
                  <a:pt x="2183926" y="62669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626691"/>
                </a:lnTo>
                <a:lnTo>
                  <a:pt x="2231402" y="626691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626691"/>
                </a:lnTo>
                <a:lnTo>
                  <a:pt x="2326355" y="626691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26691"/>
                </a:lnTo>
                <a:lnTo>
                  <a:pt x="2421309" y="626691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17196"/>
                </a:lnTo>
                <a:lnTo>
                  <a:pt x="2506767" y="626691"/>
                </a:lnTo>
                <a:lnTo>
                  <a:pt x="2516262" y="626691"/>
                </a:lnTo>
                <a:lnTo>
                  <a:pt x="2525758" y="626691"/>
                </a:lnTo>
                <a:lnTo>
                  <a:pt x="2535253" y="617196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17196"/>
                </a:lnTo>
                <a:lnTo>
                  <a:pt x="2611216" y="626691"/>
                </a:lnTo>
                <a:lnTo>
                  <a:pt x="2620711" y="626691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2669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626691"/>
                </a:lnTo>
                <a:lnTo>
                  <a:pt x="2715664" y="626691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17196"/>
                </a:lnTo>
                <a:lnTo>
                  <a:pt x="2763141" y="617196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26691"/>
                </a:lnTo>
                <a:lnTo>
                  <a:pt x="2810617" y="626691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26691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26691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17196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26691"/>
                </a:lnTo>
                <a:lnTo>
                  <a:pt x="3010019" y="626691"/>
                </a:lnTo>
                <a:lnTo>
                  <a:pt x="3019514" y="617196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2669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626691"/>
                </a:lnTo>
                <a:lnTo>
                  <a:pt x="3104972" y="617196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26691"/>
                </a:lnTo>
                <a:lnTo>
                  <a:pt x="3199926" y="626691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26691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2669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17196"/>
                </a:lnTo>
                <a:lnTo>
                  <a:pt x="3389832" y="626691"/>
                </a:lnTo>
                <a:lnTo>
                  <a:pt x="3399327" y="617196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26691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26691"/>
                </a:lnTo>
                <a:lnTo>
                  <a:pt x="3494281" y="626691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17196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26691"/>
                </a:lnTo>
                <a:lnTo>
                  <a:pt x="3589234" y="62669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26691"/>
                </a:lnTo>
                <a:lnTo>
                  <a:pt x="3684187" y="626691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626691"/>
                </a:lnTo>
                <a:lnTo>
                  <a:pt x="3779141" y="617196"/>
                </a:lnTo>
                <a:lnTo>
                  <a:pt x="3788636" y="626691"/>
                </a:lnTo>
                <a:lnTo>
                  <a:pt x="3798131" y="626691"/>
                </a:lnTo>
                <a:lnTo>
                  <a:pt x="3807627" y="617196"/>
                </a:lnTo>
                <a:lnTo>
                  <a:pt x="3817122" y="626691"/>
                </a:lnTo>
                <a:lnTo>
                  <a:pt x="3826617" y="626691"/>
                </a:lnTo>
                <a:lnTo>
                  <a:pt x="3836112" y="626691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626691"/>
                </a:lnTo>
                <a:lnTo>
                  <a:pt x="3883589" y="617196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26691"/>
                </a:lnTo>
                <a:lnTo>
                  <a:pt x="3931066" y="626691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17196"/>
                </a:lnTo>
                <a:lnTo>
                  <a:pt x="3969047" y="626691"/>
                </a:lnTo>
                <a:lnTo>
                  <a:pt x="3978543" y="626691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626691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626691"/>
                </a:lnTo>
                <a:lnTo>
                  <a:pt x="4073496" y="626691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626691"/>
                </a:lnTo>
                <a:lnTo>
                  <a:pt x="4130468" y="617196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626691"/>
                </a:lnTo>
                <a:lnTo>
                  <a:pt x="4168449" y="626691"/>
                </a:lnTo>
                <a:lnTo>
                  <a:pt x="4177944" y="617196"/>
                </a:lnTo>
                <a:lnTo>
                  <a:pt x="4187440" y="617196"/>
                </a:lnTo>
                <a:lnTo>
                  <a:pt x="4196935" y="617196"/>
                </a:lnTo>
                <a:lnTo>
                  <a:pt x="4206430" y="626691"/>
                </a:lnTo>
                <a:lnTo>
                  <a:pt x="4215926" y="626691"/>
                </a:lnTo>
                <a:lnTo>
                  <a:pt x="4225421" y="626691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626691"/>
                </a:lnTo>
                <a:lnTo>
                  <a:pt x="4272898" y="617196"/>
                </a:lnTo>
                <a:lnTo>
                  <a:pt x="4282393" y="617196"/>
                </a:lnTo>
                <a:lnTo>
                  <a:pt x="4291888" y="617196"/>
                </a:lnTo>
                <a:lnTo>
                  <a:pt x="4301384" y="617196"/>
                </a:lnTo>
                <a:lnTo>
                  <a:pt x="4310879" y="617196"/>
                </a:lnTo>
                <a:lnTo>
                  <a:pt x="4320374" y="617196"/>
                </a:lnTo>
                <a:lnTo>
                  <a:pt x="4329870" y="617196"/>
                </a:lnTo>
                <a:lnTo>
                  <a:pt x="4339365" y="617196"/>
                </a:lnTo>
                <a:lnTo>
                  <a:pt x="4348860" y="617196"/>
                </a:lnTo>
                <a:lnTo>
                  <a:pt x="4358356" y="617196"/>
                </a:lnTo>
                <a:lnTo>
                  <a:pt x="4367851" y="617196"/>
                </a:lnTo>
                <a:lnTo>
                  <a:pt x="4377346" y="617196"/>
                </a:lnTo>
                <a:lnTo>
                  <a:pt x="4386842" y="617196"/>
                </a:lnTo>
                <a:lnTo>
                  <a:pt x="4396337" y="617196"/>
                </a:lnTo>
                <a:lnTo>
                  <a:pt x="4405832" y="607700"/>
                </a:lnTo>
                <a:lnTo>
                  <a:pt x="4415327" y="607700"/>
                </a:lnTo>
                <a:lnTo>
                  <a:pt x="4424823" y="607700"/>
                </a:lnTo>
                <a:lnTo>
                  <a:pt x="4434318" y="607700"/>
                </a:lnTo>
                <a:lnTo>
                  <a:pt x="4443813" y="607700"/>
                </a:lnTo>
                <a:lnTo>
                  <a:pt x="4453309" y="607700"/>
                </a:lnTo>
                <a:lnTo>
                  <a:pt x="4462804" y="607700"/>
                </a:lnTo>
                <a:lnTo>
                  <a:pt x="4472300" y="598205"/>
                </a:lnTo>
                <a:lnTo>
                  <a:pt x="4481795" y="598205"/>
                </a:lnTo>
                <a:lnTo>
                  <a:pt x="4491290" y="598205"/>
                </a:lnTo>
                <a:lnTo>
                  <a:pt x="4500785" y="598205"/>
                </a:lnTo>
                <a:lnTo>
                  <a:pt x="4510281" y="588710"/>
                </a:lnTo>
                <a:lnTo>
                  <a:pt x="4519776" y="579214"/>
                </a:lnTo>
                <a:lnTo>
                  <a:pt x="4529271" y="560224"/>
                </a:lnTo>
                <a:lnTo>
                  <a:pt x="4538767" y="541233"/>
                </a:lnTo>
                <a:lnTo>
                  <a:pt x="4548262" y="484261"/>
                </a:lnTo>
                <a:lnTo>
                  <a:pt x="4557758" y="417794"/>
                </a:lnTo>
                <a:lnTo>
                  <a:pt x="4567253" y="322841"/>
                </a:lnTo>
                <a:lnTo>
                  <a:pt x="4576748" y="237383"/>
                </a:lnTo>
                <a:lnTo>
                  <a:pt x="4586243" y="161420"/>
                </a:lnTo>
                <a:lnTo>
                  <a:pt x="4595739" y="75962"/>
                </a:lnTo>
                <a:lnTo>
                  <a:pt x="4605234" y="37981"/>
                </a:lnTo>
                <a:lnTo>
                  <a:pt x="4614729" y="9495"/>
                </a:lnTo>
                <a:lnTo>
                  <a:pt x="4624225" y="0"/>
                </a:lnTo>
                <a:lnTo>
                  <a:pt x="4633720" y="0"/>
                </a:lnTo>
                <a:lnTo>
                  <a:pt x="4643216" y="28485"/>
                </a:lnTo>
                <a:lnTo>
                  <a:pt x="4652711" y="47476"/>
                </a:lnTo>
                <a:lnTo>
                  <a:pt x="4662206" y="56971"/>
                </a:lnTo>
                <a:lnTo>
                  <a:pt x="4671701" y="66467"/>
                </a:lnTo>
                <a:lnTo>
                  <a:pt x="4681197" y="75962"/>
                </a:lnTo>
                <a:lnTo>
                  <a:pt x="4690692" y="85457"/>
                </a:lnTo>
                <a:lnTo>
                  <a:pt x="4700187" y="104448"/>
                </a:lnTo>
                <a:lnTo>
                  <a:pt x="4709683" y="123438"/>
                </a:lnTo>
                <a:lnTo>
                  <a:pt x="4719178" y="142429"/>
                </a:lnTo>
                <a:lnTo>
                  <a:pt x="4728673" y="170915"/>
                </a:lnTo>
                <a:lnTo>
                  <a:pt x="4738169" y="199401"/>
                </a:lnTo>
                <a:lnTo>
                  <a:pt x="4747664" y="246878"/>
                </a:lnTo>
                <a:lnTo>
                  <a:pt x="4757159" y="256373"/>
                </a:lnTo>
                <a:lnTo>
                  <a:pt x="4766654" y="284859"/>
                </a:lnTo>
                <a:lnTo>
                  <a:pt x="4776150" y="313345"/>
                </a:lnTo>
                <a:lnTo>
                  <a:pt x="4785645" y="351327"/>
                </a:lnTo>
                <a:lnTo>
                  <a:pt x="4795141" y="389308"/>
                </a:lnTo>
                <a:lnTo>
                  <a:pt x="4804636" y="408299"/>
                </a:lnTo>
                <a:lnTo>
                  <a:pt x="4814131" y="427289"/>
                </a:lnTo>
                <a:lnTo>
                  <a:pt x="4823627" y="436784"/>
                </a:lnTo>
                <a:lnTo>
                  <a:pt x="4833122" y="446280"/>
                </a:lnTo>
                <a:lnTo>
                  <a:pt x="4842617" y="455775"/>
                </a:lnTo>
                <a:lnTo>
                  <a:pt x="4852112" y="465270"/>
                </a:lnTo>
                <a:lnTo>
                  <a:pt x="4861608" y="465270"/>
                </a:lnTo>
                <a:lnTo>
                  <a:pt x="4871103" y="465270"/>
                </a:lnTo>
                <a:lnTo>
                  <a:pt x="4880599" y="465270"/>
                </a:lnTo>
                <a:lnTo>
                  <a:pt x="4890094" y="465270"/>
                </a:lnTo>
                <a:lnTo>
                  <a:pt x="4899589" y="474766"/>
                </a:lnTo>
                <a:lnTo>
                  <a:pt x="4909085" y="484261"/>
                </a:lnTo>
                <a:lnTo>
                  <a:pt x="4918580" y="493757"/>
                </a:lnTo>
                <a:lnTo>
                  <a:pt x="4928075" y="512747"/>
                </a:lnTo>
                <a:lnTo>
                  <a:pt x="4937570" y="522242"/>
                </a:lnTo>
                <a:lnTo>
                  <a:pt x="4947066" y="531738"/>
                </a:lnTo>
                <a:lnTo>
                  <a:pt x="4956561" y="541233"/>
                </a:lnTo>
                <a:lnTo>
                  <a:pt x="4966057" y="550728"/>
                </a:lnTo>
                <a:lnTo>
                  <a:pt x="4975552" y="560224"/>
                </a:lnTo>
                <a:lnTo>
                  <a:pt x="4985047" y="560224"/>
                </a:lnTo>
                <a:lnTo>
                  <a:pt x="4994543" y="560224"/>
                </a:lnTo>
                <a:lnTo>
                  <a:pt x="5004038" y="569719"/>
                </a:lnTo>
                <a:lnTo>
                  <a:pt x="5013533" y="569719"/>
                </a:lnTo>
                <a:lnTo>
                  <a:pt x="5023028" y="579214"/>
                </a:lnTo>
                <a:lnTo>
                  <a:pt x="5032524" y="579214"/>
                </a:lnTo>
                <a:lnTo>
                  <a:pt x="5042019" y="579214"/>
                </a:lnTo>
                <a:lnTo>
                  <a:pt x="5051514" y="579214"/>
                </a:lnTo>
                <a:lnTo>
                  <a:pt x="5061010" y="588710"/>
                </a:lnTo>
                <a:lnTo>
                  <a:pt x="5070505" y="588710"/>
                </a:lnTo>
                <a:lnTo>
                  <a:pt x="5080000" y="588710"/>
                </a:lnTo>
                <a:lnTo>
                  <a:pt x="5089496" y="598205"/>
                </a:lnTo>
                <a:lnTo>
                  <a:pt x="5098991" y="598205"/>
                </a:lnTo>
                <a:lnTo>
                  <a:pt x="5108487" y="598205"/>
                </a:lnTo>
                <a:lnTo>
                  <a:pt x="5117981" y="598205"/>
                </a:lnTo>
                <a:lnTo>
                  <a:pt x="5127477" y="607700"/>
                </a:lnTo>
                <a:lnTo>
                  <a:pt x="5136973" y="607700"/>
                </a:lnTo>
                <a:lnTo>
                  <a:pt x="5146468" y="607700"/>
                </a:lnTo>
                <a:lnTo>
                  <a:pt x="5155963" y="607700"/>
                </a:lnTo>
                <a:lnTo>
                  <a:pt x="5165458" y="607700"/>
                </a:lnTo>
                <a:lnTo>
                  <a:pt x="5174954" y="617196"/>
                </a:lnTo>
                <a:lnTo>
                  <a:pt x="5184449" y="617196"/>
                </a:lnTo>
                <a:lnTo>
                  <a:pt x="5193944" y="617196"/>
                </a:lnTo>
                <a:lnTo>
                  <a:pt x="5203440" y="617196"/>
                </a:lnTo>
                <a:lnTo>
                  <a:pt x="5212935" y="617196"/>
                </a:lnTo>
                <a:lnTo>
                  <a:pt x="5222430" y="617196"/>
                </a:lnTo>
                <a:lnTo>
                  <a:pt x="5231926" y="617196"/>
                </a:lnTo>
                <a:lnTo>
                  <a:pt x="5241421" y="617196"/>
                </a:lnTo>
                <a:lnTo>
                  <a:pt x="5250916" y="617196"/>
                </a:lnTo>
                <a:lnTo>
                  <a:pt x="5260412" y="617196"/>
                </a:lnTo>
                <a:lnTo>
                  <a:pt x="5269907" y="617196"/>
                </a:lnTo>
                <a:lnTo>
                  <a:pt x="5279403" y="617196"/>
                </a:lnTo>
                <a:lnTo>
                  <a:pt x="5288897" y="617196"/>
                </a:lnTo>
                <a:lnTo>
                  <a:pt x="5298393" y="617196"/>
                </a:lnTo>
                <a:lnTo>
                  <a:pt x="5307889" y="617196"/>
                </a:lnTo>
                <a:lnTo>
                  <a:pt x="5317383" y="617196"/>
                </a:lnTo>
                <a:lnTo>
                  <a:pt x="5326879" y="617196"/>
                </a:lnTo>
                <a:lnTo>
                  <a:pt x="5336374" y="617196"/>
                </a:lnTo>
                <a:lnTo>
                  <a:pt x="5345870" y="617196"/>
                </a:lnTo>
                <a:lnTo>
                  <a:pt x="5355365" y="617196"/>
                </a:lnTo>
                <a:lnTo>
                  <a:pt x="5364860" y="617196"/>
                </a:lnTo>
                <a:lnTo>
                  <a:pt x="5374356" y="617196"/>
                </a:lnTo>
                <a:lnTo>
                  <a:pt x="5383851" y="617196"/>
                </a:lnTo>
                <a:lnTo>
                  <a:pt x="5393346" y="617196"/>
                </a:lnTo>
                <a:lnTo>
                  <a:pt x="5402842" y="617196"/>
                </a:lnTo>
                <a:lnTo>
                  <a:pt x="5412337" y="617196"/>
                </a:lnTo>
                <a:lnTo>
                  <a:pt x="5421832" y="617196"/>
                </a:lnTo>
                <a:lnTo>
                  <a:pt x="5431327" y="617196"/>
                </a:lnTo>
                <a:lnTo>
                  <a:pt x="5440823" y="617196"/>
                </a:lnTo>
                <a:lnTo>
                  <a:pt x="5450319" y="617196"/>
                </a:lnTo>
                <a:lnTo>
                  <a:pt x="5459813" y="617196"/>
                </a:lnTo>
                <a:lnTo>
                  <a:pt x="5469309" y="617196"/>
                </a:lnTo>
                <a:lnTo>
                  <a:pt x="5478804" y="617196"/>
                </a:lnTo>
                <a:lnTo>
                  <a:pt x="5488299" y="626691"/>
                </a:lnTo>
                <a:lnTo>
                  <a:pt x="5497795" y="617196"/>
                </a:lnTo>
                <a:lnTo>
                  <a:pt x="5507290" y="617196"/>
                </a:lnTo>
                <a:lnTo>
                  <a:pt x="5516786" y="626691"/>
                </a:lnTo>
                <a:lnTo>
                  <a:pt x="5526281" y="617196"/>
                </a:lnTo>
                <a:lnTo>
                  <a:pt x="5535776" y="626691"/>
                </a:lnTo>
                <a:lnTo>
                  <a:pt x="5545272" y="626691"/>
                </a:lnTo>
                <a:lnTo>
                  <a:pt x="5554766" y="617196"/>
                </a:lnTo>
                <a:lnTo>
                  <a:pt x="5564262" y="617196"/>
                </a:lnTo>
                <a:lnTo>
                  <a:pt x="5573758" y="626691"/>
                </a:lnTo>
                <a:lnTo>
                  <a:pt x="5583253" y="617196"/>
                </a:lnTo>
                <a:lnTo>
                  <a:pt x="5592748" y="626691"/>
                </a:lnTo>
                <a:lnTo>
                  <a:pt x="5602243" y="626691"/>
                </a:lnTo>
                <a:lnTo>
                  <a:pt x="5611739" y="626691"/>
                </a:lnTo>
                <a:lnTo>
                  <a:pt x="5621234" y="617196"/>
                </a:lnTo>
                <a:lnTo>
                  <a:pt x="5630729" y="617196"/>
                </a:lnTo>
                <a:lnTo>
                  <a:pt x="5640225" y="626691"/>
                </a:lnTo>
                <a:lnTo>
                  <a:pt x="5649720" y="617196"/>
                </a:lnTo>
                <a:lnTo>
                  <a:pt x="5659215" y="626691"/>
                </a:lnTo>
                <a:lnTo>
                  <a:pt x="5668711" y="617196"/>
                </a:lnTo>
                <a:lnTo>
                  <a:pt x="5678206" y="617196"/>
                </a:lnTo>
                <a:lnTo>
                  <a:pt x="5687702" y="626691"/>
                </a:lnTo>
                <a:lnTo>
                  <a:pt x="5697197" y="626691"/>
                </a:lnTo>
                <a:lnTo>
                  <a:pt x="5706692" y="617196"/>
                </a:lnTo>
                <a:lnTo>
                  <a:pt x="5716188" y="626691"/>
                </a:lnTo>
                <a:lnTo>
                  <a:pt x="5725682" y="626691"/>
                </a:lnTo>
                <a:lnTo>
                  <a:pt x="5735178" y="626691"/>
                </a:lnTo>
                <a:lnTo>
                  <a:pt x="5744673" y="626691"/>
                </a:lnTo>
                <a:lnTo>
                  <a:pt x="5754169" y="617196"/>
                </a:lnTo>
                <a:lnTo>
                  <a:pt x="5763664" y="626691"/>
                </a:lnTo>
                <a:lnTo>
                  <a:pt x="5773159" y="626691"/>
                </a:lnTo>
                <a:lnTo>
                  <a:pt x="5782655" y="626691"/>
                </a:lnTo>
                <a:lnTo>
                  <a:pt x="5792150" y="626691"/>
                </a:lnTo>
                <a:lnTo>
                  <a:pt x="5801645" y="626691"/>
                </a:lnTo>
                <a:lnTo>
                  <a:pt x="5811141" y="626691"/>
                </a:lnTo>
                <a:lnTo>
                  <a:pt x="5820636" y="617196"/>
                </a:lnTo>
                <a:lnTo>
                  <a:pt x="5830131" y="626691"/>
                </a:lnTo>
                <a:lnTo>
                  <a:pt x="5839627" y="626691"/>
                </a:lnTo>
                <a:lnTo>
                  <a:pt x="5849122" y="626691"/>
                </a:lnTo>
                <a:lnTo>
                  <a:pt x="5858618" y="617196"/>
                </a:lnTo>
                <a:lnTo>
                  <a:pt x="5868112" y="617196"/>
                </a:lnTo>
                <a:lnTo>
                  <a:pt x="5877608" y="626691"/>
                </a:lnTo>
                <a:lnTo>
                  <a:pt x="5887104" y="626691"/>
                </a:lnTo>
                <a:lnTo>
                  <a:pt x="5896598" y="626691"/>
                </a:lnTo>
                <a:lnTo>
                  <a:pt x="5906094" y="626691"/>
                </a:lnTo>
                <a:lnTo>
                  <a:pt x="5915589" y="626691"/>
                </a:lnTo>
                <a:lnTo>
                  <a:pt x="5925085" y="626691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626691"/>
                </a:lnTo>
                <a:lnTo>
                  <a:pt x="5972561" y="617196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26691"/>
                </a:lnTo>
                <a:lnTo>
                  <a:pt x="6010543" y="617196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17196"/>
                </a:lnTo>
                <a:lnTo>
                  <a:pt x="6048524" y="617196"/>
                </a:lnTo>
                <a:lnTo>
                  <a:pt x="6058019" y="626691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626691"/>
                </a:lnTo>
                <a:lnTo>
                  <a:pt x="6105496" y="626691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26691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26691"/>
                </a:lnTo>
                <a:lnTo>
                  <a:pt x="6200449" y="626691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626691"/>
                </a:lnTo>
                <a:lnTo>
                  <a:pt x="6304897" y="626691"/>
                </a:lnTo>
                <a:lnTo>
                  <a:pt x="6314393" y="62669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26691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626691"/>
                </a:lnTo>
                <a:lnTo>
                  <a:pt x="6399851" y="626691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626691"/>
                </a:lnTo>
                <a:lnTo>
                  <a:pt x="6504299" y="626691"/>
                </a:lnTo>
                <a:lnTo>
                  <a:pt x="6513795" y="617196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26691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26691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26691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626691"/>
                </a:lnTo>
                <a:lnTo>
                  <a:pt x="6694206" y="626691"/>
                </a:lnTo>
                <a:lnTo>
                  <a:pt x="6703702" y="626691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26691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626691"/>
                </a:lnTo>
                <a:lnTo>
                  <a:pt x="6884112" y="626691"/>
                </a:lnTo>
                <a:lnTo>
                  <a:pt x="6893608" y="626691"/>
                </a:lnTo>
                <a:lnTo>
                  <a:pt x="6903104" y="617196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26691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626691"/>
                </a:lnTo>
                <a:lnTo>
                  <a:pt x="7083514" y="626691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26691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26691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26691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626691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626691"/>
                </a:lnTo>
                <a:lnTo>
                  <a:pt x="7662729" y="626691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26691"/>
                </a:lnTo>
                <a:lnTo>
                  <a:pt x="7757682" y="626691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26691"/>
                </a:lnTo>
                <a:lnTo>
                  <a:pt x="7852636" y="626691"/>
                </a:lnTo>
                <a:lnTo>
                  <a:pt x="7862131" y="626691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26691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17196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26691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26691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17196"/>
                </a:lnTo>
                <a:lnTo>
                  <a:pt x="8232449" y="626691"/>
                </a:lnTo>
                <a:lnTo>
                  <a:pt x="8241944" y="626691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26691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26691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26691"/>
                </a:lnTo>
                <a:lnTo>
                  <a:pt x="8536300" y="626691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26691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26691"/>
                </a:lnTo>
                <a:lnTo>
                  <a:pt x="8726206" y="626691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26691"/>
                </a:lnTo>
                <a:lnTo>
                  <a:pt x="8830655" y="626691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26691"/>
                </a:lnTo>
                <a:lnTo>
                  <a:pt x="9020561" y="626691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26691"/>
                </a:lnTo>
                <a:lnTo>
                  <a:pt x="9115514" y="626691"/>
                </a:lnTo>
                <a:lnTo>
                  <a:pt x="9125010" y="626691"/>
                </a:lnTo>
                <a:lnTo>
                  <a:pt x="9134505" y="626691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17196"/>
                </a:lnTo>
                <a:lnTo>
                  <a:pt x="9191477" y="626691"/>
                </a:lnTo>
                <a:lnTo>
                  <a:pt x="9200973" y="626691"/>
                </a:lnTo>
                <a:lnTo>
                  <a:pt x="9210468" y="626691"/>
                </a:lnTo>
                <a:lnTo>
                  <a:pt x="9219963" y="626691"/>
                </a:lnTo>
                <a:lnTo>
                  <a:pt x="9229458" y="626691"/>
                </a:lnTo>
                <a:lnTo>
                  <a:pt x="9238954" y="626691"/>
                </a:lnTo>
                <a:lnTo>
                  <a:pt x="9248450" y="626691"/>
                </a:lnTo>
                <a:lnTo>
                  <a:pt x="9257944" y="626691"/>
                </a:lnTo>
                <a:lnTo>
                  <a:pt x="9267440" y="626691"/>
                </a:lnTo>
                <a:lnTo>
                  <a:pt x="9276935" y="626691"/>
                </a:lnTo>
                <a:lnTo>
                  <a:pt x="9286430" y="617196"/>
                </a:lnTo>
                <a:lnTo>
                  <a:pt x="9295926" y="626691"/>
                </a:lnTo>
                <a:lnTo>
                  <a:pt x="9305421" y="626691"/>
                </a:lnTo>
                <a:lnTo>
                  <a:pt x="9314917" y="626691"/>
                </a:lnTo>
                <a:lnTo>
                  <a:pt x="9324412" y="617196"/>
                </a:lnTo>
                <a:lnTo>
                  <a:pt x="9333907" y="617196"/>
                </a:lnTo>
                <a:lnTo>
                  <a:pt x="9343403" y="617196"/>
                </a:lnTo>
                <a:lnTo>
                  <a:pt x="9352897" y="617196"/>
                </a:lnTo>
                <a:lnTo>
                  <a:pt x="9362393" y="617196"/>
                </a:lnTo>
                <a:lnTo>
                  <a:pt x="9371889" y="617196"/>
                </a:lnTo>
                <a:lnTo>
                  <a:pt x="9381384" y="617196"/>
                </a:lnTo>
                <a:lnTo>
                  <a:pt x="9390879" y="617196"/>
                </a:lnTo>
                <a:lnTo>
                  <a:pt x="9400374" y="617196"/>
                </a:lnTo>
                <a:lnTo>
                  <a:pt x="9409870" y="617196"/>
                </a:lnTo>
                <a:lnTo>
                  <a:pt x="9419365" y="607700"/>
                </a:lnTo>
                <a:lnTo>
                  <a:pt x="9428860" y="607700"/>
                </a:lnTo>
                <a:lnTo>
                  <a:pt x="9438356" y="607700"/>
                </a:lnTo>
                <a:lnTo>
                  <a:pt x="9447851" y="598205"/>
                </a:lnTo>
                <a:lnTo>
                  <a:pt x="9457346" y="598205"/>
                </a:lnTo>
                <a:lnTo>
                  <a:pt x="9466842" y="598205"/>
                </a:lnTo>
                <a:lnTo>
                  <a:pt x="9476337" y="588710"/>
                </a:lnTo>
                <a:lnTo>
                  <a:pt x="9485833" y="588710"/>
                </a:lnTo>
                <a:lnTo>
                  <a:pt x="9495327" y="598205"/>
                </a:lnTo>
                <a:lnTo>
                  <a:pt x="9504823" y="588710"/>
                </a:lnTo>
                <a:lnTo>
                  <a:pt x="9514319" y="588710"/>
                </a:lnTo>
                <a:lnTo>
                  <a:pt x="9523813" y="588710"/>
                </a:lnTo>
                <a:lnTo>
                  <a:pt x="9533309" y="588710"/>
                </a:lnTo>
                <a:lnTo>
                  <a:pt x="9542804" y="588710"/>
                </a:lnTo>
                <a:lnTo>
                  <a:pt x="9552300" y="588710"/>
                </a:lnTo>
                <a:lnTo>
                  <a:pt x="9561795" y="588710"/>
                </a:lnTo>
                <a:lnTo>
                  <a:pt x="9571290" y="588710"/>
                </a:lnTo>
                <a:lnTo>
                  <a:pt x="9580786" y="588710"/>
                </a:lnTo>
                <a:lnTo>
                  <a:pt x="9590281" y="579214"/>
                </a:lnTo>
                <a:lnTo>
                  <a:pt x="9599776" y="579214"/>
                </a:lnTo>
                <a:lnTo>
                  <a:pt x="9609272" y="569719"/>
                </a:lnTo>
                <a:lnTo>
                  <a:pt x="9618767" y="560224"/>
                </a:lnTo>
                <a:lnTo>
                  <a:pt x="9628262" y="560224"/>
                </a:lnTo>
                <a:lnTo>
                  <a:pt x="9637758" y="550728"/>
                </a:lnTo>
                <a:lnTo>
                  <a:pt x="9647253" y="541233"/>
                </a:lnTo>
                <a:lnTo>
                  <a:pt x="9656748" y="531738"/>
                </a:lnTo>
                <a:lnTo>
                  <a:pt x="9666243" y="531738"/>
                </a:lnTo>
                <a:lnTo>
                  <a:pt x="9675739" y="522242"/>
                </a:lnTo>
                <a:lnTo>
                  <a:pt x="9685234" y="512747"/>
                </a:lnTo>
                <a:lnTo>
                  <a:pt x="9694729" y="512747"/>
                </a:lnTo>
              </a:path>
            </a:pathLst>
          </a:custGeom>
          <a:noFill/>
          <a:ln w="12700" cap="flat" cmpd="sng" algn="ctr">
            <a:solidFill>
              <a:srgbClr val="808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D153C5E-8782-EC1B-9680-AAAB99FB89EA}"/>
              </a:ext>
            </a:extLst>
          </p:cNvPr>
          <p:cNvSpPr txBox="1"/>
          <p:nvPr/>
        </p:nvSpPr>
        <p:spPr>
          <a:xfrm>
            <a:off x="1488803" y="4729508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90.02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399121C-7CBC-F4D8-D8D6-5ADEE4228AD0}"/>
              </a:ext>
            </a:extLst>
          </p:cNvPr>
          <p:cNvSpPr txBox="1"/>
          <p:nvPr/>
        </p:nvSpPr>
        <p:spPr>
          <a:xfrm>
            <a:off x="11012617" y="4739004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91.98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95D6CF3-AD54-77C3-1C88-6FC8399A431F}"/>
              </a:ext>
            </a:extLst>
          </p:cNvPr>
          <p:cNvSpPr txBox="1"/>
          <p:nvPr/>
        </p:nvSpPr>
        <p:spPr>
          <a:xfrm>
            <a:off x="1452785" y="4279366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*25 june 25-spot 1-1-10-negative-400 um-002~pb2.ROI1.tdc - Ions 400µm 21147445 cts</a:t>
            </a:r>
          </a:p>
        </p:txBody>
      </p:sp>
    </p:spTree>
    <p:extLst>
      <p:ext uri="{BB962C8B-B14F-4D97-AF65-F5344CB8AC3E}">
        <p14:creationId xmlns:p14="http://schemas.microsoft.com/office/powerpoint/2010/main" val="1656530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170BB-C862-EE9B-7ACB-465D86E0D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D5558-23E9-A5F7-EA9D-D6F5B40BF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1 ppm c-Se-PS-MNPs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034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E81A2C8-411D-F95B-1DCF-B15B8623A748}"/>
              </a:ext>
            </a:extLst>
          </p:cNvPr>
          <p:cNvSpPr txBox="1"/>
          <p:nvPr/>
        </p:nvSpPr>
        <p:spPr>
          <a:xfrm>
            <a:off x="1117600" y="990600"/>
            <a:ext cx="10160000" cy="430887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pt-BR" sz="2800" dirty="0">
                <a:latin typeface="Arial" panose="020B0604020202020204" pitchFamily="34" charset="0"/>
              </a:rPr>
              <a:t>2 Sep 25- 1-1- C-20 um-400 um-positive-second time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C1840C-F8C4-DC41-6328-AD353D974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551" y="2202916"/>
            <a:ext cx="2563738" cy="25637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FBFA207-F553-B3B4-6DCC-CC120D18E599}"/>
              </a:ext>
            </a:extLst>
          </p:cNvPr>
          <p:cNvSpPr txBox="1"/>
          <p:nvPr/>
        </p:nvSpPr>
        <p:spPr>
          <a:xfrm>
            <a:off x="91155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Total_Ion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80062701; Max: 2857; Scale: 100µm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E9A8756-2B8E-F831-5C65-F4F3C8FB23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3271" y="2202916"/>
            <a:ext cx="2563738" cy="25637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16DC41D-6F9E-9D4E-5BAB-AD9FD66BBEF1}"/>
              </a:ext>
            </a:extLst>
          </p:cNvPr>
          <p:cNvSpPr txBox="1"/>
          <p:nvPr/>
        </p:nvSpPr>
        <p:spPr>
          <a:xfrm>
            <a:off x="351327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79.930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195808; Max: 25; Scale: 100µm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231D4D-503F-F291-00E4-423AF1BB8CAC}"/>
              </a:ext>
            </a:extLst>
          </p:cNvPr>
          <p:cNvSpPr txBox="1"/>
          <p:nvPr/>
        </p:nvSpPr>
        <p:spPr>
          <a:xfrm>
            <a:off x="611499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pt-BR" sz="800">
                <a:latin typeface="Arial" panose="020B0604020202020204" pitchFamily="34" charset="0"/>
              </a:rPr>
              <a:t>C</a:t>
            </a:r>
            <a:r>
              <a:rPr lang="pt-BR" sz="800" baseline="-25000">
                <a:latin typeface="Arial" panose="020B0604020202020204" pitchFamily="34" charset="0"/>
              </a:rPr>
              <a:t>2</a:t>
            </a:r>
            <a:r>
              <a:rPr lang="pt-BR" sz="800">
                <a:latin typeface="Arial" panose="020B0604020202020204" pitchFamily="34" charset="0"/>
              </a:rPr>
              <a:t>H</a:t>
            </a:r>
            <a:r>
              <a:rPr lang="pt-BR" sz="800" baseline="-25000">
                <a:latin typeface="Arial" panose="020B0604020202020204" pitchFamily="34" charset="0"/>
              </a:rPr>
              <a:t>3</a:t>
            </a:r>
            <a:r>
              <a:rPr lang="pt-BR" sz="800">
                <a:latin typeface="Arial" panose="020B0604020202020204" pitchFamily="34" charset="0"/>
              </a:rPr>
              <a:t>O</a:t>
            </a:r>
            <a:r>
              <a:rPr lang="pt-BR" sz="800" baseline="-25000">
                <a:latin typeface="Arial" panose="020B0604020202020204" pitchFamily="34" charset="0"/>
              </a:rPr>
              <a:t>4</a:t>
            </a:r>
            <a:r>
              <a:rPr lang="pt-BR" sz="800">
                <a:latin typeface="Arial" panose="020B0604020202020204" pitchFamily="34" charset="0"/>
              </a:rPr>
              <a:t> -  91.02 (256x256)</a:t>
            </a:r>
          </a:p>
          <a:p>
            <a:pPr algn="ctr"/>
            <a:r>
              <a:rPr lang="pt-BR" sz="800">
                <a:latin typeface="Arial" panose="020B0604020202020204" pitchFamily="34" charset="0"/>
              </a:rPr>
              <a:t>Cts: 40948; Max: 13; Scale: 100µm</a:t>
            </a:r>
            <a:endParaRPr lang="en-US" sz="800">
              <a:latin typeface="Arial" panose="020B06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61AED90-50A7-52B0-E3D6-4874EE10F6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6711" y="2202916"/>
            <a:ext cx="2563738" cy="256373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78C89E8-B2F3-0C35-9F21-352ED0281449}"/>
              </a:ext>
            </a:extLst>
          </p:cNvPr>
          <p:cNvSpPr txBox="1"/>
          <p:nvPr/>
        </p:nvSpPr>
        <p:spPr>
          <a:xfrm>
            <a:off x="871671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OVERLAY</a:t>
            </a:r>
          </a:p>
          <a:p>
            <a:pPr algn="ctr"/>
            <a:endParaRPr lang="en-US" sz="800"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47F0F6-58E4-B2D7-BD04-9332769B1D59}"/>
              </a:ext>
            </a:extLst>
          </p:cNvPr>
          <p:cNvSpPr txBox="1"/>
          <p:nvPr/>
        </p:nvSpPr>
        <p:spPr>
          <a:xfrm>
            <a:off x="914400" y="5587999"/>
            <a:ext cx="8293100" cy="4064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Enter Slide Comments Here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C876640-65BF-B0E1-59E0-7DFDC4B70D7A}"/>
              </a:ext>
            </a:extLst>
          </p:cNvPr>
          <p:cNvGrpSpPr/>
          <p:nvPr/>
        </p:nvGrpSpPr>
        <p:grpSpPr>
          <a:xfrm>
            <a:off x="6114991" y="2202916"/>
            <a:ext cx="2563738" cy="2563738"/>
            <a:chOff x="6114991" y="2202916"/>
            <a:chExt cx="2563738" cy="2563738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D822EE4-AC39-8EB5-BACE-3BCA053A4EB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40000" contrast="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114991" y="2202916"/>
              <a:ext cx="2563738" cy="2563738"/>
            </a:xfrm>
            <a:prstGeom prst="rect">
              <a:avLst/>
            </a:prstGeom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BE0F3B6-CA24-0630-5A6E-9683CC2DFEAD}"/>
                </a:ext>
              </a:extLst>
            </p:cNvPr>
            <p:cNvSpPr/>
            <p:nvPr/>
          </p:nvSpPr>
          <p:spPr>
            <a:xfrm>
              <a:off x="7962900" y="4629150"/>
              <a:ext cx="715829" cy="76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49308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D931DE7-34C8-D4B7-8FA8-2273F0D68486}"/>
              </a:ext>
            </a:extLst>
          </p:cNvPr>
          <p:cNvSpPr txBox="1"/>
          <p:nvPr/>
        </p:nvSpPr>
        <p:spPr>
          <a:xfrm>
            <a:off x="1420139" y="2459290"/>
            <a:ext cx="25519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33739D-9290-AD17-C4A2-91150E8B4959}"/>
              </a:ext>
            </a:extLst>
          </p:cNvPr>
          <p:cNvSpPr txBox="1"/>
          <p:nvPr/>
        </p:nvSpPr>
        <p:spPr>
          <a:xfrm>
            <a:off x="3291402" y="2459290"/>
            <a:ext cx="396262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1CEAFC-4C0C-6DDA-6A5E-CD7E959BE9FE}"/>
              </a:ext>
            </a:extLst>
          </p:cNvPr>
          <p:cNvSpPr txBox="1"/>
          <p:nvPr/>
        </p:nvSpPr>
        <p:spPr>
          <a:xfrm>
            <a:off x="5228448" y="2459290"/>
            <a:ext cx="396262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A702E8-8971-C4C2-C2A5-0B971535805C}"/>
              </a:ext>
            </a:extLst>
          </p:cNvPr>
          <p:cNvSpPr txBox="1"/>
          <p:nvPr/>
        </p:nvSpPr>
        <p:spPr>
          <a:xfrm>
            <a:off x="7174991" y="2459290"/>
            <a:ext cx="396262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A2DE7F-46E4-AAE2-724D-984A78D11BFD}"/>
              </a:ext>
            </a:extLst>
          </p:cNvPr>
          <p:cNvSpPr txBox="1"/>
          <p:nvPr/>
        </p:nvSpPr>
        <p:spPr>
          <a:xfrm>
            <a:off x="9112038" y="2459290"/>
            <a:ext cx="396262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800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509F7E-0B06-2D95-6664-7609C33F3DBD}"/>
              </a:ext>
            </a:extLst>
          </p:cNvPr>
          <p:cNvSpPr/>
          <p:nvPr/>
        </p:nvSpPr>
        <p:spPr bwMode="auto">
          <a:xfrm>
            <a:off x="1547738" y="2373832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75962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47476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75962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47476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75962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47476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75962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11DD69-9AB9-4E6B-FCF7-5755CD033BED}"/>
              </a:ext>
            </a:extLst>
          </p:cNvPr>
          <p:cNvSpPr txBox="1"/>
          <p:nvPr/>
        </p:nvSpPr>
        <p:spPr>
          <a:xfrm>
            <a:off x="5968482" y="2630206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3411523-23DF-C32A-0D91-5D01C519B512}"/>
              </a:ext>
            </a:extLst>
          </p:cNvPr>
          <p:cNvSpPr/>
          <p:nvPr/>
        </p:nvSpPr>
        <p:spPr bwMode="auto">
          <a:xfrm>
            <a:off x="1547738" y="1623701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B50F4F-C336-391F-4D11-775E25850A23}"/>
              </a:ext>
            </a:extLst>
          </p:cNvPr>
          <p:cNvSpPr txBox="1"/>
          <p:nvPr/>
        </p:nvSpPr>
        <p:spPr>
          <a:xfrm>
            <a:off x="1299415" y="2250721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68E7FF-2532-CFB2-5985-B70AA4391651}"/>
              </a:ext>
            </a:extLst>
          </p:cNvPr>
          <p:cNvSpPr txBox="1"/>
          <p:nvPr/>
        </p:nvSpPr>
        <p:spPr>
          <a:xfrm>
            <a:off x="1299415" y="2146273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E3BEDC-9896-8896-949A-9899B25E3653}"/>
              </a:ext>
            </a:extLst>
          </p:cNvPr>
          <p:cNvSpPr txBox="1"/>
          <p:nvPr/>
        </p:nvSpPr>
        <p:spPr>
          <a:xfrm>
            <a:off x="1299415" y="2041824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0085B0-54F1-80CF-1778-F0A64918FE00}"/>
              </a:ext>
            </a:extLst>
          </p:cNvPr>
          <p:cNvSpPr txBox="1"/>
          <p:nvPr/>
        </p:nvSpPr>
        <p:spPr>
          <a:xfrm>
            <a:off x="1299415" y="1946871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8E0035-BB37-E5FE-9DFF-61654B80C81C}"/>
              </a:ext>
            </a:extLst>
          </p:cNvPr>
          <p:cNvSpPr txBox="1"/>
          <p:nvPr/>
        </p:nvSpPr>
        <p:spPr>
          <a:xfrm>
            <a:off x="1299415" y="1842422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2F8B3C-4186-B3C9-C9A2-7CE5158FA5A6}"/>
              </a:ext>
            </a:extLst>
          </p:cNvPr>
          <p:cNvSpPr txBox="1"/>
          <p:nvPr/>
        </p:nvSpPr>
        <p:spPr>
          <a:xfrm>
            <a:off x="1299415" y="1737974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87B021-6EF7-9D60-BCAF-D39C29406F3D}"/>
              </a:ext>
            </a:extLst>
          </p:cNvPr>
          <p:cNvSpPr txBox="1"/>
          <p:nvPr/>
        </p:nvSpPr>
        <p:spPr>
          <a:xfrm>
            <a:off x="1299415" y="1643020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6EE808-0C42-7FB1-B775-850F15297C39}"/>
              </a:ext>
            </a:extLst>
          </p:cNvPr>
          <p:cNvSpPr txBox="1"/>
          <p:nvPr/>
        </p:nvSpPr>
        <p:spPr>
          <a:xfrm>
            <a:off x="1299415" y="1538572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BB48EEB-59BD-06F9-5042-483A7021E8D0}"/>
              </a:ext>
            </a:extLst>
          </p:cNvPr>
          <p:cNvSpPr/>
          <p:nvPr/>
        </p:nvSpPr>
        <p:spPr bwMode="auto">
          <a:xfrm>
            <a:off x="1471776" y="1623701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21645"/>
                </a:lnTo>
                <a:lnTo>
                  <a:pt x="28486" y="721645"/>
                </a:lnTo>
                <a:lnTo>
                  <a:pt x="75962" y="721645"/>
                </a:lnTo>
                <a:lnTo>
                  <a:pt x="75962" y="702654"/>
                </a:lnTo>
                <a:lnTo>
                  <a:pt x="28486" y="702654"/>
                </a:lnTo>
                <a:lnTo>
                  <a:pt x="75962" y="702654"/>
                </a:lnTo>
                <a:lnTo>
                  <a:pt x="75962" y="683664"/>
                </a:lnTo>
                <a:lnTo>
                  <a:pt x="28486" y="683664"/>
                </a:lnTo>
                <a:lnTo>
                  <a:pt x="75962" y="683664"/>
                </a:lnTo>
                <a:lnTo>
                  <a:pt x="75962" y="664673"/>
                </a:lnTo>
                <a:lnTo>
                  <a:pt x="28486" y="664673"/>
                </a:lnTo>
                <a:lnTo>
                  <a:pt x="75962" y="664673"/>
                </a:lnTo>
                <a:lnTo>
                  <a:pt x="75962" y="645682"/>
                </a:lnTo>
                <a:lnTo>
                  <a:pt x="0" y="645682"/>
                </a:lnTo>
                <a:lnTo>
                  <a:pt x="75962" y="645682"/>
                </a:lnTo>
                <a:lnTo>
                  <a:pt x="75962" y="626691"/>
                </a:lnTo>
                <a:lnTo>
                  <a:pt x="28486" y="626691"/>
                </a:lnTo>
                <a:lnTo>
                  <a:pt x="75962" y="626691"/>
                </a:lnTo>
                <a:lnTo>
                  <a:pt x="75962" y="607701"/>
                </a:lnTo>
                <a:lnTo>
                  <a:pt x="28486" y="607701"/>
                </a:lnTo>
                <a:lnTo>
                  <a:pt x="75962" y="607701"/>
                </a:lnTo>
                <a:lnTo>
                  <a:pt x="75962" y="579215"/>
                </a:lnTo>
                <a:lnTo>
                  <a:pt x="28486" y="579215"/>
                </a:lnTo>
                <a:lnTo>
                  <a:pt x="75962" y="579215"/>
                </a:lnTo>
                <a:lnTo>
                  <a:pt x="75962" y="560224"/>
                </a:lnTo>
                <a:lnTo>
                  <a:pt x="28486" y="560224"/>
                </a:lnTo>
                <a:lnTo>
                  <a:pt x="75962" y="560224"/>
                </a:lnTo>
                <a:lnTo>
                  <a:pt x="75962" y="541234"/>
                </a:lnTo>
                <a:lnTo>
                  <a:pt x="0" y="541234"/>
                </a:lnTo>
                <a:lnTo>
                  <a:pt x="75962" y="541234"/>
                </a:lnTo>
                <a:lnTo>
                  <a:pt x="75962" y="522243"/>
                </a:lnTo>
                <a:lnTo>
                  <a:pt x="28486" y="522243"/>
                </a:lnTo>
                <a:lnTo>
                  <a:pt x="75962" y="522243"/>
                </a:lnTo>
                <a:lnTo>
                  <a:pt x="75962" y="503252"/>
                </a:lnTo>
                <a:lnTo>
                  <a:pt x="28486" y="503252"/>
                </a:lnTo>
                <a:lnTo>
                  <a:pt x="75962" y="503252"/>
                </a:lnTo>
                <a:lnTo>
                  <a:pt x="75962" y="484262"/>
                </a:lnTo>
                <a:lnTo>
                  <a:pt x="28486" y="484262"/>
                </a:lnTo>
                <a:lnTo>
                  <a:pt x="75962" y="484262"/>
                </a:lnTo>
                <a:lnTo>
                  <a:pt x="75962" y="465271"/>
                </a:lnTo>
                <a:lnTo>
                  <a:pt x="28486" y="465271"/>
                </a:lnTo>
                <a:lnTo>
                  <a:pt x="75962" y="465271"/>
                </a:lnTo>
                <a:lnTo>
                  <a:pt x="75962" y="446280"/>
                </a:lnTo>
                <a:lnTo>
                  <a:pt x="0" y="446280"/>
                </a:lnTo>
                <a:lnTo>
                  <a:pt x="75962" y="446280"/>
                </a:lnTo>
                <a:lnTo>
                  <a:pt x="75962" y="417794"/>
                </a:lnTo>
                <a:lnTo>
                  <a:pt x="28486" y="417794"/>
                </a:lnTo>
                <a:lnTo>
                  <a:pt x="75962" y="417794"/>
                </a:lnTo>
                <a:lnTo>
                  <a:pt x="75962" y="398804"/>
                </a:lnTo>
                <a:lnTo>
                  <a:pt x="28486" y="398804"/>
                </a:lnTo>
                <a:lnTo>
                  <a:pt x="75962" y="398804"/>
                </a:lnTo>
                <a:lnTo>
                  <a:pt x="75962" y="379813"/>
                </a:lnTo>
                <a:lnTo>
                  <a:pt x="28486" y="379813"/>
                </a:lnTo>
                <a:lnTo>
                  <a:pt x="75962" y="379813"/>
                </a:lnTo>
                <a:lnTo>
                  <a:pt x="75962" y="360822"/>
                </a:lnTo>
                <a:lnTo>
                  <a:pt x="28486" y="360822"/>
                </a:lnTo>
                <a:lnTo>
                  <a:pt x="75962" y="360822"/>
                </a:lnTo>
                <a:lnTo>
                  <a:pt x="75962" y="341832"/>
                </a:lnTo>
                <a:lnTo>
                  <a:pt x="0" y="341832"/>
                </a:lnTo>
                <a:lnTo>
                  <a:pt x="75962" y="341832"/>
                </a:lnTo>
                <a:lnTo>
                  <a:pt x="75962" y="322841"/>
                </a:lnTo>
                <a:lnTo>
                  <a:pt x="28486" y="322841"/>
                </a:lnTo>
                <a:lnTo>
                  <a:pt x="75962" y="322841"/>
                </a:lnTo>
                <a:lnTo>
                  <a:pt x="75962" y="303850"/>
                </a:lnTo>
                <a:lnTo>
                  <a:pt x="28486" y="303850"/>
                </a:lnTo>
                <a:lnTo>
                  <a:pt x="75962" y="303850"/>
                </a:lnTo>
                <a:lnTo>
                  <a:pt x="75962" y="284860"/>
                </a:lnTo>
                <a:lnTo>
                  <a:pt x="28486" y="284860"/>
                </a:lnTo>
                <a:lnTo>
                  <a:pt x="75962" y="284860"/>
                </a:lnTo>
                <a:lnTo>
                  <a:pt x="75962" y="256374"/>
                </a:lnTo>
                <a:lnTo>
                  <a:pt x="28486" y="256374"/>
                </a:lnTo>
                <a:lnTo>
                  <a:pt x="75962" y="256374"/>
                </a:lnTo>
                <a:lnTo>
                  <a:pt x="75962" y="237383"/>
                </a:lnTo>
                <a:lnTo>
                  <a:pt x="0" y="237383"/>
                </a:lnTo>
                <a:lnTo>
                  <a:pt x="75962" y="237383"/>
                </a:lnTo>
                <a:lnTo>
                  <a:pt x="75962" y="218393"/>
                </a:lnTo>
                <a:lnTo>
                  <a:pt x="28486" y="218393"/>
                </a:lnTo>
                <a:lnTo>
                  <a:pt x="75962" y="218393"/>
                </a:lnTo>
                <a:lnTo>
                  <a:pt x="75962" y="199402"/>
                </a:lnTo>
                <a:lnTo>
                  <a:pt x="28486" y="199402"/>
                </a:lnTo>
                <a:lnTo>
                  <a:pt x="75962" y="199402"/>
                </a:lnTo>
                <a:lnTo>
                  <a:pt x="75962" y="180411"/>
                </a:lnTo>
                <a:lnTo>
                  <a:pt x="28486" y="180411"/>
                </a:lnTo>
                <a:lnTo>
                  <a:pt x="75962" y="180411"/>
                </a:lnTo>
                <a:lnTo>
                  <a:pt x="75962" y="161420"/>
                </a:lnTo>
                <a:lnTo>
                  <a:pt x="28486" y="161420"/>
                </a:lnTo>
                <a:lnTo>
                  <a:pt x="75962" y="161420"/>
                </a:lnTo>
                <a:lnTo>
                  <a:pt x="75962" y="142430"/>
                </a:lnTo>
                <a:lnTo>
                  <a:pt x="0" y="142430"/>
                </a:lnTo>
                <a:lnTo>
                  <a:pt x="75962" y="142430"/>
                </a:lnTo>
                <a:lnTo>
                  <a:pt x="75962" y="123439"/>
                </a:lnTo>
                <a:lnTo>
                  <a:pt x="28486" y="123439"/>
                </a:lnTo>
                <a:lnTo>
                  <a:pt x="75962" y="123439"/>
                </a:lnTo>
                <a:lnTo>
                  <a:pt x="75962" y="94953"/>
                </a:lnTo>
                <a:lnTo>
                  <a:pt x="28486" y="94953"/>
                </a:lnTo>
                <a:lnTo>
                  <a:pt x="75962" y="94953"/>
                </a:lnTo>
                <a:lnTo>
                  <a:pt x="75962" y="75963"/>
                </a:lnTo>
                <a:lnTo>
                  <a:pt x="28486" y="75963"/>
                </a:lnTo>
                <a:lnTo>
                  <a:pt x="75962" y="75963"/>
                </a:lnTo>
                <a:lnTo>
                  <a:pt x="75962" y="56972"/>
                </a:lnTo>
                <a:lnTo>
                  <a:pt x="28486" y="56972"/>
                </a:lnTo>
                <a:lnTo>
                  <a:pt x="75962" y="56972"/>
                </a:lnTo>
                <a:lnTo>
                  <a:pt x="75962" y="37981"/>
                </a:lnTo>
                <a:lnTo>
                  <a:pt x="0" y="37981"/>
                </a:lnTo>
                <a:lnTo>
                  <a:pt x="75962" y="37981"/>
                </a:lnTo>
                <a:lnTo>
                  <a:pt x="75962" y="18991"/>
                </a:lnTo>
                <a:lnTo>
                  <a:pt x="28486" y="18991"/>
                </a:lnTo>
                <a:lnTo>
                  <a:pt x="75962" y="18991"/>
                </a:lnTo>
                <a:lnTo>
                  <a:pt x="75962" y="0"/>
                </a:lnTo>
                <a:lnTo>
                  <a:pt x="28486" y="0"/>
                </a:lnTo>
                <a:close/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C84955F-F401-7A2C-9B44-56CDDA47F141}"/>
              </a:ext>
            </a:extLst>
          </p:cNvPr>
          <p:cNvSpPr txBox="1"/>
          <p:nvPr/>
        </p:nvSpPr>
        <p:spPr>
          <a:xfrm>
            <a:off x="914991" y="1669367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Counts/1E6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6D13D624-D0C8-F8F2-C23B-6527FD4445A7}"/>
              </a:ext>
            </a:extLst>
          </p:cNvPr>
          <p:cNvSpPr/>
          <p:nvPr/>
        </p:nvSpPr>
        <p:spPr bwMode="auto">
          <a:xfrm>
            <a:off x="11251963" y="1623701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D9D61ECE-12C9-4D45-0C9B-3C698FB23701}"/>
              </a:ext>
            </a:extLst>
          </p:cNvPr>
          <p:cNvSpPr/>
          <p:nvPr/>
        </p:nvSpPr>
        <p:spPr bwMode="auto">
          <a:xfrm>
            <a:off x="1547738" y="1737645"/>
            <a:ext cx="9694730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626691"/>
                </a:moveTo>
                <a:lnTo>
                  <a:pt x="9496" y="617196"/>
                </a:lnTo>
                <a:lnTo>
                  <a:pt x="18991" y="626691"/>
                </a:lnTo>
                <a:lnTo>
                  <a:pt x="28486" y="626691"/>
                </a:lnTo>
                <a:lnTo>
                  <a:pt x="37982" y="626691"/>
                </a:lnTo>
                <a:lnTo>
                  <a:pt x="47477" y="626691"/>
                </a:lnTo>
                <a:lnTo>
                  <a:pt x="56972" y="626691"/>
                </a:lnTo>
                <a:lnTo>
                  <a:pt x="66468" y="626691"/>
                </a:lnTo>
                <a:lnTo>
                  <a:pt x="75963" y="626691"/>
                </a:lnTo>
                <a:lnTo>
                  <a:pt x="85458" y="626691"/>
                </a:lnTo>
                <a:lnTo>
                  <a:pt x="94954" y="626691"/>
                </a:lnTo>
                <a:lnTo>
                  <a:pt x="104449" y="626691"/>
                </a:lnTo>
                <a:lnTo>
                  <a:pt x="113944" y="626691"/>
                </a:lnTo>
                <a:lnTo>
                  <a:pt x="123440" y="626691"/>
                </a:lnTo>
                <a:lnTo>
                  <a:pt x="132935" y="617196"/>
                </a:lnTo>
                <a:lnTo>
                  <a:pt x="142430" y="617196"/>
                </a:lnTo>
                <a:lnTo>
                  <a:pt x="151926" y="626691"/>
                </a:lnTo>
                <a:lnTo>
                  <a:pt x="161421" y="626691"/>
                </a:lnTo>
                <a:lnTo>
                  <a:pt x="170916" y="626691"/>
                </a:lnTo>
                <a:lnTo>
                  <a:pt x="180412" y="626691"/>
                </a:lnTo>
                <a:lnTo>
                  <a:pt x="189907" y="626691"/>
                </a:lnTo>
                <a:lnTo>
                  <a:pt x="199402" y="626691"/>
                </a:lnTo>
                <a:lnTo>
                  <a:pt x="208898" y="626691"/>
                </a:lnTo>
                <a:lnTo>
                  <a:pt x="218393" y="522243"/>
                </a:lnTo>
                <a:lnTo>
                  <a:pt x="227888" y="626691"/>
                </a:lnTo>
                <a:lnTo>
                  <a:pt x="237383" y="626691"/>
                </a:lnTo>
                <a:lnTo>
                  <a:pt x="246879" y="617196"/>
                </a:lnTo>
                <a:lnTo>
                  <a:pt x="256374" y="569720"/>
                </a:lnTo>
                <a:lnTo>
                  <a:pt x="265870" y="617196"/>
                </a:lnTo>
                <a:lnTo>
                  <a:pt x="275365" y="560224"/>
                </a:lnTo>
                <a:lnTo>
                  <a:pt x="284860" y="626691"/>
                </a:lnTo>
                <a:lnTo>
                  <a:pt x="294355" y="626691"/>
                </a:lnTo>
                <a:lnTo>
                  <a:pt x="303851" y="626691"/>
                </a:lnTo>
                <a:lnTo>
                  <a:pt x="313346" y="626691"/>
                </a:lnTo>
                <a:lnTo>
                  <a:pt x="322841" y="626691"/>
                </a:lnTo>
                <a:lnTo>
                  <a:pt x="332337" y="626691"/>
                </a:lnTo>
                <a:lnTo>
                  <a:pt x="341832" y="626691"/>
                </a:lnTo>
                <a:lnTo>
                  <a:pt x="351327" y="626691"/>
                </a:lnTo>
                <a:lnTo>
                  <a:pt x="360823" y="626691"/>
                </a:lnTo>
                <a:lnTo>
                  <a:pt x="370318" y="0"/>
                </a:lnTo>
                <a:lnTo>
                  <a:pt x="379813" y="579215"/>
                </a:lnTo>
                <a:lnTo>
                  <a:pt x="389309" y="370318"/>
                </a:lnTo>
                <a:lnTo>
                  <a:pt x="398804" y="598205"/>
                </a:lnTo>
                <a:lnTo>
                  <a:pt x="408299" y="579215"/>
                </a:lnTo>
                <a:lnTo>
                  <a:pt x="417795" y="569720"/>
                </a:lnTo>
                <a:lnTo>
                  <a:pt x="427290" y="617196"/>
                </a:lnTo>
                <a:lnTo>
                  <a:pt x="436785" y="617196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17196"/>
                </a:lnTo>
                <a:lnTo>
                  <a:pt x="503253" y="617196"/>
                </a:lnTo>
                <a:lnTo>
                  <a:pt x="512748" y="598205"/>
                </a:lnTo>
                <a:lnTo>
                  <a:pt x="522243" y="607701"/>
                </a:lnTo>
                <a:lnTo>
                  <a:pt x="531739" y="522243"/>
                </a:lnTo>
                <a:lnTo>
                  <a:pt x="541234" y="607701"/>
                </a:lnTo>
                <a:lnTo>
                  <a:pt x="550729" y="569720"/>
                </a:lnTo>
                <a:lnTo>
                  <a:pt x="560225" y="579215"/>
                </a:lnTo>
                <a:lnTo>
                  <a:pt x="569720" y="607701"/>
                </a:lnTo>
                <a:lnTo>
                  <a:pt x="579215" y="617196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17196"/>
                </a:lnTo>
                <a:lnTo>
                  <a:pt x="617197" y="626691"/>
                </a:lnTo>
                <a:lnTo>
                  <a:pt x="626692" y="607701"/>
                </a:lnTo>
                <a:lnTo>
                  <a:pt x="636187" y="617196"/>
                </a:lnTo>
                <a:lnTo>
                  <a:pt x="645683" y="579215"/>
                </a:lnTo>
                <a:lnTo>
                  <a:pt x="655178" y="617196"/>
                </a:lnTo>
                <a:lnTo>
                  <a:pt x="664673" y="579215"/>
                </a:lnTo>
                <a:lnTo>
                  <a:pt x="674169" y="607701"/>
                </a:lnTo>
                <a:lnTo>
                  <a:pt x="683664" y="598205"/>
                </a:lnTo>
                <a:lnTo>
                  <a:pt x="693159" y="617196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26691"/>
                </a:lnTo>
                <a:lnTo>
                  <a:pt x="731141" y="626691"/>
                </a:lnTo>
                <a:lnTo>
                  <a:pt x="740636" y="607701"/>
                </a:lnTo>
                <a:lnTo>
                  <a:pt x="750131" y="598205"/>
                </a:lnTo>
                <a:lnTo>
                  <a:pt x="759627" y="560224"/>
                </a:lnTo>
                <a:lnTo>
                  <a:pt x="769122" y="617196"/>
                </a:lnTo>
                <a:lnTo>
                  <a:pt x="778617" y="598205"/>
                </a:lnTo>
                <a:lnTo>
                  <a:pt x="788112" y="617196"/>
                </a:lnTo>
                <a:lnTo>
                  <a:pt x="797608" y="607701"/>
                </a:lnTo>
                <a:lnTo>
                  <a:pt x="807103" y="617196"/>
                </a:lnTo>
                <a:lnTo>
                  <a:pt x="816598" y="617196"/>
                </a:lnTo>
                <a:lnTo>
                  <a:pt x="826094" y="560224"/>
                </a:lnTo>
                <a:lnTo>
                  <a:pt x="835589" y="541234"/>
                </a:lnTo>
                <a:lnTo>
                  <a:pt x="845084" y="607701"/>
                </a:lnTo>
                <a:lnTo>
                  <a:pt x="854580" y="617196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07701"/>
                </a:lnTo>
                <a:lnTo>
                  <a:pt x="892561" y="626691"/>
                </a:lnTo>
                <a:lnTo>
                  <a:pt x="902056" y="617196"/>
                </a:lnTo>
                <a:lnTo>
                  <a:pt x="911552" y="598205"/>
                </a:lnTo>
                <a:lnTo>
                  <a:pt x="921047" y="493757"/>
                </a:lnTo>
                <a:lnTo>
                  <a:pt x="930542" y="626691"/>
                </a:lnTo>
                <a:lnTo>
                  <a:pt x="940038" y="598205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17196"/>
                </a:lnTo>
                <a:lnTo>
                  <a:pt x="997010" y="579215"/>
                </a:lnTo>
                <a:lnTo>
                  <a:pt x="1006505" y="493757"/>
                </a:lnTo>
                <a:lnTo>
                  <a:pt x="1016000" y="607701"/>
                </a:lnTo>
                <a:lnTo>
                  <a:pt x="1025496" y="607701"/>
                </a:lnTo>
                <a:lnTo>
                  <a:pt x="1034991" y="617196"/>
                </a:lnTo>
                <a:lnTo>
                  <a:pt x="1044486" y="617196"/>
                </a:lnTo>
                <a:lnTo>
                  <a:pt x="1053982" y="617196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17196"/>
                </a:lnTo>
                <a:lnTo>
                  <a:pt x="1101458" y="626691"/>
                </a:lnTo>
                <a:lnTo>
                  <a:pt x="1110954" y="617196"/>
                </a:lnTo>
                <a:lnTo>
                  <a:pt x="1120449" y="626691"/>
                </a:lnTo>
                <a:lnTo>
                  <a:pt x="1129944" y="617196"/>
                </a:lnTo>
                <a:lnTo>
                  <a:pt x="1139440" y="626691"/>
                </a:lnTo>
                <a:lnTo>
                  <a:pt x="1148935" y="598205"/>
                </a:lnTo>
                <a:lnTo>
                  <a:pt x="1158430" y="579215"/>
                </a:lnTo>
                <a:lnTo>
                  <a:pt x="1167926" y="598205"/>
                </a:lnTo>
                <a:lnTo>
                  <a:pt x="1177421" y="607701"/>
                </a:lnTo>
                <a:lnTo>
                  <a:pt x="1186916" y="569720"/>
                </a:lnTo>
                <a:lnTo>
                  <a:pt x="1196412" y="607701"/>
                </a:lnTo>
                <a:lnTo>
                  <a:pt x="1205907" y="607701"/>
                </a:lnTo>
                <a:lnTo>
                  <a:pt x="1215402" y="617196"/>
                </a:lnTo>
                <a:lnTo>
                  <a:pt x="1224898" y="617196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626691"/>
                </a:lnTo>
                <a:lnTo>
                  <a:pt x="1262879" y="626691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17196"/>
                </a:lnTo>
                <a:lnTo>
                  <a:pt x="1319851" y="60770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26691"/>
                </a:lnTo>
                <a:lnTo>
                  <a:pt x="1357832" y="607701"/>
                </a:lnTo>
                <a:lnTo>
                  <a:pt x="1367327" y="617196"/>
                </a:lnTo>
                <a:lnTo>
                  <a:pt x="1376823" y="626691"/>
                </a:lnTo>
                <a:lnTo>
                  <a:pt x="1386318" y="617196"/>
                </a:lnTo>
                <a:lnTo>
                  <a:pt x="1395813" y="626691"/>
                </a:lnTo>
                <a:lnTo>
                  <a:pt x="1405309" y="626691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17196"/>
                </a:lnTo>
                <a:lnTo>
                  <a:pt x="1452785" y="626691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569720"/>
                </a:lnTo>
                <a:lnTo>
                  <a:pt x="1528748" y="617196"/>
                </a:lnTo>
                <a:lnTo>
                  <a:pt x="1538243" y="617196"/>
                </a:lnTo>
                <a:lnTo>
                  <a:pt x="1547739" y="626691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26691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626691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17196"/>
                </a:lnTo>
                <a:lnTo>
                  <a:pt x="1699664" y="626691"/>
                </a:lnTo>
                <a:lnTo>
                  <a:pt x="1709159" y="617196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2669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17196"/>
                </a:lnTo>
                <a:lnTo>
                  <a:pt x="1794617" y="62669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2669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626691"/>
                </a:lnTo>
                <a:lnTo>
                  <a:pt x="1899066" y="617196"/>
                </a:lnTo>
                <a:lnTo>
                  <a:pt x="1908561" y="60770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26691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626691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26691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588710"/>
                </a:lnTo>
                <a:lnTo>
                  <a:pt x="2069981" y="626691"/>
                </a:lnTo>
                <a:lnTo>
                  <a:pt x="2079477" y="617196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2669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626691"/>
                </a:lnTo>
                <a:lnTo>
                  <a:pt x="2231402" y="626691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626691"/>
                </a:lnTo>
                <a:lnTo>
                  <a:pt x="2326355" y="626691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26691"/>
                </a:lnTo>
                <a:lnTo>
                  <a:pt x="2421309" y="626691"/>
                </a:lnTo>
                <a:lnTo>
                  <a:pt x="2430804" y="617196"/>
                </a:lnTo>
                <a:lnTo>
                  <a:pt x="2440300" y="626691"/>
                </a:lnTo>
                <a:lnTo>
                  <a:pt x="2449795" y="617196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626691"/>
                </a:lnTo>
                <a:lnTo>
                  <a:pt x="2525758" y="626691"/>
                </a:lnTo>
                <a:lnTo>
                  <a:pt x="2535253" y="626691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26691"/>
                </a:lnTo>
                <a:lnTo>
                  <a:pt x="2620711" y="626691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2669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626691"/>
                </a:lnTo>
                <a:lnTo>
                  <a:pt x="2715664" y="626691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26691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26691"/>
                </a:lnTo>
                <a:lnTo>
                  <a:pt x="2810617" y="626691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26691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26691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26691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2669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626691"/>
                </a:lnTo>
                <a:lnTo>
                  <a:pt x="3104972" y="62669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26691"/>
                </a:lnTo>
                <a:lnTo>
                  <a:pt x="3199926" y="626691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26691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2669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626691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26691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26691"/>
                </a:lnTo>
                <a:lnTo>
                  <a:pt x="3494281" y="626691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26691"/>
                </a:lnTo>
                <a:lnTo>
                  <a:pt x="3589234" y="62669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26691"/>
                </a:lnTo>
                <a:lnTo>
                  <a:pt x="3684187" y="626691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626691"/>
                </a:lnTo>
                <a:lnTo>
                  <a:pt x="3779141" y="626691"/>
                </a:lnTo>
                <a:lnTo>
                  <a:pt x="3788636" y="626691"/>
                </a:lnTo>
                <a:lnTo>
                  <a:pt x="3798131" y="626691"/>
                </a:lnTo>
                <a:lnTo>
                  <a:pt x="3807627" y="626691"/>
                </a:lnTo>
                <a:lnTo>
                  <a:pt x="3817122" y="626691"/>
                </a:lnTo>
                <a:lnTo>
                  <a:pt x="3826617" y="626691"/>
                </a:lnTo>
                <a:lnTo>
                  <a:pt x="3836112" y="626691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626691"/>
                </a:lnTo>
                <a:lnTo>
                  <a:pt x="3883589" y="626691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26691"/>
                </a:lnTo>
                <a:lnTo>
                  <a:pt x="3931066" y="626691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626691"/>
                </a:lnTo>
                <a:lnTo>
                  <a:pt x="3978543" y="626691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626691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626691"/>
                </a:lnTo>
                <a:lnTo>
                  <a:pt x="4073496" y="626691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626691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626691"/>
                </a:lnTo>
                <a:lnTo>
                  <a:pt x="4168449" y="626691"/>
                </a:lnTo>
                <a:lnTo>
                  <a:pt x="4177944" y="626691"/>
                </a:lnTo>
                <a:lnTo>
                  <a:pt x="4187440" y="626691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626691"/>
                </a:lnTo>
                <a:lnTo>
                  <a:pt x="4225421" y="626691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626691"/>
                </a:lnTo>
                <a:lnTo>
                  <a:pt x="4272898" y="626691"/>
                </a:lnTo>
                <a:lnTo>
                  <a:pt x="4282393" y="626691"/>
                </a:lnTo>
                <a:lnTo>
                  <a:pt x="4291888" y="626691"/>
                </a:lnTo>
                <a:lnTo>
                  <a:pt x="4301384" y="626691"/>
                </a:lnTo>
                <a:lnTo>
                  <a:pt x="4310879" y="626691"/>
                </a:lnTo>
                <a:lnTo>
                  <a:pt x="4320374" y="626691"/>
                </a:lnTo>
                <a:lnTo>
                  <a:pt x="4329870" y="626691"/>
                </a:lnTo>
                <a:lnTo>
                  <a:pt x="4339365" y="626691"/>
                </a:lnTo>
                <a:lnTo>
                  <a:pt x="4348860" y="626691"/>
                </a:lnTo>
                <a:lnTo>
                  <a:pt x="4358356" y="626691"/>
                </a:lnTo>
                <a:lnTo>
                  <a:pt x="4367851" y="626691"/>
                </a:lnTo>
                <a:lnTo>
                  <a:pt x="4377346" y="626691"/>
                </a:lnTo>
                <a:lnTo>
                  <a:pt x="4386842" y="626691"/>
                </a:lnTo>
                <a:lnTo>
                  <a:pt x="4396337" y="626691"/>
                </a:lnTo>
                <a:lnTo>
                  <a:pt x="4405832" y="626691"/>
                </a:lnTo>
                <a:lnTo>
                  <a:pt x="4415327" y="626691"/>
                </a:lnTo>
                <a:lnTo>
                  <a:pt x="4424823" y="626691"/>
                </a:lnTo>
                <a:lnTo>
                  <a:pt x="4434318" y="626691"/>
                </a:lnTo>
                <a:lnTo>
                  <a:pt x="4443813" y="626691"/>
                </a:lnTo>
                <a:lnTo>
                  <a:pt x="4453309" y="626691"/>
                </a:lnTo>
                <a:lnTo>
                  <a:pt x="4462804" y="626691"/>
                </a:lnTo>
                <a:lnTo>
                  <a:pt x="4472300" y="626691"/>
                </a:lnTo>
                <a:lnTo>
                  <a:pt x="4481795" y="626691"/>
                </a:lnTo>
                <a:lnTo>
                  <a:pt x="4491290" y="626691"/>
                </a:lnTo>
                <a:lnTo>
                  <a:pt x="4500785" y="626691"/>
                </a:lnTo>
                <a:lnTo>
                  <a:pt x="4510281" y="626691"/>
                </a:lnTo>
                <a:lnTo>
                  <a:pt x="4519776" y="626691"/>
                </a:lnTo>
                <a:lnTo>
                  <a:pt x="4529271" y="626691"/>
                </a:lnTo>
                <a:lnTo>
                  <a:pt x="4538767" y="626691"/>
                </a:lnTo>
                <a:lnTo>
                  <a:pt x="4548262" y="626691"/>
                </a:lnTo>
                <a:lnTo>
                  <a:pt x="4557758" y="626691"/>
                </a:lnTo>
                <a:lnTo>
                  <a:pt x="4567253" y="626691"/>
                </a:lnTo>
                <a:lnTo>
                  <a:pt x="4576748" y="626691"/>
                </a:lnTo>
                <a:lnTo>
                  <a:pt x="4586243" y="626691"/>
                </a:lnTo>
                <a:lnTo>
                  <a:pt x="4595739" y="626691"/>
                </a:lnTo>
                <a:lnTo>
                  <a:pt x="4605234" y="626691"/>
                </a:lnTo>
                <a:lnTo>
                  <a:pt x="4614729" y="626691"/>
                </a:lnTo>
                <a:lnTo>
                  <a:pt x="4624225" y="626691"/>
                </a:lnTo>
                <a:lnTo>
                  <a:pt x="4633720" y="626691"/>
                </a:lnTo>
                <a:lnTo>
                  <a:pt x="4643216" y="626691"/>
                </a:lnTo>
                <a:lnTo>
                  <a:pt x="4652711" y="626691"/>
                </a:lnTo>
                <a:lnTo>
                  <a:pt x="4662206" y="626691"/>
                </a:lnTo>
                <a:lnTo>
                  <a:pt x="4671701" y="626691"/>
                </a:lnTo>
                <a:lnTo>
                  <a:pt x="4681197" y="626691"/>
                </a:lnTo>
                <a:lnTo>
                  <a:pt x="4690692" y="626691"/>
                </a:lnTo>
                <a:lnTo>
                  <a:pt x="4700187" y="626691"/>
                </a:lnTo>
                <a:lnTo>
                  <a:pt x="4709683" y="626691"/>
                </a:lnTo>
                <a:lnTo>
                  <a:pt x="4719178" y="626691"/>
                </a:lnTo>
                <a:lnTo>
                  <a:pt x="4728673" y="626691"/>
                </a:lnTo>
                <a:lnTo>
                  <a:pt x="4738169" y="626691"/>
                </a:lnTo>
                <a:lnTo>
                  <a:pt x="4747664" y="626691"/>
                </a:lnTo>
                <a:lnTo>
                  <a:pt x="4757159" y="626691"/>
                </a:lnTo>
                <a:lnTo>
                  <a:pt x="4766654" y="626691"/>
                </a:lnTo>
                <a:lnTo>
                  <a:pt x="4776150" y="626691"/>
                </a:lnTo>
                <a:lnTo>
                  <a:pt x="4785645" y="626691"/>
                </a:lnTo>
                <a:lnTo>
                  <a:pt x="4795141" y="626691"/>
                </a:lnTo>
                <a:lnTo>
                  <a:pt x="4804636" y="626691"/>
                </a:lnTo>
                <a:lnTo>
                  <a:pt x="4814131" y="626691"/>
                </a:lnTo>
                <a:lnTo>
                  <a:pt x="4823627" y="626691"/>
                </a:lnTo>
                <a:lnTo>
                  <a:pt x="4833122" y="626691"/>
                </a:lnTo>
                <a:lnTo>
                  <a:pt x="4842617" y="626691"/>
                </a:lnTo>
                <a:lnTo>
                  <a:pt x="4852112" y="626691"/>
                </a:lnTo>
                <a:lnTo>
                  <a:pt x="4861608" y="626691"/>
                </a:lnTo>
                <a:lnTo>
                  <a:pt x="4871103" y="626691"/>
                </a:lnTo>
                <a:lnTo>
                  <a:pt x="4880599" y="626691"/>
                </a:lnTo>
                <a:lnTo>
                  <a:pt x="4890094" y="626691"/>
                </a:lnTo>
                <a:lnTo>
                  <a:pt x="4899589" y="626691"/>
                </a:lnTo>
                <a:lnTo>
                  <a:pt x="4909085" y="626691"/>
                </a:lnTo>
                <a:lnTo>
                  <a:pt x="4918580" y="626691"/>
                </a:lnTo>
                <a:lnTo>
                  <a:pt x="4928075" y="626691"/>
                </a:lnTo>
                <a:lnTo>
                  <a:pt x="4937570" y="626691"/>
                </a:lnTo>
                <a:lnTo>
                  <a:pt x="4947066" y="626691"/>
                </a:lnTo>
                <a:lnTo>
                  <a:pt x="4956561" y="626691"/>
                </a:lnTo>
                <a:lnTo>
                  <a:pt x="4966057" y="626691"/>
                </a:lnTo>
                <a:lnTo>
                  <a:pt x="4975552" y="626691"/>
                </a:lnTo>
                <a:lnTo>
                  <a:pt x="4985047" y="626691"/>
                </a:lnTo>
                <a:lnTo>
                  <a:pt x="4994543" y="626691"/>
                </a:lnTo>
                <a:lnTo>
                  <a:pt x="5004038" y="626691"/>
                </a:lnTo>
                <a:lnTo>
                  <a:pt x="5013533" y="626691"/>
                </a:lnTo>
                <a:lnTo>
                  <a:pt x="5023028" y="626691"/>
                </a:lnTo>
                <a:lnTo>
                  <a:pt x="5032524" y="626691"/>
                </a:lnTo>
                <a:lnTo>
                  <a:pt x="5042019" y="626691"/>
                </a:lnTo>
                <a:lnTo>
                  <a:pt x="5051514" y="626691"/>
                </a:lnTo>
                <a:lnTo>
                  <a:pt x="5061010" y="626691"/>
                </a:lnTo>
                <a:lnTo>
                  <a:pt x="5070505" y="626691"/>
                </a:lnTo>
                <a:lnTo>
                  <a:pt x="5080000" y="626691"/>
                </a:lnTo>
                <a:lnTo>
                  <a:pt x="5089496" y="626691"/>
                </a:lnTo>
                <a:lnTo>
                  <a:pt x="5098991" y="626691"/>
                </a:lnTo>
                <a:lnTo>
                  <a:pt x="5108487" y="626691"/>
                </a:lnTo>
                <a:lnTo>
                  <a:pt x="5117981" y="626691"/>
                </a:lnTo>
                <a:lnTo>
                  <a:pt x="5127477" y="626691"/>
                </a:lnTo>
                <a:lnTo>
                  <a:pt x="5136973" y="626691"/>
                </a:lnTo>
                <a:lnTo>
                  <a:pt x="5146468" y="626691"/>
                </a:lnTo>
                <a:lnTo>
                  <a:pt x="5155963" y="626691"/>
                </a:lnTo>
                <a:lnTo>
                  <a:pt x="5165458" y="626691"/>
                </a:lnTo>
                <a:lnTo>
                  <a:pt x="5174954" y="626691"/>
                </a:lnTo>
                <a:lnTo>
                  <a:pt x="5184449" y="626691"/>
                </a:lnTo>
                <a:lnTo>
                  <a:pt x="5193944" y="626691"/>
                </a:lnTo>
                <a:lnTo>
                  <a:pt x="5203440" y="626691"/>
                </a:lnTo>
                <a:lnTo>
                  <a:pt x="5212935" y="626691"/>
                </a:lnTo>
                <a:lnTo>
                  <a:pt x="5222430" y="626691"/>
                </a:lnTo>
                <a:lnTo>
                  <a:pt x="5231926" y="626691"/>
                </a:lnTo>
                <a:lnTo>
                  <a:pt x="5241421" y="626691"/>
                </a:lnTo>
                <a:lnTo>
                  <a:pt x="5250916" y="626691"/>
                </a:lnTo>
                <a:lnTo>
                  <a:pt x="5260412" y="626691"/>
                </a:lnTo>
                <a:lnTo>
                  <a:pt x="5269907" y="626691"/>
                </a:lnTo>
                <a:lnTo>
                  <a:pt x="5279403" y="626691"/>
                </a:lnTo>
                <a:lnTo>
                  <a:pt x="5288897" y="626691"/>
                </a:lnTo>
                <a:lnTo>
                  <a:pt x="5298393" y="626691"/>
                </a:lnTo>
                <a:lnTo>
                  <a:pt x="5307889" y="626691"/>
                </a:lnTo>
                <a:lnTo>
                  <a:pt x="5317383" y="626691"/>
                </a:lnTo>
                <a:lnTo>
                  <a:pt x="5326879" y="626691"/>
                </a:lnTo>
                <a:lnTo>
                  <a:pt x="5336374" y="626691"/>
                </a:lnTo>
                <a:lnTo>
                  <a:pt x="5345870" y="626691"/>
                </a:lnTo>
                <a:lnTo>
                  <a:pt x="5355365" y="626691"/>
                </a:lnTo>
                <a:lnTo>
                  <a:pt x="5364860" y="626691"/>
                </a:lnTo>
                <a:lnTo>
                  <a:pt x="5374356" y="626691"/>
                </a:lnTo>
                <a:lnTo>
                  <a:pt x="5383851" y="626691"/>
                </a:lnTo>
                <a:lnTo>
                  <a:pt x="5393346" y="626691"/>
                </a:lnTo>
                <a:lnTo>
                  <a:pt x="5402842" y="626691"/>
                </a:lnTo>
                <a:lnTo>
                  <a:pt x="5412337" y="626691"/>
                </a:lnTo>
                <a:lnTo>
                  <a:pt x="5421832" y="626691"/>
                </a:lnTo>
                <a:lnTo>
                  <a:pt x="5431327" y="626691"/>
                </a:lnTo>
                <a:lnTo>
                  <a:pt x="5440823" y="626691"/>
                </a:lnTo>
                <a:lnTo>
                  <a:pt x="5450319" y="626691"/>
                </a:lnTo>
                <a:lnTo>
                  <a:pt x="5459813" y="626691"/>
                </a:lnTo>
                <a:lnTo>
                  <a:pt x="5469309" y="626691"/>
                </a:lnTo>
                <a:lnTo>
                  <a:pt x="5478804" y="626691"/>
                </a:lnTo>
                <a:lnTo>
                  <a:pt x="5488299" y="626691"/>
                </a:lnTo>
                <a:lnTo>
                  <a:pt x="5497795" y="626691"/>
                </a:lnTo>
                <a:lnTo>
                  <a:pt x="5507290" y="626691"/>
                </a:lnTo>
                <a:lnTo>
                  <a:pt x="5516786" y="626691"/>
                </a:lnTo>
                <a:lnTo>
                  <a:pt x="5526281" y="626691"/>
                </a:lnTo>
                <a:lnTo>
                  <a:pt x="5535776" y="626691"/>
                </a:lnTo>
                <a:lnTo>
                  <a:pt x="5545272" y="626691"/>
                </a:lnTo>
                <a:lnTo>
                  <a:pt x="5554766" y="626691"/>
                </a:lnTo>
                <a:lnTo>
                  <a:pt x="5564262" y="626691"/>
                </a:lnTo>
                <a:lnTo>
                  <a:pt x="5573758" y="626691"/>
                </a:lnTo>
                <a:lnTo>
                  <a:pt x="5583253" y="626691"/>
                </a:lnTo>
                <a:lnTo>
                  <a:pt x="5592748" y="626691"/>
                </a:lnTo>
                <a:lnTo>
                  <a:pt x="5602243" y="626691"/>
                </a:lnTo>
                <a:lnTo>
                  <a:pt x="5611739" y="626691"/>
                </a:lnTo>
                <a:lnTo>
                  <a:pt x="5621234" y="626691"/>
                </a:lnTo>
                <a:lnTo>
                  <a:pt x="5630729" y="626691"/>
                </a:lnTo>
                <a:lnTo>
                  <a:pt x="5640225" y="626691"/>
                </a:lnTo>
                <a:lnTo>
                  <a:pt x="5649720" y="626691"/>
                </a:lnTo>
                <a:lnTo>
                  <a:pt x="5659215" y="626691"/>
                </a:lnTo>
                <a:lnTo>
                  <a:pt x="5668711" y="626691"/>
                </a:lnTo>
                <a:lnTo>
                  <a:pt x="5678206" y="626691"/>
                </a:lnTo>
                <a:lnTo>
                  <a:pt x="5687702" y="626691"/>
                </a:lnTo>
                <a:lnTo>
                  <a:pt x="5697197" y="626691"/>
                </a:lnTo>
                <a:lnTo>
                  <a:pt x="5706692" y="626691"/>
                </a:lnTo>
                <a:lnTo>
                  <a:pt x="5716188" y="626691"/>
                </a:lnTo>
                <a:lnTo>
                  <a:pt x="5725682" y="626691"/>
                </a:lnTo>
                <a:lnTo>
                  <a:pt x="5735178" y="626691"/>
                </a:lnTo>
                <a:lnTo>
                  <a:pt x="5744673" y="626691"/>
                </a:lnTo>
                <a:lnTo>
                  <a:pt x="5754169" y="626691"/>
                </a:lnTo>
                <a:lnTo>
                  <a:pt x="5763664" y="626691"/>
                </a:lnTo>
                <a:lnTo>
                  <a:pt x="5773159" y="626691"/>
                </a:lnTo>
                <a:lnTo>
                  <a:pt x="5782655" y="626691"/>
                </a:lnTo>
                <a:lnTo>
                  <a:pt x="5792150" y="626691"/>
                </a:lnTo>
                <a:lnTo>
                  <a:pt x="5801645" y="626691"/>
                </a:lnTo>
                <a:lnTo>
                  <a:pt x="5811141" y="626691"/>
                </a:lnTo>
                <a:lnTo>
                  <a:pt x="5820636" y="626691"/>
                </a:lnTo>
                <a:lnTo>
                  <a:pt x="5830131" y="626691"/>
                </a:lnTo>
                <a:lnTo>
                  <a:pt x="5839627" y="626691"/>
                </a:lnTo>
                <a:lnTo>
                  <a:pt x="5849122" y="626691"/>
                </a:lnTo>
                <a:lnTo>
                  <a:pt x="5858618" y="626691"/>
                </a:lnTo>
                <a:lnTo>
                  <a:pt x="5868112" y="626691"/>
                </a:lnTo>
                <a:lnTo>
                  <a:pt x="5877608" y="626691"/>
                </a:lnTo>
                <a:lnTo>
                  <a:pt x="5887104" y="626691"/>
                </a:lnTo>
                <a:lnTo>
                  <a:pt x="5896598" y="626691"/>
                </a:lnTo>
                <a:lnTo>
                  <a:pt x="5906094" y="626691"/>
                </a:lnTo>
                <a:lnTo>
                  <a:pt x="5915589" y="626691"/>
                </a:lnTo>
                <a:lnTo>
                  <a:pt x="5925085" y="626691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626691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26691"/>
                </a:lnTo>
                <a:lnTo>
                  <a:pt x="6010543" y="626691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26691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626691"/>
                </a:lnTo>
                <a:lnTo>
                  <a:pt x="6105496" y="626691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26691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26691"/>
                </a:lnTo>
                <a:lnTo>
                  <a:pt x="6200449" y="626691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626691"/>
                </a:lnTo>
                <a:lnTo>
                  <a:pt x="6304897" y="626691"/>
                </a:lnTo>
                <a:lnTo>
                  <a:pt x="6314393" y="62669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26691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626691"/>
                </a:lnTo>
                <a:lnTo>
                  <a:pt x="6399851" y="626691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626691"/>
                </a:lnTo>
                <a:lnTo>
                  <a:pt x="6504299" y="62669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26691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26691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26691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626691"/>
                </a:lnTo>
                <a:lnTo>
                  <a:pt x="6694206" y="626691"/>
                </a:lnTo>
                <a:lnTo>
                  <a:pt x="6703702" y="626691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26691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626691"/>
                </a:lnTo>
                <a:lnTo>
                  <a:pt x="6884112" y="626691"/>
                </a:lnTo>
                <a:lnTo>
                  <a:pt x="6893608" y="626691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26691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626691"/>
                </a:lnTo>
                <a:lnTo>
                  <a:pt x="7083514" y="626691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26691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26691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26691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626691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626691"/>
                </a:lnTo>
                <a:lnTo>
                  <a:pt x="7662729" y="626691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26691"/>
                </a:lnTo>
                <a:lnTo>
                  <a:pt x="7757682" y="626691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26691"/>
                </a:lnTo>
                <a:lnTo>
                  <a:pt x="7852636" y="626691"/>
                </a:lnTo>
                <a:lnTo>
                  <a:pt x="7862131" y="626691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26691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26691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26691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26691"/>
                </a:lnTo>
                <a:lnTo>
                  <a:pt x="8241944" y="626691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26691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26691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26691"/>
                </a:lnTo>
                <a:lnTo>
                  <a:pt x="8536300" y="626691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26691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26691"/>
                </a:lnTo>
                <a:lnTo>
                  <a:pt x="8726206" y="626691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26691"/>
                </a:lnTo>
                <a:lnTo>
                  <a:pt x="8830655" y="626691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26691"/>
                </a:lnTo>
                <a:lnTo>
                  <a:pt x="9020561" y="626691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26691"/>
                </a:lnTo>
                <a:lnTo>
                  <a:pt x="9115514" y="626691"/>
                </a:lnTo>
                <a:lnTo>
                  <a:pt x="9125010" y="626691"/>
                </a:lnTo>
                <a:lnTo>
                  <a:pt x="9134505" y="626691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26691"/>
                </a:lnTo>
                <a:lnTo>
                  <a:pt x="9191477" y="626691"/>
                </a:lnTo>
                <a:lnTo>
                  <a:pt x="9200973" y="626691"/>
                </a:lnTo>
                <a:lnTo>
                  <a:pt x="9210468" y="626691"/>
                </a:lnTo>
                <a:lnTo>
                  <a:pt x="9219963" y="626691"/>
                </a:lnTo>
                <a:lnTo>
                  <a:pt x="9229458" y="626691"/>
                </a:lnTo>
                <a:lnTo>
                  <a:pt x="9238954" y="626691"/>
                </a:lnTo>
                <a:lnTo>
                  <a:pt x="9248450" y="626691"/>
                </a:lnTo>
                <a:lnTo>
                  <a:pt x="9257944" y="626691"/>
                </a:lnTo>
                <a:lnTo>
                  <a:pt x="9267440" y="626691"/>
                </a:lnTo>
                <a:lnTo>
                  <a:pt x="9276935" y="626691"/>
                </a:lnTo>
                <a:lnTo>
                  <a:pt x="9286430" y="626691"/>
                </a:lnTo>
                <a:lnTo>
                  <a:pt x="9295926" y="626691"/>
                </a:lnTo>
                <a:lnTo>
                  <a:pt x="9305421" y="626691"/>
                </a:lnTo>
                <a:lnTo>
                  <a:pt x="9314917" y="626691"/>
                </a:lnTo>
                <a:lnTo>
                  <a:pt x="9324412" y="626691"/>
                </a:lnTo>
                <a:lnTo>
                  <a:pt x="9333907" y="626691"/>
                </a:lnTo>
                <a:lnTo>
                  <a:pt x="9343403" y="626691"/>
                </a:lnTo>
                <a:lnTo>
                  <a:pt x="9352897" y="626691"/>
                </a:lnTo>
                <a:lnTo>
                  <a:pt x="9362393" y="626691"/>
                </a:lnTo>
                <a:lnTo>
                  <a:pt x="9371889" y="626691"/>
                </a:lnTo>
                <a:lnTo>
                  <a:pt x="9381384" y="626691"/>
                </a:lnTo>
                <a:lnTo>
                  <a:pt x="9390879" y="626691"/>
                </a:lnTo>
                <a:lnTo>
                  <a:pt x="9400374" y="626691"/>
                </a:lnTo>
                <a:lnTo>
                  <a:pt x="9409870" y="626691"/>
                </a:lnTo>
                <a:lnTo>
                  <a:pt x="9419365" y="626691"/>
                </a:lnTo>
                <a:lnTo>
                  <a:pt x="9428860" y="626691"/>
                </a:lnTo>
                <a:lnTo>
                  <a:pt x="9438356" y="626691"/>
                </a:lnTo>
                <a:lnTo>
                  <a:pt x="9447851" y="626691"/>
                </a:lnTo>
                <a:lnTo>
                  <a:pt x="9457346" y="626691"/>
                </a:lnTo>
                <a:lnTo>
                  <a:pt x="9466842" y="626691"/>
                </a:lnTo>
                <a:lnTo>
                  <a:pt x="9476337" y="626691"/>
                </a:lnTo>
                <a:lnTo>
                  <a:pt x="9485833" y="626691"/>
                </a:lnTo>
                <a:lnTo>
                  <a:pt x="9495327" y="626691"/>
                </a:lnTo>
                <a:lnTo>
                  <a:pt x="9504823" y="626691"/>
                </a:lnTo>
                <a:lnTo>
                  <a:pt x="9514319" y="626691"/>
                </a:lnTo>
                <a:lnTo>
                  <a:pt x="9523813" y="626691"/>
                </a:lnTo>
                <a:lnTo>
                  <a:pt x="9533309" y="626691"/>
                </a:lnTo>
                <a:lnTo>
                  <a:pt x="9542804" y="626691"/>
                </a:lnTo>
                <a:lnTo>
                  <a:pt x="9552300" y="626691"/>
                </a:lnTo>
                <a:lnTo>
                  <a:pt x="9561795" y="626691"/>
                </a:lnTo>
                <a:lnTo>
                  <a:pt x="9571290" y="626691"/>
                </a:lnTo>
                <a:lnTo>
                  <a:pt x="9580786" y="626691"/>
                </a:lnTo>
                <a:lnTo>
                  <a:pt x="9590281" y="626691"/>
                </a:lnTo>
                <a:lnTo>
                  <a:pt x="9599776" y="626691"/>
                </a:lnTo>
                <a:lnTo>
                  <a:pt x="9609272" y="626691"/>
                </a:lnTo>
                <a:lnTo>
                  <a:pt x="9618767" y="626691"/>
                </a:lnTo>
                <a:lnTo>
                  <a:pt x="9628262" y="626691"/>
                </a:lnTo>
                <a:lnTo>
                  <a:pt x="9637758" y="626691"/>
                </a:lnTo>
                <a:lnTo>
                  <a:pt x="9647253" y="626691"/>
                </a:lnTo>
                <a:lnTo>
                  <a:pt x="9656748" y="626691"/>
                </a:lnTo>
                <a:lnTo>
                  <a:pt x="9666243" y="626691"/>
                </a:lnTo>
                <a:lnTo>
                  <a:pt x="9675739" y="626691"/>
                </a:lnTo>
                <a:lnTo>
                  <a:pt x="9685234" y="626691"/>
                </a:lnTo>
                <a:lnTo>
                  <a:pt x="9694729" y="626691"/>
                </a:lnTo>
              </a:path>
            </a:pathLst>
          </a:custGeom>
          <a:noFill/>
          <a:ln w="12700" cap="flat" cmpd="sng" algn="ctr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88CFBC9-E4C3-46CF-9C65-4D71578184D7}"/>
              </a:ext>
            </a:extLst>
          </p:cNvPr>
          <p:cNvSpPr txBox="1"/>
          <p:nvPr/>
        </p:nvSpPr>
        <p:spPr>
          <a:xfrm>
            <a:off x="2400354" y="1976968"/>
            <a:ext cx="307777" cy="244939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B4ADD25-A0AD-CBE2-D107-59FC7C49F0F7}"/>
              </a:ext>
            </a:extLst>
          </p:cNvPr>
          <p:cNvSpPr txBox="1"/>
          <p:nvPr/>
        </p:nvSpPr>
        <p:spPr>
          <a:xfrm>
            <a:off x="2314896" y="1816283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C68D937-A7F6-AF64-BA9A-C50D697ADBA2}"/>
              </a:ext>
            </a:extLst>
          </p:cNvPr>
          <p:cNvSpPr txBox="1"/>
          <p:nvPr/>
        </p:nvSpPr>
        <p:spPr>
          <a:xfrm>
            <a:off x="1925588" y="2063161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55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9BD9B60-776D-AAF8-9BE3-10F4446CDA60}"/>
              </a:ext>
            </a:extLst>
          </p:cNvPr>
          <p:cNvSpPr txBox="1"/>
          <p:nvPr/>
        </p:nvSpPr>
        <p:spPr>
          <a:xfrm>
            <a:off x="1612242" y="2063161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08C0ED7-2B4B-1BCC-6D94-0BC0D0B5E24C}"/>
              </a:ext>
            </a:extLst>
          </p:cNvPr>
          <p:cNvSpPr txBox="1"/>
          <p:nvPr/>
        </p:nvSpPr>
        <p:spPr>
          <a:xfrm>
            <a:off x="2229439" y="2082152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86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941A727-772C-D3DF-31D4-95F7FD98FD9A}"/>
              </a:ext>
            </a:extLst>
          </p:cNvPr>
          <p:cNvSpPr txBox="1"/>
          <p:nvPr/>
        </p:nvSpPr>
        <p:spPr>
          <a:xfrm>
            <a:off x="2590261" y="2052930"/>
            <a:ext cx="307777" cy="244939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123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FA4D30-67FF-BC0C-10CF-35DEB2C84148}"/>
              </a:ext>
            </a:extLst>
          </p:cNvPr>
          <p:cNvSpPr txBox="1"/>
          <p:nvPr/>
        </p:nvSpPr>
        <p:spPr>
          <a:xfrm>
            <a:off x="2913102" y="2052930"/>
            <a:ext cx="307777" cy="244939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157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AECAF84-3A12-2900-32E5-C0ADE6B929D7}"/>
              </a:ext>
            </a:extLst>
          </p:cNvPr>
          <p:cNvSpPr txBox="1"/>
          <p:nvPr/>
        </p:nvSpPr>
        <p:spPr>
          <a:xfrm>
            <a:off x="2068018" y="2120134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69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1044A91-5911-4469-6DE1-99BA2556190F}"/>
              </a:ext>
            </a:extLst>
          </p:cNvPr>
          <p:cNvSpPr txBox="1"/>
          <p:nvPr/>
        </p:nvSpPr>
        <p:spPr>
          <a:xfrm>
            <a:off x="3463831" y="2071921"/>
            <a:ext cx="307777" cy="244939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213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101E5B7-47C7-3412-D585-74ACDA16287E}"/>
              </a:ext>
            </a:extLst>
          </p:cNvPr>
          <p:cNvSpPr txBox="1"/>
          <p:nvPr/>
        </p:nvSpPr>
        <p:spPr>
          <a:xfrm>
            <a:off x="2153476" y="1958713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D751776-8965-DC0C-1EAF-D77DE3C9BA39}"/>
              </a:ext>
            </a:extLst>
          </p:cNvPr>
          <p:cNvSpPr txBox="1"/>
          <p:nvPr/>
        </p:nvSpPr>
        <p:spPr>
          <a:xfrm>
            <a:off x="2761177" y="2090912"/>
            <a:ext cx="307777" cy="244939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141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B38AD2E-E882-8C4E-DE2B-E8F70821D7BB}"/>
              </a:ext>
            </a:extLst>
          </p:cNvPr>
          <p:cNvSpPr txBox="1"/>
          <p:nvPr/>
        </p:nvSpPr>
        <p:spPr>
          <a:xfrm>
            <a:off x="1452785" y="1506730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*2 Sep 25-1-1-C-20 um-400-positive-003~pb1.tdc + Ions 400µm 35279860 cts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70DF696-2C06-6A61-51A6-28EE00B636D5}"/>
              </a:ext>
            </a:extLst>
          </p:cNvPr>
          <p:cNvSpPr txBox="1"/>
          <p:nvPr/>
        </p:nvSpPr>
        <p:spPr>
          <a:xfrm>
            <a:off x="1336722" y="3845608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49C6807-E843-5B7F-D432-5CC7AB492FDA}"/>
              </a:ext>
            </a:extLst>
          </p:cNvPr>
          <p:cNvSpPr txBox="1"/>
          <p:nvPr/>
        </p:nvSpPr>
        <p:spPr>
          <a:xfrm>
            <a:off x="3273769" y="3845608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6EF8D33-AB20-A71C-1AFD-B277A9E03E52}"/>
              </a:ext>
            </a:extLst>
          </p:cNvPr>
          <p:cNvSpPr txBox="1"/>
          <p:nvPr/>
        </p:nvSpPr>
        <p:spPr>
          <a:xfrm>
            <a:off x="5210816" y="3845608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180EFF8-7ECA-560F-41A4-CD52440E22D0}"/>
              </a:ext>
            </a:extLst>
          </p:cNvPr>
          <p:cNvSpPr txBox="1"/>
          <p:nvPr/>
        </p:nvSpPr>
        <p:spPr>
          <a:xfrm>
            <a:off x="7157358" y="3845608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06C9FCB-36C7-D0AF-21F8-5379C3AA3106}"/>
              </a:ext>
            </a:extLst>
          </p:cNvPr>
          <p:cNvSpPr txBox="1"/>
          <p:nvPr/>
        </p:nvSpPr>
        <p:spPr>
          <a:xfrm>
            <a:off x="9094404" y="3845608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79.9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EF35DA11-6273-79D0-D07D-FEC9A70B367A}"/>
              </a:ext>
            </a:extLst>
          </p:cNvPr>
          <p:cNvSpPr/>
          <p:nvPr/>
        </p:nvSpPr>
        <p:spPr bwMode="auto">
          <a:xfrm>
            <a:off x="1547738" y="3760150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379813" y="0"/>
                </a:lnTo>
                <a:lnTo>
                  <a:pt x="379813" y="47476"/>
                </a:lnTo>
                <a:lnTo>
                  <a:pt x="379813" y="0"/>
                </a:lnTo>
                <a:lnTo>
                  <a:pt x="769122" y="0"/>
                </a:lnTo>
                <a:lnTo>
                  <a:pt x="769122" y="47476"/>
                </a:lnTo>
                <a:lnTo>
                  <a:pt x="769122" y="0"/>
                </a:lnTo>
                <a:lnTo>
                  <a:pt x="1158430" y="0"/>
                </a:lnTo>
                <a:lnTo>
                  <a:pt x="1158430" y="47476"/>
                </a:lnTo>
                <a:lnTo>
                  <a:pt x="1158430" y="0"/>
                </a:lnTo>
                <a:lnTo>
                  <a:pt x="1547739" y="0"/>
                </a:lnTo>
                <a:lnTo>
                  <a:pt x="1547739" y="47476"/>
                </a:lnTo>
                <a:lnTo>
                  <a:pt x="1547739" y="0"/>
                </a:lnTo>
                <a:lnTo>
                  <a:pt x="1937047" y="0"/>
                </a:lnTo>
                <a:lnTo>
                  <a:pt x="1937047" y="75962"/>
                </a:lnTo>
                <a:lnTo>
                  <a:pt x="1937047" y="0"/>
                </a:lnTo>
                <a:lnTo>
                  <a:pt x="2326355" y="0"/>
                </a:lnTo>
                <a:lnTo>
                  <a:pt x="2326355" y="47476"/>
                </a:lnTo>
                <a:lnTo>
                  <a:pt x="2326355" y="0"/>
                </a:lnTo>
                <a:lnTo>
                  <a:pt x="2715664" y="0"/>
                </a:lnTo>
                <a:lnTo>
                  <a:pt x="2715664" y="47476"/>
                </a:lnTo>
                <a:lnTo>
                  <a:pt x="2715664" y="0"/>
                </a:lnTo>
                <a:lnTo>
                  <a:pt x="3104972" y="0"/>
                </a:lnTo>
                <a:lnTo>
                  <a:pt x="3104972" y="47476"/>
                </a:lnTo>
                <a:lnTo>
                  <a:pt x="3104972" y="0"/>
                </a:lnTo>
                <a:lnTo>
                  <a:pt x="3484785" y="0"/>
                </a:lnTo>
                <a:lnTo>
                  <a:pt x="3484785" y="47476"/>
                </a:lnTo>
                <a:lnTo>
                  <a:pt x="3484785" y="0"/>
                </a:lnTo>
                <a:lnTo>
                  <a:pt x="3874094" y="0"/>
                </a:lnTo>
                <a:lnTo>
                  <a:pt x="3874094" y="75962"/>
                </a:lnTo>
                <a:lnTo>
                  <a:pt x="3874094" y="0"/>
                </a:lnTo>
                <a:lnTo>
                  <a:pt x="4263402" y="0"/>
                </a:lnTo>
                <a:lnTo>
                  <a:pt x="4263402" y="47476"/>
                </a:lnTo>
                <a:lnTo>
                  <a:pt x="4263402" y="0"/>
                </a:lnTo>
                <a:lnTo>
                  <a:pt x="4652711" y="0"/>
                </a:lnTo>
                <a:lnTo>
                  <a:pt x="4652711" y="47476"/>
                </a:lnTo>
                <a:lnTo>
                  <a:pt x="4652711" y="0"/>
                </a:lnTo>
                <a:lnTo>
                  <a:pt x="5042019" y="0"/>
                </a:lnTo>
                <a:lnTo>
                  <a:pt x="5042019" y="47476"/>
                </a:lnTo>
                <a:lnTo>
                  <a:pt x="5042019" y="0"/>
                </a:lnTo>
                <a:lnTo>
                  <a:pt x="5431327" y="0"/>
                </a:lnTo>
                <a:lnTo>
                  <a:pt x="5431327" y="47476"/>
                </a:lnTo>
                <a:lnTo>
                  <a:pt x="5431327" y="0"/>
                </a:lnTo>
                <a:lnTo>
                  <a:pt x="5820636" y="0"/>
                </a:lnTo>
                <a:lnTo>
                  <a:pt x="5820636" y="75962"/>
                </a:lnTo>
                <a:lnTo>
                  <a:pt x="5820636" y="0"/>
                </a:lnTo>
                <a:lnTo>
                  <a:pt x="6209944" y="0"/>
                </a:lnTo>
                <a:lnTo>
                  <a:pt x="6209944" y="47476"/>
                </a:lnTo>
                <a:lnTo>
                  <a:pt x="6209944" y="0"/>
                </a:lnTo>
                <a:lnTo>
                  <a:pt x="6589758" y="0"/>
                </a:lnTo>
                <a:lnTo>
                  <a:pt x="6589758" y="47476"/>
                </a:lnTo>
                <a:lnTo>
                  <a:pt x="6589758" y="0"/>
                </a:lnTo>
                <a:lnTo>
                  <a:pt x="6979066" y="0"/>
                </a:lnTo>
                <a:lnTo>
                  <a:pt x="6979066" y="47476"/>
                </a:lnTo>
                <a:lnTo>
                  <a:pt x="6979066" y="0"/>
                </a:lnTo>
                <a:lnTo>
                  <a:pt x="7368374" y="0"/>
                </a:lnTo>
                <a:lnTo>
                  <a:pt x="7368374" y="47476"/>
                </a:lnTo>
                <a:lnTo>
                  <a:pt x="7368374" y="0"/>
                </a:lnTo>
                <a:lnTo>
                  <a:pt x="7757682" y="0"/>
                </a:lnTo>
                <a:lnTo>
                  <a:pt x="7757682" y="75962"/>
                </a:lnTo>
                <a:lnTo>
                  <a:pt x="7757682" y="0"/>
                </a:lnTo>
                <a:lnTo>
                  <a:pt x="8146991" y="0"/>
                </a:lnTo>
                <a:lnTo>
                  <a:pt x="8146991" y="47476"/>
                </a:lnTo>
                <a:lnTo>
                  <a:pt x="8146991" y="0"/>
                </a:lnTo>
                <a:lnTo>
                  <a:pt x="8536300" y="0"/>
                </a:lnTo>
                <a:lnTo>
                  <a:pt x="8536300" y="47476"/>
                </a:lnTo>
                <a:lnTo>
                  <a:pt x="8536300" y="0"/>
                </a:lnTo>
                <a:lnTo>
                  <a:pt x="8925608" y="0"/>
                </a:lnTo>
                <a:lnTo>
                  <a:pt x="8925608" y="47476"/>
                </a:lnTo>
                <a:lnTo>
                  <a:pt x="8925608" y="0"/>
                </a:lnTo>
                <a:lnTo>
                  <a:pt x="9314917" y="0"/>
                </a:lnTo>
                <a:lnTo>
                  <a:pt x="9314917" y="47476"/>
                </a:lnTo>
                <a:lnTo>
                  <a:pt x="9314917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609C0D1-2D03-DC82-E57E-8B002F2E227C}"/>
              </a:ext>
            </a:extLst>
          </p:cNvPr>
          <p:cNvSpPr txBox="1"/>
          <p:nvPr/>
        </p:nvSpPr>
        <p:spPr>
          <a:xfrm>
            <a:off x="5968482" y="4016523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743FA89C-B13F-E955-16FC-9220440ED5D9}"/>
              </a:ext>
            </a:extLst>
          </p:cNvPr>
          <p:cNvSpPr/>
          <p:nvPr/>
        </p:nvSpPr>
        <p:spPr bwMode="auto">
          <a:xfrm>
            <a:off x="1547738" y="3010019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F75F755-8337-8662-1AFA-051FC187FF58}"/>
              </a:ext>
            </a:extLst>
          </p:cNvPr>
          <p:cNvSpPr txBox="1"/>
          <p:nvPr/>
        </p:nvSpPr>
        <p:spPr>
          <a:xfrm>
            <a:off x="1193617" y="3641787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61E47CD-DD16-71DC-FE24-B2D6D16EAD1A}"/>
              </a:ext>
            </a:extLst>
          </p:cNvPr>
          <p:cNvSpPr txBox="1"/>
          <p:nvPr/>
        </p:nvSpPr>
        <p:spPr>
          <a:xfrm>
            <a:off x="1193617" y="3518348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6AD2981-26B5-B01B-80D3-BECACFC7841F}"/>
              </a:ext>
            </a:extLst>
          </p:cNvPr>
          <p:cNvSpPr txBox="1"/>
          <p:nvPr/>
        </p:nvSpPr>
        <p:spPr>
          <a:xfrm>
            <a:off x="1193617" y="3404403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D132E64-18FF-7D97-0E4E-1897E5B340AB}"/>
              </a:ext>
            </a:extLst>
          </p:cNvPr>
          <p:cNvSpPr txBox="1"/>
          <p:nvPr/>
        </p:nvSpPr>
        <p:spPr>
          <a:xfrm>
            <a:off x="1193617" y="3290460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F6F805C-4415-FBAE-6EC8-3D61E802530B}"/>
              </a:ext>
            </a:extLst>
          </p:cNvPr>
          <p:cNvSpPr txBox="1"/>
          <p:nvPr/>
        </p:nvSpPr>
        <p:spPr>
          <a:xfrm>
            <a:off x="1193617" y="3176516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ABB7F4F-D6B5-0461-061A-ADBCFA96675A}"/>
              </a:ext>
            </a:extLst>
          </p:cNvPr>
          <p:cNvSpPr txBox="1"/>
          <p:nvPr/>
        </p:nvSpPr>
        <p:spPr>
          <a:xfrm>
            <a:off x="1193617" y="3062572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D8D8718-078D-CDD0-7777-616A4533180F}"/>
              </a:ext>
            </a:extLst>
          </p:cNvPr>
          <p:cNvSpPr txBox="1"/>
          <p:nvPr/>
        </p:nvSpPr>
        <p:spPr>
          <a:xfrm>
            <a:off x="1193617" y="2948628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1.2</a:t>
            </a: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348F4C6F-3B25-8050-3480-B5EFD819F282}"/>
              </a:ext>
            </a:extLst>
          </p:cNvPr>
          <p:cNvSpPr/>
          <p:nvPr/>
        </p:nvSpPr>
        <p:spPr bwMode="auto">
          <a:xfrm>
            <a:off x="1471776" y="3010019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12149"/>
                </a:lnTo>
                <a:lnTo>
                  <a:pt x="28486" y="712149"/>
                </a:lnTo>
                <a:lnTo>
                  <a:pt x="75962" y="712149"/>
                </a:lnTo>
                <a:lnTo>
                  <a:pt x="75962" y="683663"/>
                </a:lnTo>
                <a:lnTo>
                  <a:pt x="28486" y="683663"/>
                </a:lnTo>
                <a:lnTo>
                  <a:pt x="75962" y="683663"/>
                </a:lnTo>
                <a:lnTo>
                  <a:pt x="75962" y="655177"/>
                </a:lnTo>
                <a:lnTo>
                  <a:pt x="28486" y="655177"/>
                </a:lnTo>
                <a:lnTo>
                  <a:pt x="75962" y="655177"/>
                </a:lnTo>
                <a:lnTo>
                  <a:pt x="75962" y="626691"/>
                </a:lnTo>
                <a:lnTo>
                  <a:pt x="0" y="626691"/>
                </a:lnTo>
                <a:lnTo>
                  <a:pt x="75962" y="626691"/>
                </a:lnTo>
                <a:lnTo>
                  <a:pt x="75962" y="598205"/>
                </a:lnTo>
                <a:lnTo>
                  <a:pt x="28486" y="598205"/>
                </a:lnTo>
                <a:lnTo>
                  <a:pt x="75962" y="598205"/>
                </a:lnTo>
                <a:lnTo>
                  <a:pt x="75962" y="569719"/>
                </a:lnTo>
                <a:lnTo>
                  <a:pt x="28486" y="569719"/>
                </a:lnTo>
                <a:lnTo>
                  <a:pt x="75962" y="569719"/>
                </a:lnTo>
                <a:lnTo>
                  <a:pt x="75962" y="541233"/>
                </a:lnTo>
                <a:lnTo>
                  <a:pt x="28486" y="541233"/>
                </a:lnTo>
                <a:lnTo>
                  <a:pt x="75962" y="541233"/>
                </a:lnTo>
                <a:lnTo>
                  <a:pt x="75962" y="512747"/>
                </a:lnTo>
                <a:lnTo>
                  <a:pt x="0" y="512747"/>
                </a:lnTo>
                <a:lnTo>
                  <a:pt x="75962" y="512747"/>
                </a:lnTo>
                <a:lnTo>
                  <a:pt x="75962" y="484262"/>
                </a:lnTo>
                <a:lnTo>
                  <a:pt x="28486" y="484262"/>
                </a:lnTo>
                <a:lnTo>
                  <a:pt x="75962" y="484262"/>
                </a:lnTo>
                <a:lnTo>
                  <a:pt x="75962" y="455775"/>
                </a:lnTo>
                <a:lnTo>
                  <a:pt x="28486" y="455775"/>
                </a:lnTo>
                <a:lnTo>
                  <a:pt x="75962" y="455775"/>
                </a:lnTo>
                <a:lnTo>
                  <a:pt x="75962" y="427289"/>
                </a:lnTo>
                <a:lnTo>
                  <a:pt x="28486" y="427289"/>
                </a:lnTo>
                <a:lnTo>
                  <a:pt x="75962" y="427289"/>
                </a:lnTo>
                <a:lnTo>
                  <a:pt x="75962" y="398804"/>
                </a:lnTo>
                <a:lnTo>
                  <a:pt x="0" y="398804"/>
                </a:lnTo>
                <a:lnTo>
                  <a:pt x="75962" y="398804"/>
                </a:lnTo>
                <a:lnTo>
                  <a:pt x="75962" y="370318"/>
                </a:lnTo>
                <a:lnTo>
                  <a:pt x="28486" y="370318"/>
                </a:lnTo>
                <a:lnTo>
                  <a:pt x="75962" y="370318"/>
                </a:lnTo>
                <a:lnTo>
                  <a:pt x="75962" y="341831"/>
                </a:lnTo>
                <a:lnTo>
                  <a:pt x="28486" y="341831"/>
                </a:lnTo>
                <a:lnTo>
                  <a:pt x="75962" y="341831"/>
                </a:lnTo>
                <a:lnTo>
                  <a:pt x="75962" y="313346"/>
                </a:lnTo>
                <a:lnTo>
                  <a:pt x="28486" y="313346"/>
                </a:lnTo>
                <a:lnTo>
                  <a:pt x="75962" y="313346"/>
                </a:lnTo>
                <a:lnTo>
                  <a:pt x="75962" y="284860"/>
                </a:lnTo>
                <a:lnTo>
                  <a:pt x="0" y="284860"/>
                </a:lnTo>
                <a:lnTo>
                  <a:pt x="75962" y="284860"/>
                </a:lnTo>
                <a:lnTo>
                  <a:pt x="75962" y="256373"/>
                </a:lnTo>
                <a:lnTo>
                  <a:pt x="28486" y="256373"/>
                </a:lnTo>
                <a:lnTo>
                  <a:pt x="75962" y="256373"/>
                </a:lnTo>
                <a:lnTo>
                  <a:pt x="75962" y="227888"/>
                </a:lnTo>
                <a:lnTo>
                  <a:pt x="28486" y="227888"/>
                </a:lnTo>
                <a:lnTo>
                  <a:pt x="75962" y="227888"/>
                </a:lnTo>
                <a:lnTo>
                  <a:pt x="75962" y="199402"/>
                </a:lnTo>
                <a:lnTo>
                  <a:pt x="28486" y="199402"/>
                </a:lnTo>
                <a:lnTo>
                  <a:pt x="75962" y="199402"/>
                </a:lnTo>
                <a:lnTo>
                  <a:pt x="75962" y="170916"/>
                </a:lnTo>
                <a:lnTo>
                  <a:pt x="0" y="170916"/>
                </a:lnTo>
                <a:lnTo>
                  <a:pt x="75962" y="170916"/>
                </a:lnTo>
                <a:lnTo>
                  <a:pt x="75962" y="142430"/>
                </a:lnTo>
                <a:lnTo>
                  <a:pt x="28486" y="142430"/>
                </a:lnTo>
                <a:lnTo>
                  <a:pt x="75962" y="142430"/>
                </a:lnTo>
                <a:lnTo>
                  <a:pt x="75962" y="113944"/>
                </a:lnTo>
                <a:lnTo>
                  <a:pt x="28486" y="113944"/>
                </a:lnTo>
                <a:lnTo>
                  <a:pt x="75962" y="113944"/>
                </a:lnTo>
                <a:lnTo>
                  <a:pt x="75962" y="85458"/>
                </a:lnTo>
                <a:lnTo>
                  <a:pt x="28486" y="85458"/>
                </a:lnTo>
                <a:lnTo>
                  <a:pt x="75962" y="85458"/>
                </a:lnTo>
                <a:lnTo>
                  <a:pt x="75962" y="56972"/>
                </a:lnTo>
                <a:lnTo>
                  <a:pt x="0" y="56972"/>
                </a:lnTo>
                <a:lnTo>
                  <a:pt x="75962" y="56972"/>
                </a:lnTo>
                <a:lnTo>
                  <a:pt x="75962" y="28486"/>
                </a:lnTo>
                <a:lnTo>
                  <a:pt x="28486" y="28486"/>
                </a:lnTo>
                <a:lnTo>
                  <a:pt x="75962" y="28486"/>
                </a:lnTo>
                <a:lnTo>
                  <a:pt x="75962" y="0"/>
                </a:lnTo>
                <a:lnTo>
                  <a:pt x="28486" y="0"/>
                </a:lnTo>
                <a:close/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864036F-042A-BCB6-0871-201ECDCDC468}"/>
              </a:ext>
            </a:extLst>
          </p:cNvPr>
          <p:cNvSpPr txBox="1"/>
          <p:nvPr/>
        </p:nvSpPr>
        <p:spPr>
          <a:xfrm>
            <a:off x="891253" y="3031947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Counts/1E3</a:t>
            </a:r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A55FC132-624A-9C0D-B940-945208992031}"/>
              </a:ext>
            </a:extLst>
          </p:cNvPr>
          <p:cNvSpPr/>
          <p:nvPr/>
        </p:nvSpPr>
        <p:spPr bwMode="auto">
          <a:xfrm>
            <a:off x="11251963" y="3010019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977CDAEE-B839-21E3-E1A5-085E210182F8}"/>
              </a:ext>
            </a:extLst>
          </p:cNvPr>
          <p:cNvSpPr/>
          <p:nvPr/>
        </p:nvSpPr>
        <p:spPr bwMode="auto">
          <a:xfrm>
            <a:off x="1557234" y="3123963"/>
            <a:ext cx="9675739" cy="626692"/>
          </a:xfrm>
          <a:custGeom>
            <a:avLst/>
            <a:gdLst/>
            <a:ahLst/>
            <a:cxnLst/>
            <a:rect l="0" t="0" r="0" b="0"/>
            <a:pathLst>
              <a:path w="9675739" h="626692">
                <a:moveTo>
                  <a:pt x="0" y="626691"/>
                </a:moveTo>
                <a:lnTo>
                  <a:pt x="18990" y="626691"/>
                </a:lnTo>
                <a:lnTo>
                  <a:pt x="37981" y="626691"/>
                </a:lnTo>
                <a:lnTo>
                  <a:pt x="56972" y="626691"/>
                </a:lnTo>
                <a:lnTo>
                  <a:pt x="66467" y="626691"/>
                </a:lnTo>
                <a:lnTo>
                  <a:pt x="85458" y="626691"/>
                </a:lnTo>
                <a:lnTo>
                  <a:pt x="104448" y="626691"/>
                </a:lnTo>
                <a:lnTo>
                  <a:pt x="123439" y="626691"/>
                </a:lnTo>
                <a:lnTo>
                  <a:pt x="142430" y="626691"/>
                </a:lnTo>
                <a:lnTo>
                  <a:pt x="151925" y="626691"/>
                </a:lnTo>
                <a:lnTo>
                  <a:pt x="170916" y="626691"/>
                </a:lnTo>
                <a:lnTo>
                  <a:pt x="189906" y="626691"/>
                </a:lnTo>
                <a:lnTo>
                  <a:pt x="208897" y="626691"/>
                </a:lnTo>
                <a:lnTo>
                  <a:pt x="218392" y="626691"/>
                </a:lnTo>
                <a:lnTo>
                  <a:pt x="237383" y="626691"/>
                </a:lnTo>
                <a:lnTo>
                  <a:pt x="256374" y="626691"/>
                </a:lnTo>
                <a:lnTo>
                  <a:pt x="275364" y="626691"/>
                </a:lnTo>
                <a:lnTo>
                  <a:pt x="284859" y="626691"/>
                </a:lnTo>
                <a:lnTo>
                  <a:pt x="303850" y="626691"/>
                </a:lnTo>
                <a:lnTo>
                  <a:pt x="322841" y="626691"/>
                </a:lnTo>
                <a:lnTo>
                  <a:pt x="341831" y="626691"/>
                </a:lnTo>
                <a:lnTo>
                  <a:pt x="360822" y="626691"/>
                </a:lnTo>
                <a:lnTo>
                  <a:pt x="370317" y="626691"/>
                </a:lnTo>
                <a:lnTo>
                  <a:pt x="389308" y="626691"/>
                </a:lnTo>
                <a:lnTo>
                  <a:pt x="408299" y="626691"/>
                </a:lnTo>
                <a:lnTo>
                  <a:pt x="427289" y="626691"/>
                </a:lnTo>
                <a:lnTo>
                  <a:pt x="436785" y="626691"/>
                </a:lnTo>
                <a:lnTo>
                  <a:pt x="455775" y="626691"/>
                </a:lnTo>
                <a:lnTo>
                  <a:pt x="474766" y="626691"/>
                </a:lnTo>
                <a:lnTo>
                  <a:pt x="493757" y="626691"/>
                </a:lnTo>
                <a:lnTo>
                  <a:pt x="503252" y="626691"/>
                </a:lnTo>
                <a:lnTo>
                  <a:pt x="522243" y="626691"/>
                </a:lnTo>
                <a:lnTo>
                  <a:pt x="541233" y="626691"/>
                </a:lnTo>
                <a:lnTo>
                  <a:pt x="560224" y="626691"/>
                </a:lnTo>
                <a:lnTo>
                  <a:pt x="579215" y="626691"/>
                </a:lnTo>
                <a:lnTo>
                  <a:pt x="588710" y="626691"/>
                </a:lnTo>
                <a:lnTo>
                  <a:pt x="607701" y="626691"/>
                </a:lnTo>
                <a:lnTo>
                  <a:pt x="626691" y="626691"/>
                </a:lnTo>
                <a:lnTo>
                  <a:pt x="645682" y="626691"/>
                </a:lnTo>
                <a:lnTo>
                  <a:pt x="655177" y="626691"/>
                </a:lnTo>
                <a:lnTo>
                  <a:pt x="674168" y="626691"/>
                </a:lnTo>
                <a:lnTo>
                  <a:pt x="693158" y="626691"/>
                </a:lnTo>
                <a:lnTo>
                  <a:pt x="712149" y="626691"/>
                </a:lnTo>
                <a:lnTo>
                  <a:pt x="721645" y="626691"/>
                </a:lnTo>
                <a:lnTo>
                  <a:pt x="740635" y="626691"/>
                </a:lnTo>
                <a:lnTo>
                  <a:pt x="759626" y="626691"/>
                </a:lnTo>
                <a:lnTo>
                  <a:pt x="778616" y="626691"/>
                </a:lnTo>
                <a:lnTo>
                  <a:pt x="797607" y="626691"/>
                </a:lnTo>
                <a:lnTo>
                  <a:pt x="807102" y="626691"/>
                </a:lnTo>
                <a:lnTo>
                  <a:pt x="826093" y="626691"/>
                </a:lnTo>
                <a:lnTo>
                  <a:pt x="845084" y="626691"/>
                </a:lnTo>
                <a:lnTo>
                  <a:pt x="864074" y="626691"/>
                </a:lnTo>
                <a:lnTo>
                  <a:pt x="873570" y="626691"/>
                </a:lnTo>
                <a:lnTo>
                  <a:pt x="892560" y="626691"/>
                </a:lnTo>
                <a:lnTo>
                  <a:pt x="911551" y="626691"/>
                </a:lnTo>
                <a:lnTo>
                  <a:pt x="930542" y="626691"/>
                </a:lnTo>
                <a:lnTo>
                  <a:pt x="940037" y="626691"/>
                </a:lnTo>
                <a:lnTo>
                  <a:pt x="959028" y="626691"/>
                </a:lnTo>
                <a:lnTo>
                  <a:pt x="978018" y="626691"/>
                </a:lnTo>
                <a:lnTo>
                  <a:pt x="997009" y="626691"/>
                </a:lnTo>
                <a:lnTo>
                  <a:pt x="1016000" y="626691"/>
                </a:lnTo>
                <a:lnTo>
                  <a:pt x="1025495" y="626691"/>
                </a:lnTo>
                <a:lnTo>
                  <a:pt x="1044486" y="626691"/>
                </a:lnTo>
                <a:lnTo>
                  <a:pt x="1063476" y="626691"/>
                </a:lnTo>
                <a:lnTo>
                  <a:pt x="1082467" y="626691"/>
                </a:lnTo>
                <a:lnTo>
                  <a:pt x="1091962" y="626691"/>
                </a:lnTo>
                <a:lnTo>
                  <a:pt x="1110953" y="626691"/>
                </a:lnTo>
                <a:lnTo>
                  <a:pt x="1129944" y="626691"/>
                </a:lnTo>
                <a:lnTo>
                  <a:pt x="1148934" y="626691"/>
                </a:lnTo>
                <a:lnTo>
                  <a:pt x="1158430" y="626691"/>
                </a:lnTo>
                <a:lnTo>
                  <a:pt x="1177420" y="626691"/>
                </a:lnTo>
                <a:lnTo>
                  <a:pt x="1196411" y="626691"/>
                </a:lnTo>
                <a:lnTo>
                  <a:pt x="1215402" y="626691"/>
                </a:lnTo>
                <a:lnTo>
                  <a:pt x="1234392" y="626691"/>
                </a:lnTo>
                <a:lnTo>
                  <a:pt x="1243887" y="626691"/>
                </a:lnTo>
                <a:lnTo>
                  <a:pt x="1262878" y="626691"/>
                </a:lnTo>
                <a:lnTo>
                  <a:pt x="1281869" y="626691"/>
                </a:lnTo>
                <a:lnTo>
                  <a:pt x="1300860" y="626691"/>
                </a:lnTo>
                <a:lnTo>
                  <a:pt x="1310355" y="626691"/>
                </a:lnTo>
                <a:lnTo>
                  <a:pt x="1329345" y="626691"/>
                </a:lnTo>
                <a:lnTo>
                  <a:pt x="1348336" y="626691"/>
                </a:lnTo>
                <a:lnTo>
                  <a:pt x="1367327" y="626691"/>
                </a:lnTo>
                <a:lnTo>
                  <a:pt x="1386317" y="626691"/>
                </a:lnTo>
                <a:lnTo>
                  <a:pt x="1395813" y="626691"/>
                </a:lnTo>
                <a:lnTo>
                  <a:pt x="1414803" y="626691"/>
                </a:lnTo>
                <a:lnTo>
                  <a:pt x="1433794" y="626691"/>
                </a:lnTo>
                <a:lnTo>
                  <a:pt x="1452785" y="626691"/>
                </a:lnTo>
                <a:lnTo>
                  <a:pt x="1462280" y="626691"/>
                </a:lnTo>
                <a:lnTo>
                  <a:pt x="1481271" y="626691"/>
                </a:lnTo>
                <a:lnTo>
                  <a:pt x="1500261" y="626691"/>
                </a:lnTo>
                <a:lnTo>
                  <a:pt x="1519252" y="626691"/>
                </a:lnTo>
                <a:lnTo>
                  <a:pt x="1528747" y="626691"/>
                </a:lnTo>
                <a:lnTo>
                  <a:pt x="1547738" y="626691"/>
                </a:lnTo>
                <a:lnTo>
                  <a:pt x="1566729" y="626691"/>
                </a:lnTo>
                <a:lnTo>
                  <a:pt x="1585719" y="626691"/>
                </a:lnTo>
                <a:lnTo>
                  <a:pt x="1604710" y="626691"/>
                </a:lnTo>
                <a:lnTo>
                  <a:pt x="1614205" y="626691"/>
                </a:lnTo>
                <a:lnTo>
                  <a:pt x="1633196" y="626691"/>
                </a:lnTo>
                <a:lnTo>
                  <a:pt x="1652187" y="626691"/>
                </a:lnTo>
                <a:lnTo>
                  <a:pt x="1671177" y="626691"/>
                </a:lnTo>
                <a:lnTo>
                  <a:pt x="1680673" y="626691"/>
                </a:lnTo>
                <a:lnTo>
                  <a:pt x="1699663" y="626691"/>
                </a:lnTo>
                <a:lnTo>
                  <a:pt x="1718654" y="626691"/>
                </a:lnTo>
                <a:lnTo>
                  <a:pt x="1737645" y="626691"/>
                </a:lnTo>
                <a:lnTo>
                  <a:pt x="1747140" y="626691"/>
                </a:lnTo>
                <a:lnTo>
                  <a:pt x="1766131" y="626691"/>
                </a:lnTo>
                <a:lnTo>
                  <a:pt x="1785121" y="626691"/>
                </a:lnTo>
                <a:lnTo>
                  <a:pt x="1804112" y="626691"/>
                </a:lnTo>
                <a:lnTo>
                  <a:pt x="1823102" y="626691"/>
                </a:lnTo>
                <a:lnTo>
                  <a:pt x="1832598" y="626691"/>
                </a:lnTo>
                <a:lnTo>
                  <a:pt x="1851589" y="626691"/>
                </a:lnTo>
                <a:lnTo>
                  <a:pt x="1870579" y="626691"/>
                </a:lnTo>
                <a:lnTo>
                  <a:pt x="1889570" y="626691"/>
                </a:lnTo>
                <a:lnTo>
                  <a:pt x="1899065" y="626691"/>
                </a:lnTo>
                <a:lnTo>
                  <a:pt x="1918056" y="626691"/>
                </a:lnTo>
                <a:lnTo>
                  <a:pt x="1937047" y="626691"/>
                </a:lnTo>
                <a:lnTo>
                  <a:pt x="1956037" y="626691"/>
                </a:lnTo>
                <a:lnTo>
                  <a:pt x="1965532" y="626691"/>
                </a:lnTo>
                <a:lnTo>
                  <a:pt x="1984523" y="626691"/>
                </a:lnTo>
                <a:lnTo>
                  <a:pt x="2003514" y="626691"/>
                </a:lnTo>
                <a:lnTo>
                  <a:pt x="2022504" y="626691"/>
                </a:lnTo>
                <a:lnTo>
                  <a:pt x="2041495" y="626691"/>
                </a:lnTo>
                <a:lnTo>
                  <a:pt x="2050990" y="626691"/>
                </a:lnTo>
                <a:lnTo>
                  <a:pt x="2069981" y="626691"/>
                </a:lnTo>
                <a:lnTo>
                  <a:pt x="2088972" y="626691"/>
                </a:lnTo>
                <a:lnTo>
                  <a:pt x="2107962" y="626691"/>
                </a:lnTo>
                <a:lnTo>
                  <a:pt x="2117458" y="626691"/>
                </a:lnTo>
                <a:lnTo>
                  <a:pt x="2136448" y="626691"/>
                </a:lnTo>
                <a:lnTo>
                  <a:pt x="2155439" y="626691"/>
                </a:lnTo>
                <a:lnTo>
                  <a:pt x="2174430" y="626691"/>
                </a:lnTo>
                <a:lnTo>
                  <a:pt x="2183925" y="626691"/>
                </a:lnTo>
                <a:lnTo>
                  <a:pt x="2202916" y="626691"/>
                </a:lnTo>
                <a:lnTo>
                  <a:pt x="2221906" y="626691"/>
                </a:lnTo>
                <a:lnTo>
                  <a:pt x="2240897" y="626691"/>
                </a:lnTo>
                <a:lnTo>
                  <a:pt x="2259888" y="626691"/>
                </a:lnTo>
                <a:lnTo>
                  <a:pt x="2269383" y="626691"/>
                </a:lnTo>
                <a:lnTo>
                  <a:pt x="2288374" y="626691"/>
                </a:lnTo>
                <a:lnTo>
                  <a:pt x="2307364" y="626691"/>
                </a:lnTo>
                <a:lnTo>
                  <a:pt x="2326355" y="626691"/>
                </a:lnTo>
                <a:lnTo>
                  <a:pt x="2335850" y="626691"/>
                </a:lnTo>
                <a:lnTo>
                  <a:pt x="2354841" y="626691"/>
                </a:lnTo>
                <a:lnTo>
                  <a:pt x="2373831" y="626691"/>
                </a:lnTo>
                <a:lnTo>
                  <a:pt x="2392822" y="626691"/>
                </a:lnTo>
                <a:lnTo>
                  <a:pt x="2402317" y="626691"/>
                </a:lnTo>
                <a:lnTo>
                  <a:pt x="2421308" y="626691"/>
                </a:lnTo>
                <a:lnTo>
                  <a:pt x="2440299" y="626691"/>
                </a:lnTo>
                <a:lnTo>
                  <a:pt x="2459289" y="626691"/>
                </a:lnTo>
                <a:lnTo>
                  <a:pt x="2478280" y="626691"/>
                </a:lnTo>
                <a:lnTo>
                  <a:pt x="2487775" y="626691"/>
                </a:lnTo>
                <a:lnTo>
                  <a:pt x="2506766" y="626691"/>
                </a:lnTo>
                <a:lnTo>
                  <a:pt x="2525757" y="626691"/>
                </a:lnTo>
                <a:lnTo>
                  <a:pt x="2544747" y="626691"/>
                </a:lnTo>
                <a:lnTo>
                  <a:pt x="2554243" y="626691"/>
                </a:lnTo>
                <a:lnTo>
                  <a:pt x="2573233" y="626691"/>
                </a:lnTo>
                <a:lnTo>
                  <a:pt x="2592224" y="626691"/>
                </a:lnTo>
                <a:lnTo>
                  <a:pt x="2611215" y="626691"/>
                </a:lnTo>
                <a:lnTo>
                  <a:pt x="2630205" y="626691"/>
                </a:lnTo>
                <a:lnTo>
                  <a:pt x="2639701" y="626691"/>
                </a:lnTo>
                <a:lnTo>
                  <a:pt x="2658691" y="626691"/>
                </a:lnTo>
                <a:lnTo>
                  <a:pt x="2677682" y="626691"/>
                </a:lnTo>
                <a:lnTo>
                  <a:pt x="2696673" y="626691"/>
                </a:lnTo>
                <a:lnTo>
                  <a:pt x="2706168" y="626691"/>
                </a:lnTo>
                <a:lnTo>
                  <a:pt x="2725158" y="626691"/>
                </a:lnTo>
                <a:lnTo>
                  <a:pt x="2744149" y="626691"/>
                </a:lnTo>
                <a:lnTo>
                  <a:pt x="2763140" y="626691"/>
                </a:lnTo>
                <a:lnTo>
                  <a:pt x="2772635" y="626691"/>
                </a:lnTo>
                <a:lnTo>
                  <a:pt x="2791626" y="626691"/>
                </a:lnTo>
                <a:lnTo>
                  <a:pt x="2810616" y="626691"/>
                </a:lnTo>
                <a:lnTo>
                  <a:pt x="2829607" y="626691"/>
                </a:lnTo>
                <a:lnTo>
                  <a:pt x="2848598" y="626691"/>
                </a:lnTo>
                <a:lnTo>
                  <a:pt x="2858093" y="626691"/>
                </a:lnTo>
                <a:lnTo>
                  <a:pt x="2877084" y="626691"/>
                </a:lnTo>
                <a:lnTo>
                  <a:pt x="2896074" y="626691"/>
                </a:lnTo>
                <a:lnTo>
                  <a:pt x="2915065" y="626691"/>
                </a:lnTo>
                <a:lnTo>
                  <a:pt x="2924561" y="626691"/>
                </a:lnTo>
                <a:lnTo>
                  <a:pt x="2943551" y="626691"/>
                </a:lnTo>
                <a:lnTo>
                  <a:pt x="2962542" y="626691"/>
                </a:lnTo>
                <a:lnTo>
                  <a:pt x="2981532" y="626691"/>
                </a:lnTo>
                <a:lnTo>
                  <a:pt x="2991028" y="626691"/>
                </a:lnTo>
                <a:lnTo>
                  <a:pt x="3010018" y="626691"/>
                </a:lnTo>
                <a:lnTo>
                  <a:pt x="3029009" y="626691"/>
                </a:lnTo>
                <a:lnTo>
                  <a:pt x="3048000" y="626691"/>
                </a:lnTo>
                <a:lnTo>
                  <a:pt x="3066990" y="626691"/>
                </a:lnTo>
                <a:lnTo>
                  <a:pt x="3076486" y="626691"/>
                </a:lnTo>
                <a:lnTo>
                  <a:pt x="3095476" y="626691"/>
                </a:lnTo>
                <a:lnTo>
                  <a:pt x="3114467" y="626691"/>
                </a:lnTo>
                <a:lnTo>
                  <a:pt x="3133458" y="626691"/>
                </a:lnTo>
                <a:lnTo>
                  <a:pt x="3142953" y="626691"/>
                </a:lnTo>
                <a:lnTo>
                  <a:pt x="3161944" y="626691"/>
                </a:lnTo>
                <a:lnTo>
                  <a:pt x="3180934" y="626691"/>
                </a:lnTo>
                <a:lnTo>
                  <a:pt x="3199925" y="626691"/>
                </a:lnTo>
                <a:lnTo>
                  <a:pt x="3209420" y="626691"/>
                </a:lnTo>
                <a:lnTo>
                  <a:pt x="3228411" y="626691"/>
                </a:lnTo>
                <a:lnTo>
                  <a:pt x="3247401" y="626691"/>
                </a:lnTo>
                <a:lnTo>
                  <a:pt x="3266392" y="626691"/>
                </a:lnTo>
                <a:lnTo>
                  <a:pt x="3285383" y="626691"/>
                </a:lnTo>
                <a:lnTo>
                  <a:pt x="3294878" y="626691"/>
                </a:lnTo>
                <a:lnTo>
                  <a:pt x="3313869" y="626691"/>
                </a:lnTo>
                <a:lnTo>
                  <a:pt x="3332859" y="626691"/>
                </a:lnTo>
                <a:lnTo>
                  <a:pt x="3351850" y="626691"/>
                </a:lnTo>
                <a:lnTo>
                  <a:pt x="3361346" y="626691"/>
                </a:lnTo>
                <a:lnTo>
                  <a:pt x="3380336" y="626691"/>
                </a:lnTo>
                <a:lnTo>
                  <a:pt x="3399327" y="626691"/>
                </a:lnTo>
                <a:lnTo>
                  <a:pt x="3418317" y="626691"/>
                </a:lnTo>
                <a:lnTo>
                  <a:pt x="3427813" y="626691"/>
                </a:lnTo>
                <a:lnTo>
                  <a:pt x="3446804" y="626691"/>
                </a:lnTo>
                <a:lnTo>
                  <a:pt x="3465794" y="626691"/>
                </a:lnTo>
                <a:lnTo>
                  <a:pt x="3484785" y="626691"/>
                </a:lnTo>
                <a:lnTo>
                  <a:pt x="3503775" y="626691"/>
                </a:lnTo>
                <a:lnTo>
                  <a:pt x="3513271" y="626691"/>
                </a:lnTo>
                <a:lnTo>
                  <a:pt x="3532262" y="626691"/>
                </a:lnTo>
                <a:lnTo>
                  <a:pt x="3551252" y="626691"/>
                </a:lnTo>
                <a:lnTo>
                  <a:pt x="3570243" y="626691"/>
                </a:lnTo>
                <a:lnTo>
                  <a:pt x="3579738" y="626691"/>
                </a:lnTo>
                <a:lnTo>
                  <a:pt x="3598729" y="626691"/>
                </a:lnTo>
                <a:lnTo>
                  <a:pt x="3617720" y="626691"/>
                </a:lnTo>
                <a:lnTo>
                  <a:pt x="3636710" y="626691"/>
                </a:lnTo>
                <a:lnTo>
                  <a:pt x="3655701" y="626691"/>
                </a:lnTo>
                <a:lnTo>
                  <a:pt x="3665196" y="626691"/>
                </a:lnTo>
                <a:lnTo>
                  <a:pt x="3684187" y="626691"/>
                </a:lnTo>
                <a:lnTo>
                  <a:pt x="3703177" y="626691"/>
                </a:lnTo>
                <a:lnTo>
                  <a:pt x="3722168" y="626691"/>
                </a:lnTo>
                <a:lnTo>
                  <a:pt x="3731663" y="626691"/>
                </a:lnTo>
                <a:lnTo>
                  <a:pt x="3750654" y="626691"/>
                </a:lnTo>
                <a:lnTo>
                  <a:pt x="3769645" y="626691"/>
                </a:lnTo>
                <a:lnTo>
                  <a:pt x="3788635" y="626691"/>
                </a:lnTo>
                <a:lnTo>
                  <a:pt x="3798131" y="626691"/>
                </a:lnTo>
                <a:lnTo>
                  <a:pt x="3817121" y="626691"/>
                </a:lnTo>
                <a:lnTo>
                  <a:pt x="3836112" y="626691"/>
                </a:lnTo>
                <a:lnTo>
                  <a:pt x="3855103" y="626691"/>
                </a:lnTo>
                <a:lnTo>
                  <a:pt x="3874093" y="626691"/>
                </a:lnTo>
                <a:lnTo>
                  <a:pt x="3883589" y="626691"/>
                </a:lnTo>
                <a:lnTo>
                  <a:pt x="3902579" y="626691"/>
                </a:lnTo>
                <a:lnTo>
                  <a:pt x="3921570" y="626691"/>
                </a:lnTo>
                <a:lnTo>
                  <a:pt x="3940561" y="626691"/>
                </a:lnTo>
                <a:lnTo>
                  <a:pt x="3950056" y="626691"/>
                </a:lnTo>
                <a:lnTo>
                  <a:pt x="3969047" y="626691"/>
                </a:lnTo>
                <a:lnTo>
                  <a:pt x="3988037" y="626691"/>
                </a:lnTo>
                <a:lnTo>
                  <a:pt x="4007028" y="626691"/>
                </a:lnTo>
                <a:lnTo>
                  <a:pt x="4016523" y="626691"/>
                </a:lnTo>
                <a:lnTo>
                  <a:pt x="4035514" y="626691"/>
                </a:lnTo>
                <a:lnTo>
                  <a:pt x="4054504" y="626691"/>
                </a:lnTo>
                <a:lnTo>
                  <a:pt x="4073495" y="626691"/>
                </a:lnTo>
                <a:lnTo>
                  <a:pt x="4092486" y="626691"/>
                </a:lnTo>
                <a:lnTo>
                  <a:pt x="4101981" y="626691"/>
                </a:lnTo>
                <a:lnTo>
                  <a:pt x="4120972" y="626691"/>
                </a:lnTo>
                <a:lnTo>
                  <a:pt x="4139962" y="626691"/>
                </a:lnTo>
                <a:lnTo>
                  <a:pt x="4158953" y="626691"/>
                </a:lnTo>
                <a:lnTo>
                  <a:pt x="4168448" y="626691"/>
                </a:lnTo>
                <a:lnTo>
                  <a:pt x="4187439" y="626691"/>
                </a:lnTo>
                <a:lnTo>
                  <a:pt x="4206430" y="626691"/>
                </a:lnTo>
                <a:lnTo>
                  <a:pt x="4225420" y="626691"/>
                </a:lnTo>
                <a:lnTo>
                  <a:pt x="4244411" y="626691"/>
                </a:lnTo>
                <a:lnTo>
                  <a:pt x="4253906" y="626691"/>
                </a:lnTo>
                <a:lnTo>
                  <a:pt x="4272897" y="626691"/>
                </a:lnTo>
                <a:lnTo>
                  <a:pt x="4291888" y="626691"/>
                </a:lnTo>
                <a:lnTo>
                  <a:pt x="4310878" y="626691"/>
                </a:lnTo>
                <a:lnTo>
                  <a:pt x="4320374" y="626691"/>
                </a:lnTo>
                <a:lnTo>
                  <a:pt x="4339364" y="626691"/>
                </a:lnTo>
                <a:lnTo>
                  <a:pt x="4358355" y="626691"/>
                </a:lnTo>
                <a:lnTo>
                  <a:pt x="4377346" y="626691"/>
                </a:lnTo>
                <a:lnTo>
                  <a:pt x="4386841" y="626691"/>
                </a:lnTo>
                <a:lnTo>
                  <a:pt x="4405831" y="626691"/>
                </a:lnTo>
                <a:lnTo>
                  <a:pt x="4424822" y="626691"/>
                </a:lnTo>
                <a:lnTo>
                  <a:pt x="4443813" y="626691"/>
                </a:lnTo>
                <a:lnTo>
                  <a:pt x="4462804" y="626691"/>
                </a:lnTo>
                <a:lnTo>
                  <a:pt x="4472299" y="626691"/>
                </a:lnTo>
                <a:lnTo>
                  <a:pt x="4491289" y="626691"/>
                </a:lnTo>
                <a:lnTo>
                  <a:pt x="4510280" y="626691"/>
                </a:lnTo>
                <a:lnTo>
                  <a:pt x="4529271" y="626691"/>
                </a:lnTo>
                <a:lnTo>
                  <a:pt x="4538766" y="626691"/>
                </a:lnTo>
                <a:lnTo>
                  <a:pt x="4557757" y="626691"/>
                </a:lnTo>
                <a:lnTo>
                  <a:pt x="4576747" y="626691"/>
                </a:lnTo>
                <a:lnTo>
                  <a:pt x="4595738" y="626691"/>
                </a:lnTo>
                <a:lnTo>
                  <a:pt x="4605233" y="626691"/>
                </a:lnTo>
                <a:lnTo>
                  <a:pt x="4624224" y="626691"/>
                </a:lnTo>
                <a:lnTo>
                  <a:pt x="4643215" y="626691"/>
                </a:lnTo>
                <a:lnTo>
                  <a:pt x="4662205" y="626691"/>
                </a:lnTo>
                <a:lnTo>
                  <a:pt x="4681196" y="626691"/>
                </a:lnTo>
                <a:lnTo>
                  <a:pt x="4690691" y="626691"/>
                </a:lnTo>
                <a:lnTo>
                  <a:pt x="4709682" y="626691"/>
                </a:lnTo>
                <a:lnTo>
                  <a:pt x="4728673" y="626691"/>
                </a:lnTo>
                <a:lnTo>
                  <a:pt x="4747663" y="626691"/>
                </a:lnTo>
                <a:lnTo>
                  <a:pt x="4757158" y="626691"/>
                </a:lnTo>
                <a:lnTo>
                  <a:pt x="4776149" y="626691"/>
                </a:lnTo>
                <a:lnTo>
                  <a:pt x="4795140" y="626691"/>
                </a:lnTo>
                <a:lnTo>
                  <a:pt x="4814131" y="626691"/>
                </a:lnTo>
                <a:lnTo>
                  <a:pt x="4833121" y="626691"/>
                </a:lnTo>
                <a:lnTo>
                  <a:pt x="4842616" y="626691"/>
                </a:lnTo>
                <a:lnTo>
                  <a:pt x="4861607" y="626691"/>
                </a:lnTo>
                <a:lnTo>
                  <a:pt x="4880598" y="626691"/>
                </a:lnTo>
                <a:lnTo>
                  <a:pt x="4899589" y="626691"/>
                </a:lnTo>
                <a:lnTo>
                  <a:pt x="4909084" y="626691"/>
                </a:lnTo>
                <a:lnTo>
                  <a:pt x="4928074" y="626691"/>
                </a:lnTo>
                <a:lnTo>
                  <a:pt x="4947065" y="626691"/>
                </a:lnTo>
                <a:lnTo>
                  <a:pt x="4966056" y="626691"/>
                </a:lnTo>
                <a:lnTo>
                  <a:pt x="4975551" y="626691"/>
                </a:lnTo>
                <a:lnTo>
                  <a:pt x="4994542" y="626691"/>
                </a:lnTo>
                <a:lnTo>
                  <a:pt x="5013532" y="626691"/>
                </a:lnTo>
                <a:lnTo>
                  <a:pt x="5032523" y="626691"/>
                </a:lnTo>
                <a:lnTo>
                  <a:pt x="5051514" y="626691"/>
                </a:lnTo>
                <a:lnTo>
                  <a:pt x="5061009" y="626691"/>
                </a:lnTo>
                <a:lnTo>
                  <a:pt x="5080000" y="626691"/>
                </a:lnTo>
                <a:lnTo>
                  <a:pt x="5098991" y="626691"/>
                </a:lnTo>
                <a:lnTo>
                  <a:pt x="5117981" y="626691"/>
                </a:lnTo>
                <a:lnTo>
                  <a:pt x="5127477" y="626691"/>
                </a:lnTo>
                <a:lnTo>
                  <a:pt x="5146467" y="626691"/>
                </a:lnTo>
                <a:lnTo>
                  <a:pt x="5165458" y="626691"/>
                </a:lnTo>
                <a:lnTo>
                  <a:pt x="5184448" y="626691"/>
                </a:lnTo>
                <a:lnTo>
                  <a:pt x="5203439" y="626691"/>
                </a:lnTo>
                <a:lnTo>
                  <a:pt x="5212934" y="626691"/>
                </a:lnTo>
                <a:lnTo>
                  <a:pt x="5231925" y="626691"/>
                </a:lnTo>
                <a:lnTo>
                  <a:pt x="5250916" y="626691"/>
                </a:lnTo>
                <a:lnTo>
                  <a:pt x="5269907" y="626691"/>
                </a:lnTo>
                <a:lnTo>
                  <a:pt x="5279401" y="626691"/>
                </a:lnTo>
                <a:lnTo>
                  <a:pt x="5298393" y="626691"/>
                </a:lnTo>
                <a:lnTo>
                  <a:pt x="5317383" y="626691"/>
                </a:lnTo>
                <a:lnTo>
                  <a:pt x="5336374" y="626691"/>
                </a:lnTo>
                <a:lnTo>
                  <a:pt x="5345869" y="626691"/>
                </a:lnTo>
                <a:lnTo>
                  <a:pt x="5364860" y="626691"/>
                </a:lnTo>
                <a:lnTo>
                  <a:pt x="5383850" y="626691"/>
                </a:lnTo>
                <a:lnTo>
                  <a:pt x="5402841" y="626691"/>
                </a:lnTo>
                <a:lnTo>
                  <a:pt x="5421831" y="626691"/>
                </a:lnTo>
                <a:lnTo>
                  <a:pt x="5431327" y="626691"/>
                </a:lnTo>
                <a:lnTo>
                  <a:pt x="5450317" y="626691"/>
                </a:lnTo>
                <a:lnTo>
                  <a:pt x="5469308" y="626691"/>
                </a:lnTo>
                <a:lnTo>
                  <a:pt x="5488299" y="626691"/>
                </a:lnTo>
                <a:lnTo>
                  <a:pt x="5497794" y="626691"/>
                </a:lnTo>
                <a:lnTo>
                  <a:pt x="5516785" y="626691"/>
                </a:lnTo>
                <a:lnTo>
                  <a:pt x="5535776" y="626691"/>
                </a:lnTo>
                <a:lnTo>
                  <a:pt x="5554766" y="626691"/>
                </a:lnTo>
                <a:lnTo>
                  <a:pt x="5573757" y="626691"/>
                </a:lnTo>
                <a:lnTo>
                  <a:pt x="5583252" y="626691"/>
                </a:lnTo>
                <a:lnTo>
                  <a:pt x="5602243" y="626691"/>
                </a:lnTo>
                <a:lnTo>
                  <a:pt x="5621233" y="626691"/>
                </a:lnTo>
                <a:lnTo>
                  <a:pt x="5640224" y="626691"/>
                </a:lnTo>
                <a:lnTo>
                  <a:pt x="5649719" y="626691"/>
                </a:lnTo>
                <a:lnTo>
                  <a:pt x="5668710" y="626691"/>
                </a:lnTo>
                <a:lnTo>
                  <a:pt x="5687701" y="626691"/>
                </a:lnTo>
                <a:lnTo>
                  <a:pt x="5706692" y="626691"/>
                </a:lnTo>
                <a:lnTo>
                  <a:pt x="5716186" y="626691"/>
                </a:lnTo>
                <a:lnTo>
                  <a:pt x="5735177" y="626691"/>
                </a:lnTo>
                <a:lnTo>
                  <a:pt x="5754168" y="626691"/>
                </a:lnTo>
                <a:lnTo>
                  <a:pt x="5773159" y="626691"/>
                </a:lnTo>
                <a:lnTo>
                  <a:pt x="5792149" y="626691"/>
                </a:lnTo>
                <a:lnTo>
                  <a:pt x="5801645" y="626691"/>
                </a:lnTo>
                <a:lnTo>
                  <a:pt x="5820635" y="626691"/>
                </a:lnTo>
                <a:lnTo>
                  <a:pt x="5839626" y="626691"/>
                </a:lnTo>
                <a:lnTo>
                  <a:pt x="5858616" y="626691"/>
                </a:lnTo>
                <a:lnTo>
                  <a:pt x="5868112" y="626691"/>
                </a:lnTo>
                <a:lnTo>
                  <a:pt x="5887102" y="626691"/>
                </a:lnTo>
                <a:lnTo>
                  <a:pt x="5906093" y="626691"/>
                </a:lnTo>
                <a:lnTo>
                  <a:pt x="5925084" y="626691"/>
                </a:lnTo>
                <a:lnTo>
                  <a:pt x="5934579" y="626691"/>
                </a:lnTo>
                <a:lnTo>
                  <a:pt x="5953570" y="626691"/>
                </a:lnTo>
                <a:lnTo>
                  <a:pt x="5972561" y="626691"/>
                </a:lnTo>
                <a:lnTo>
                  <a:pt x="5991551" y="626691"/>
                </a:lnTo>
                <a:lnTo>
                  <a:pt x="6010542" y="626691"/>
                </a:lnTo>
                <a:lnTo>
                  <a:pt x="6020037" y="626691"/>
                </a:lnTo>
                <a:lnTo>
                  <a:pt x="6039028" y="626691"/>
                </a:lnTo>
                <a:lnTo>
                  <a:pt x="6058018" y="626691"/>
                </a:lnTo>
                <a:lnTo>
                  <a:pt x="6077009" y="626691"/>
                </a:lnTo>
                <a:lnTo>
                  <a:pt x="6086505" y="626691"/>
                </a:lnTo>
                <a:lnTo>
                  <a:pt x="6105495" y="626691"/>
                </a:lnTo>
                <a:lnTo>
                  <a:pt x="6124485" y="626691"/>
                </a:lnTo>
                <a:lnTo>
                  <a:pt x="6143477" y="626691"/>
                </a:lnTo>
                <a:lnTo>
                  <a:pt x="6162467" y="626691"/>
                </a:lnTo>
                <a:lnTo>
                  <a:pt x="6171962" y="626691"/>
                </a:lnTo>
                <a:lnTo>
                  <a:pt x="6190953" y="626691"/>
                </a:lnTo>
                <a:lnTo>
                  <a:pt x="6209944" y="626691"/>
                </a:lnTo>
                <a:lnTo>
                  <a:pt x="6228934" y="626691"/>
                </a:lnTo>
                <a:lnTo>
                  <a:pt x="6238430" y="626691"/>
                </a:lnTo>
                <a:lnTo>
                  <a:pt x="6257420" y="626691"/>
                </a:lnTo>
                <a:lnTo>
                  <a:pt x="6276411" y="626691"/>
                </a:lnTo>
                <a:lnTo>
                  <a:pt x="6295401" y="626691"/>
                </a:lnTo>
                <a:lnTo>
                  <a:pt x="6304897" y="626691"/>
                </a:lnTo>
                <a:lnTo>
                  <a:pt x="6323888" y="626691"/>
                </a:lnTo>
                <a:lnTo>
                  <a:pt x="6342878" y="626691"/>
                </a:lnTo>
                <a:lnTo>
                  <a:pt x="6361869" y="626691"/>
                </a:lnTo>
                <a:lnTo>
                  <a:pt x="6380860" y="626691"/>
                </a:lnTo>
                <a:lnTo>
                  <a:pt x="6390355" y="626691"/>
                </a:lnTo>
                <a:lnTo>
                  <a:pt x="6409346" y="626691"/>
                </a:lnTo>
                <a:lnTo>
                  <a:pt x="6428336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75813" y="626691"/>
                </a:lnTo>
                <a:lnTo>
                  <a:pt x="6494803" y="626691"/>
                </a:lnTo>
                <a:lnTo>
                  <a:pt x="6513794" y="626691"/>
                </a:lnTo>
                <a:lnTo>
                  <a:pt x="6532785" y="626691"/>
                </a:lnTo>
                <a:lnTo>
                  <a:pt x="6542280" y="626691"/>
                </a:lnTo>
                <a:lnTo>
                  <a:pt x="6561271" y="626691"/>
                </a:lnTo>
                <a:lnTo>
                  <a:pt x="6580262" y="626691"/>
                </a:lnTo>
                <a:lnTo>
                  <a:pt x="6599252" y="626691"/>
                </a:lnTo>
                <a:lnTo>
                  <a:pt x="6608747" y="626691"/>
                </a:lnTo>
                <a:lnTo>
                  <a:pt x="6627738" y="626691"/>
                </a:lnTo>
                <a:lnTo>
                  <a:pt x="6646729" y="626691"/>
                </a:lnTo>
                <a:lnTo>
                  <a:pt x="6665719" y="626691"/>
                </a:lnTo>
                <a:lnTo>
                  <a:pt x="6675215" y="626691"/>
                </a:lnTo>
                <a:lnTo>
                  <a:pt x="6694206" y="626691"/>
                </a:lnTo>
                <a:lnTo>
                  <a:pt x="6713196" y="626691"/>
                </a:lnTo>
                <a:lnTo>
                  <a:pt x="6732186" y="626691"/>
                </a:lnTo>
                <a:lnTo>
                  <a:pt x="6751177" y="626691"/>
                </a:lnTo>
                <a:lnTo>
                  <a:pt x="6760673" y="626691"/>
                </a:lnTo>
                <a:lnTo>
                  <a:pt x="6779663" y="626691"/>
                </a:lnTo>
                <a:lnTo>
                  <a:pt x="6798654" y="626691"/>
                </a:lnTo>
                <a:lnTo>
                  <a:pt x="6817645" y="626691"/>
                </a:lnTo>
                <a:lnTo>
                  <a:pt x="6827140" y="626691"/>
                </a:lnTo>
                <a:lnTo>
                  <a:pt x="6846131" y="626691"/>
                </a:lnTo>
                <a:lnTo>
                  <a:pt x="6865122" y="626691"/>
                </a:lnTo>
                <a:lnTo>
                  <a:pt x="6884112" y="626691"/>
                </a:lnTo>
                <a:lnTo>
                  <a:pt x="6903102" y="626691"/>
                </a:lnTo>
                <a:lnTo>
                  <a:pt x="6912598" y="626691"/>
                </a:lnTo>
                <a:lnTo>
                  <a:pt x="6931589" y="626691"/>
                </a:lnTo>
                <a:lnTo>
                  <a:pt x="6950579" y="626691"/>
                </a:lnTo>
                <a:lnTo>
                  <a:pt x="6969570" y="626691"/>
                </a:lnTo>
                <a:lnTo>
                  <a:pt x="6979065" y="626691"/>
                </a:lnTo>
                <a:lnTo>
                  <a:pt x="6998056" y="626691"/>
                </a:lnTo>
                <a:lnTo>
                  <a:pt x="7017047" y="626691"/>
                </a:lnTo>
                <a:lnTo>
                  <a:pt x="7036038" y="626691"/>
                </a:lnTo>
                <a:lnTo>
                  <a:pt x="7045532" y="626691"/>
                </a:lnTo>
                <a:lnTo>
                  <a:pt x="7064523" y="626691"/>
                </a:lnTo>
                <a:lnTo>
                  <a:pt x="7083514" y="626691"/>
                </a:lnTo>
                <a:lnTo>
                  <a:pt x="7102505" y="626691"/>
                </a:lnTo>
                <a:lnTo>
                  <a:pt x="7121495" y="626691"/>
                </a:lnTo>
                <a:lnTo>
                  <a:pt x="7130991" y="626691"/>
                </a:lnTo>
                <a:lnTo>
                  <a:pt x="7149981" y="626691"/>
                </a:lnTo>
                <a:lnTo>
                  <a:pt x="7168972" y="626691"/>
                </a:lnTo>
                <a:lnTo>
                  <a:pt x="7187962" y="626691"/>
                </a:lnTo>
                <a:lnTo>
                  <a:pt x="7197458" y="626691"/>
                </a:lnTo>
                <a:lnTo>
                  <a:pt x="7216448" y="626691"/>
                </a:lnTo>
                <a:lnTo>
                  <a:pt x="7235439" y="626691"/>
                </a:lnTo>
                <a:lnTo>
                  <a:pt x="7254430" y="626691"/>
                </a:lnTo>
                <a:lnTo>
                  <a:pt x="7273420" y="626691"/>
                </a:lnTo>
                <a:lnTo>
                  <a:pt x="7282916" y="626691"/>
                </a:lnTo>
                <a:lnTo>
                  <a:pt x="7301907" y="626691"/>
                </a:lnTo>
                <a:lnTo>
                  <a:pt x="7320897" y="626691"/>
                </a:lnTo>
                <a:lnTo>
                  <a:pt x="7339888" y="617196"/>
                </a:lnTo>
                <a:lnTo>
                  <a:pt x="7349383" y="626691"/>
                </a:lnTo>
                <a:lnTo>
                  <a:pt x="7368374" y="626691"/>
                </a:lnTo>
                <a:lnTo>
                  <a:pt x="7387364" y="626691"/>
                </a:lnTo>
                <a:lnTo>
                  <a:pt x="7406355" y="617196"/>
                </a:lnTo>
                <a:lnTo>
                  <a:pt x="7425346" y="626691"/>
                </a:lnTo>
                <a:lnTo>
                  <a:pt x="7434841" y="626691"/>
                </a:lnTo>
                <a:lnTo>
                  <a:pt x="7453831" y="617196"/>
                </a:lnTo>
                <a:lnTo>
                  <a:pt x="7472823" y="617196"/>
                </a:lnTo>
                <a:lnTo>
                  <a:pt x="7491813" y="617196"/>
                </a:lnTo>
                <a:lnTo>
                  <a:pt x="7501308" y="626691"/>
                </a:lnTo>
                <a:lnTo>
                  <a:pt x="7520299" y="617196"/>
                </a:lnTo>
                <a:lnTo>
                  <a:pt x="7539290" y="617196"/>
                </a:lnTo>
                <a:lnTo>
                  <a:pt x="7558280" y="617196"/>
                </a:lnTo>
                <a:lnTo>
                  <a:pt x="7567776" y="617196"/>
                </a:lnTo>
                <a:lnTo>
                  <a:pt x="7586766" y="617196"/>
                </a:lnTo>
                <a:lnTo>
                  <a:pt x="7605757" y="617196"/>
                </a:lnTo>
                <a:lnTo>
                  <a:pt x="7624747" y="617196"/>
                </a:lnTo>
                <a:lnTo>
                  <a:pt x="7643738" y="607701"/>
                </a:lnTo>
                <a:lnTo>
                  <a:pt x="7653233" y="607701"/>
                </a:lnTo>
                <a:lnTo>
                  <a:pt x="7672224" y="607701"/>
                </a:lnTo>
                <a:lnTo>
                  <a:pt x="7691215" y="588710"/>
                </a:lnTo>
                <a:lnTo>
                  <a:pt x="7710206" y="588710"/>
                </a:lnTo>
                <a:lnTo>
                  <a:pt x="7719701" y="588710"/>
                </a:lnTo>
                <a:lnTo>
                  <a:pt x="7738692" y="579214"/>
                </a:lnTo>
                <a:lnTo>
                  <a:pt x="7757682" y="579214"/>
                </a:lnTo>
                <a:lnTo>
                  <a:pt x="7776673" y="569719"/>
                </a:lnTo>
                <a:lnTo>
                  <a:pt x="7795663" y="541233"/>
                </a:lnTo>
                <a:lnTo>
                  <a:pt x="7805159" y="541233"/>
                </a:lnTo>
                <a:lnTo>
                  <a:pt x="7824149" y="531738"/>
                </a:lnTo>
                <a:lnTo>
                  <a:pt x="7843140" y="512747"/>
                </a:lnTo>
                <a:lnTo>
                  <a:pt x="7862131" y="465271"/>
                </a:lnTo>
                <a:lnTo>
                  <a:pt x="7871626" y="465271"/>
                </a:lnTo>
                <a:lnTo>
                  <a:pt x="7890616" y="427289"/>
                </a:lnTo>
                <a:lnTo>
                  <a:pt x="7909608" y="398803"/>
                </a:lnTo>
                <a:lnTo>
                  <a:pt x="7928598" y="332336"/>
                </a:lnTo>
                <a:lnTo>
                  <a:pt x="7938093" y="332336"/>
                </a:lnTo>
                <a:lnTo>
                  <a:pt x="7957084" y="275364"/>
                </a:lnTo>
                <a:lnTo>
                  <a:pt x="7976075" y="275364"/>
                </a:lnTo>
                <a:lnTo>
                  <a:pt x="7995065" y="218392"/>
                </a:lnTo>
                <a:lnTo>
                  <a:pt x="8014056" y="104448"/>
                </a:lnTo>
                <a:lnTo>
                  <a:pt x="8023551" y="104448"/>
                </a:lnTo>
                <a:lnTo>
                  <a:pt x="8042542" y="104448"/>
                </a:lnTo>
                <a:lnTo>
                  <a:pt x="8061532" y="56972"/>
                </a:lnTo>
                <a:lnTo>
                  <a:pt x="8080523" y="18990"/>
                </a:lnTo>
                <a:lnTo>
                  <a:pt x="8090018" y="28486"/>
                </a:lnTo>
                <a:lnTo>
                  <a:pt x="8109009" y="0"/>
                </a:lnTo>
                <a:lnTo>
                  <a:pt x="8128000" y="18990"/>
                </a:lnTo>
                <a:lnTo>
                  <a:pt x="8146991" y="9495"/>
                </a:lnTo>
                <a:lnTo>
                  <a:pt x="8165981" y="18990"/>
                </a:lnTo>
                <a:lnTo>
                  <a:pt x="8175477" y="18990"/>
                </a:lnTo>
                <a:lnTo>
                  <a:pt x="8194467" y="56972"/>
                </a:lnTo>
                <a:lnTo>
                  <a:pt x="8213458" y="104448"/>
                </a:lnTo>
                <a:lnTo>
                  <a:pt x="8232448" y="142429"/>
                </a:lnTo>
                <a:lnTo>
                  <a:pt x="8241944" y="189906"/>
                </a:lnTo>
                <a:lnTo>
                  <a:pt x="8260934" y="227887"/>
                </a:lnTo>
                <a:lnTo>
                  <a:pt x="8279925" y="237383"/>
                </a:lnTo>
                <a:lnTo>
                  <a:pt x="8298916" y="332336"/>
                </a:lnTo>
                <a:lnTo>
                  <a:pt x="8317907" y="322841"/>
                </a:lnTo>
                <a:lnTo>
                  <a:pt x="8327401" y="341831"/>
                </a:lnTo>
                <a:lnTo>
                  <a:pt x="8346393" y="379813"/>
                </a:lnTo>
                <a:lnTo>
                  <a:pt x="8365383" y="427289"/>
                </a:lnTo>
                <a:lnTo>
                  <a:pt x="8384374" y="427289"/>
                </a:lnTo>
                <a:lnTo>
                  <a:pt x="8393869" y="446280"/>
                </a:lnTo>
                <a:lnTo>
                  <a:pt x="8412860" y="465271"/>
                </a:lnTo>
                <a:lnTo>
                  <a:pt x="8431850" y="474766"/>
                </a:lnTo>
                <a:lnTo>
                  <a:pt x="8450841" y="493757"/>
                </a:lnTo>
                <a:lnTo>
                  <a:pt x="8460336" y="512747"/>
                </a:lnTo>
                <a:lnTo>
                  <a:pt x="8479327" y="522243"/>
                </a:lnTo>
                <a:lnTo>
                  <a:pt x="8498317" y="531738"/>
                </a:lnTo>
                <a:lnTo>
                  <a:pt x="8517308" y="531738"/>
                </a:lnTo>
                <a:lnTo>
                  <a:pt x="8536299" y="531738"/>
                </a:lnTo>
                <a:lnTo>
                  <a:pt x="8545794" y="531738"/>
                </a:lnTo>
                <a:lnTo>
                  <a:pt x="8564785" y="550729"/>
                </a:lnTo>
                <a:lnTo>
                  <a:pt x="8583776" y="569719"/>
                </a:lnTo>
                <a:lnTo>
                  <a:pt x="8602766" y="560224"/>
                </a:lnTo>
                <a:lnTo>
                  <a:pt x="8612262" y="569719"/>
                </a:lnTo>
                <a:lnTo>
                  <a:pt x="8631252" y="569719"/>
                </a:lnTo>
                <a:lnTo>
                  <a:pt x="8650243" y="569719"/>
                </a:lnTo>
                <a:lnTo>
                  <a:pt x="8669233" y="579214"/>
                </a:lnTo>
                <a:lnTo>
                  <a:pt x="8688224" y="579214"/>
                </a:lnTo>
                <a:lnTo>
                  <a:pt x="8697719" y="579214"/>
                </a:lnTo>
                <a:lnTo>
                  <a:pt x="8716710" y="579214"/>
                </a:lnTo>
                <a:lnTo>
                  <a:pt x="8735701" y="588710"/>
                </a:lnTo>
                <a:lnTo>
                  <a:pt x="8754692" y="579214"/>
                </a:lnTo>
                <a:lnTo>
                  <a:pt x="8764187" y="579214"/>
                </a:lnTo>
                <a:lnTo>
                  <a:pt x="8783177" y="588710"/>
                </a:lnTo>
                <a:lnTo>
                  <a:pt x="8802168" y="598205"/>
                </a:lnTo>
                <a:lnTo>
                  <a:pt x="8821159" y="598205"/>
                </a:lnTo>
                <a:lnTo>
                  <a:pt x="8840149" y="588710"/>
                </a:lnTo>
                <a:lnTo>
                  <a:pt x="8849645" y="588710"/>
                </a:lnTo>
                <a:lnTo>
                  <a:pt x="8868635" y="588710"/>
                </a:lnTo>
                <a:lnTo>
                  <a:pt x="8887626" y="598205"/>
                </a:lnTo>
                <a:lnTo>
                  <a:pt x="8906616" y="598205"/>
                </a:lnTo>
                <a:lnTo>
                  <a:pt x="8916112" y="598205"/>
                </a:lnTo>
                <a:lnTo>
                  <a:pt x="8935102" y="598205"/>
                </a:lnTo>
                <a:lnTo>
                  <a:pt x="8954093" y="598205"/>
                </a:lnTo>
                <a:lnTo>
                  <a:pt x="8973084" y="588710"/>
                </a:lnTo>
                <a:lnTo>
                  <a:pt x="8982579" y="607701"/>
                </a:lnTo>
                <a:lnTo>
                  <a:pt x="9001570" y="598205"/>
                </a:lnTo>
                <a:lnTo>
                  <a:pt x="9020561" y="598205"/>
                </a:lnTo>
                <a:lnTo>
                  <a:pt x="9039551" y="598205"/>
                </a:lnTo>
                <a:lnTo>
                  <a:pt x="9058542" y="607701"/>
                </a:lnTo>
                <a:lnTo>
                  <a:pt x="9068038" y="607701"/>
                </a:lnTo>
                <a:lnTo>
                  <a:pt x="9087028" y="607701"/>
                </a:lnTo>
                <a:lnTo>
                  <a:pt x="9106018" y="607701"/>
                </a:lnTo>
                <a:lnTo>
                  <a:pt x="9125009" y="607701"/>
                </a:lnTo>
                <a:lnTo>
                  <a:pt x="9134505" y="607701"/>
                </a:lnTo>
                <a:lnTo>
                  <a:pt x="9153495" y="607701"/>
                </a:lnTo>
                <a:lnTo>
                  <a:pt x="9172485" y="598205"/>
                </a:lnTo>
                <a:lnTo>
                  <a:pt x="9191477" y="607701"/>
                </a:lnTo>
                <a:lnTo>
                  <a:pt x="9210467" y="598205"/>
                </a:lnTo>
                <a:lnTo>
                  <a:pt x="9219962" y="598205"/>
                </a:lnTo>
                <a:lnTo>
                  <a:pt x="9238954" y="598205"/>
                </a:lnTo>
                <a:lnTo>
                  <a:pt x="9257944" y="607701"/>
                </a:lnTo>
                <a:lnTo>
                  <a:pt x="9276934" y="607701"/>
                </a:lnTo>
                <a:lnTo>
                  <a:pt x="9286430" y="607701"/>
                </a:lnTo>
                <a:lnTo>
                  <a:pt x="9305421" y="598205"/>
                </a:lnTo>
                <a:lnTo>
                  <a:pt x="9324411" y="607701"/>
                </a:lnTo>
                <a:lnTo>
                  <a:pt x="9343401" y="598205"/>
                </a:lnTo>
                <a:lnTo>
                  <a:pt x="9362393" y="607701"/>
                </a:lnTo>
                <a:lnTo>
                  <a:pt x="9371888" y="607701"/>
                </a:lnTo>
                <a:lnTo>
                  <a:pt x="9390878" y="588710"/>
                </a:lnTo>
                <a:lnTo>
                  <a:pt x="9409869" y="607701"/>
                </a:lnTo>
                <a:lnTo>
                  <a:pt x="9428860" y="598205"/>
                </a:lnTo>
                <a:lnTo>
                  <a:pt x="9438355" y="598205"/>
                </a:lnTo>
                <a:lnTo>
                  <a:pt x="9457346" y="598205"/>
                </a:lnTo>
                <a:lnTo>
                  <a:pt x="9476337" y="588710"/>
                </a:lnTo>
                <a:lnTo>
                  <a:pt x="9495327" y="607701"/>
                </a:lnTo>
                <a:lnTo>
                  <a:pt x="9504823" y="607701"/>
                </a:lnTo>
                <a:lnTo>
                  <a:pt x="9523813" y="607701"/>
                </a:lnTo>
                <a:lnTo>
                  <a:pt x="9542804" y="598205"/>
                </a:lnTo>
                <a:lnTo>
                  <a:pt x="9561794" y="607701"/>
                </a:lnTo>
                <a:lnTo>
                  <a:pt x="9580785" y="598205"/>
                </a:lnTo>
                <a:lnTo>
                  <a:pt x="9590280" y="598205"/>
                </a:lnTo>
                <a:lnTo>
                  <a:pt x="9609271" y="598205"/>
                </a:lnTo>
                <a:lnTo>
                  <a:pt x="9628262" y="598205"/>
                </a:lnTo>
                <a:lnTo>
                  <a:pt x="9647252" y="598205"/>
                </a:lnTo>
                <a:lnTo>
                  <a:pt x="9656747" y="598205"/>
                </a:lnTo>
                <a:lnTo>
                  <a:pt x="9675738" y="598205"/>
                </a:lnTo>
              </a:path>
            </a:pathLst>
          </a:custGeom>
          <a:noFill/>
          <a:ln w="12700" cap="flat" cmpd="sng" algn="ctr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7433944-F4A9-3DC1-26B8-DCD9256171A6}"/>
              </a:ext>
            </a:extLst>
          </p:cNvPr>
          <p:cNvSpPr txBox="1"/>
          <p:nvPr/>
        </p:nvSpPr>
        <p:spPr>
          <a:xfrm>
            <a:off x="10794224" y="3256261"/>
            <a:ext cx="307777" cy="446917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79.9841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32156DA-66A7-E16A-74C7-D0122ADAC0FA}"/>
              </a:ext>
            </a:extLst>
          </p:cNvPr>
          <p:cNvSpPr txBox="1"/>
          <p:nvPr/>
        </p:nvSpPr>
        <p:spPr>
          <a:xfrm>
            <a:off x="1452785" y="2893048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*2 Sep 25-1-1-C-20 um-400-positive-003~pb1.tdc + Ions 400µm 35279860 cts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202EE89-4D36-CC00-EECC-9FB325C4A665}"/>
              </a:ext>
            </a:extLst>
          </p:cNvPr>
          <p:cNvSpPr txBox="1"/>
          <p:nvPr/>
        </p:nvSpPr>
        <p:spPr>
          <a:xfrm>
            <a:off x="1336722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FD9C94D-420C-1156-17E9-33656DEB90AD}"/>
              </a:ext>
            </a:extLst>
          </p:cNvPr>
          <p:cNvSpPr txBox="1"/>
          <p:nvPr/>
        </p:nvSpPr>
        <p:spPr>
          <a:xfrm>
            <a:off x="3758030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CC6E0FD-5FFB-B3E6-D467-54EE64CDDA4A}"/>
              </a:ext>
            </a:extLst>
          </p:cNvPr>
          <p:cNvSpPr txBox="1"/>
          <p:nvPr/>
        </p:nvSpPr>
        <p:spPr>
          <a:xfrm>
            <a:off x="6179339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B5ACE6F-01E0-3DE8-4755-FEA22D594DA8}"/>
              </a:ext>
            </a:extLst>
          </p:cNvPr>
          <p:cNvSpPr txBox="1"/>
          <p:nvPr/>
        </p:nvSpPr>
        <p:spPr>
          <a:xfrm>
            <a:off x="8610143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91.5</a:t>
            </a:r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31BCDB72-5DD6-7250-24C9-E860ED89F361}"/>
              </a:ext>
            </a:extLst>
          </p:cNvPr>
          <p:cNvSpPr/>
          <p:nvPr/>
        </p:nvSpPr>
        <p:spPr bwMode="auto">
          <a:xfrm>
            <a:off x="1547738" y="5146467"/>
            <a:ext cx="9713721" cy="75964"/>
          </a:xfrm>
          <a:custGeom>
            <a:avLst/>
            <a:gdLst/>
            <a:ahLst/>
            <a:cxnLst/>
            <a:rect l="0" t="0" r="0" b="0"/>
            <a:pathLst>
              <a:path w="9713721" h="75964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3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7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7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7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7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3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7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7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7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7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75963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7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7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7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7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3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7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7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7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7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43D2B9A-5025-CF62-6191-7448DADA48A5}"/>
              </a:ext>
            </a:extLst>
          </p:cNvPr>
          <p:cNvSpPr txBox="1"/>
          <p:nvPr/>
        </p:nvSpPr>
        <p:spPr>
          <a:xfrm>
            <a:off x="5968482" y="5402841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355DF825-5D76-758B-D9ED-1FFE962CA9E2}"/>
              </a:ext>
            </a:extLst>
          </p:cNvPr>
          <p:cNvSpPr/>
          <p:nvPr/>
        </p:nvSpPr>
        <p:spPr bwMode="auto">
          <a:xfrm>
            <a:off x="1547738" y="4396336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EE15AD9-065D-0E42-69E6-9CF60F61255A}"/>
              </a:ext>
            </a:extLst>
          </p:cNvPr>
          <p:cNvSpPr txBox="1"/>
          <p:nvPr/>
        </p:nvSpPr>
        <p:spPr>
          <a:xfrm>
            <a:off x="1193617" y="5028104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A3A3505-BC43-5E54-123D-5B5DE477D7AF}"/>
              </a:ext>
            </a:extLst>
          </p:cNvPr>
          <p:cNvSpPr txBox="1"/>
          <p:nvPr/>
        </p:nvSpPr>
        <p:spPr>
          <a:xfrm>
            <a:off x="1193617" y="4876179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1F635E1-FAC4-C9D7-53B3-269E9CBE639A}"/>
              </a:ext>
            </a:extLst>
          </p:cNvPr>
          <p:cNvSpPr txBox="1"/>
          <p:nvPr/>
        </p:nvSpPr>
        <p:spPr>
          <a:xfrm>
            <a:off x="1193617" y="4724254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93E1273-43B6-4B19-3B68-89C2F050D517}"/>
              </a:ext>
            </a:extLst>
          </p:cNvPr>
          <p:cNvSpPr txBox="1"/>
          <p:nvPr/>
        </p:nvSpPr>
        <p:spPr>
          <a:xfrm>
            <a:off x="1193617" y="4572329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3C1A5FA-7694-2FE9-19F8-AA3FCF10EC70}"/>
              </a:ext>
            </a:extLst>
          </p:cNvPr>
          <p:cNvSpPr txBox="1"/>
          <p:nvPr/>
        </p:nvSpPr>
        <p:spPr>
          <a:xfrm>
            <a:off x="1193617" y="4429899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08875DA-75C9-370C-5B83-600DDEF14C39}"/>
              </a:ext>
            </a:extLst>
          </p:cNvPr>
          <p:cNvSpPr txBox="1"/>
          <p:nvPr/>
        </p:nvSpPr>
        <p:spPr>
          <a:xfrm>
            <a:off x="1193617" y="4277974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1.0</a:t>
            </a: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B94267F0-D06C-3CE5-3024-93F20240984E}"/>
              </a:ext>
            </a:extLst>
          </p:cNvPr>
          <p:cNvSpPr/>
          <p:nvPr/>
        </p:nvSpPr>
        <p:spPr bwMode="auto">
          <a:xfrm>
            <a:off x="1471776" y="4396336"/>
            <a:ext cx="75963" cy="759628"/>
          </a:xfrm>
          <a:custGeom>
            <a:avLst/>
            <a:gdLst/>
            <a:ahLst/>
            <a:cxnLst/>
            <a:rect l="0" t="0" r="0" b="0"/>
            <a:pathLst>
              <a:path w="75963" h="759628">
                <a:moveTo>
                  <a:pt x="75962" y="0"/>
                </a:moveTo>
                <a:lnTo>
                  <a:pt x="75962" y="759627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12150"/>
                </a:lnTo>
                <a:lnTo>
                  <a:pt x="28486" y="712150"/>
                </a:lnTo>
                <a:lnTo>
                  <a:pt x="75962" y="712150"/>
                </a:lnTo>
                <a:lnTo>
                  <a:pt x="75962" y="674169"/>
                </a:lnTo>
                <a:lnTo>
                  <a:pt x="28486" y="674169"/>
                </a:lnTo>
                <a:lnTo>
                  <a:pt x="75962" y="674169"/>
                </a:lnTo>
                <a:lnTo>
                  <a:pt x="75962" y="636187"/>
                </a:lnTo>
                <a:lnTo>
                  <a:pt x="28486" y="636187"/>
                </a:lnTo>
                <a:lnTo>
                  <a:pt x="75962" y="636187"/>
                </a:lnTo>
                <a:lnTo>
                  <a:pt x="75962" y="598206"/>
                </a:lnTo>
                <a:lnTo>
                  <a:pt x="0" y="598206"/>
                </a:lnTo>
                <a:lnTo>
                  <a:pt x="75962" y="598206"/>
                </a:lnTo>
                <a:lnTo>
                  <a:pt x="75962" y="560225"/>
                </a:lnTo>
                <a:lnTo>
                  <a:pt x="28486" y="560225"/>
                </a:lnTo>
                <a:lnTo>
                  <a:pt x="75962" y="560225"/>
                </a:lnTo>
                <a:lnTo>
                  <a:pt x="75962" y="522244"/>
                </a:lnTo>
                <a:lnTo>
                  <a:pt x="28486" y="522244"/>
                </a:lnTo>
                <a:lnTo>
                  <a:pt x="75962" y="522244"/>
                </a:lnTo>
                <a:lnTo>
                  <a:pt x="75962" y="484262"/>
                </a:lnTo>
                <a:lnTo>
                  <a:pt x="28486" y="484262"/>
                </a:lnTo>
                <a:lnTo>
                  <a:pt x="75962" y="484262"/>
                </a:lnTo>
                <a:lnTo>
                  <a:pt x="75962" y="446281"/>
                </a:lnTo>
                <a:lnTo>
                  <a:pt x="0" y="446281"/>
                </a:lnTo>
                <a:lnTo>
                  <a:pt x="75962" y="446281"/>
                </a:lnTo>
                <a:lnTo>
                  <a:pt x="75962" y="408299"/>
                </a:lnTo>
                <a:lnTo>
                  <a:pt x="28486" y="408299"/>
                </a:lnTo>
                <a:lnTo>
                  <a:pt x="75962" y="408299"/>
                </a:lnTo>
                <a:lnTo>
                  <a:pt x="75962" y="370318"/>
                </a:lnTo>
                <a:lnTo>
                  <a:pt x="28486" y="370318"/>
                </a:lnTo>
                <a:lnTo>
                  <a:pt x="75962" y="370318"/>
                </a:lnTo>
                <a:lnTo>
                  <a:pt x="75962" y="332337"/>
                </a:lnTo>
                <a:lnTo>
                  <a:pt x="28486" y="332337"/>
                </a:lnTo>
                <a:lnTo>
                  <a:pt x="75962" y="332337"/>
                </a:lnTo>
                <a:lnTo>
                  <a:pt x="75962" y="294356"/>
                </a:lnTo>
                <a:lnTo>
                  <a:pt x="0" y="294356"/>
                </a:lnTo>
                <a:lnTo>
                  <a:pt x="75962" y="294356"/>
                </a:lnTo>
                <a:lnTo>
                  <a:pt x="75962" y="265870"/>
                </a:lnTo>
                <a:lnTo>
                  <a:pt x="28486" y="265870"/>
                </a:lnTo>
                <a:lnTo>
                  <a:pt x="75962" y="265870"/>
                </a:lnTo>
                <a:lnTo>
                  <a:pt x="75962" y="227888"/>
                </a:lnTo>
                <a:lnTo>
                  <a:pt x="28486" y="227888"/>
                </a:lnTo>
                <a:lnTo>
                  <a:pt x="75962" y="227888"/>
                </a:lnTo>
                <a:lnTo>
                  <a:pt x="75962" y="189907"/>
                </a:lnTo>
                <a:lnTo>
                  <a:pt x="28486" y="189907"/>
                </a:lnTo>
                <a:lnTo>
                  <a:pt x="75962" y="189907"/>
                </a:lnTo>
                <a:lnTo>
                  <a:pt x="75962" y="151926"/>
                </a:lnTo>
                <a:lnTo>
                  <a:pt x="0" y="151926"/>
                </a:lnTo>
                <a:lnTo>
                  <a:pt x="75962" y="151926"/>
                </a:lnTo>
                <a:lnTo>
                  <a:pt x="75962" y="113945"/>
                </a:lnTo>
                <a:lnTo>
                  <a:pt x="28486" y="113945"/>
                </a:lnTo>
                <a:lnTo>
                  <a:pt x="75962" y="113945"/>
                </a:lnTo>
                <a:lnTo>
                  <a:pt x="75962" y="75963"/>
                </a:lnTo>
                <a:lnTo>
                  <a:pt x="28486" y="75963"/>
                </a:lnTo>
                <a:lnTo>
                  <a:pt x="75962" y="75963"/>
                </a:lnTo>
                <a:lnTo>
                  <a:pt x="75962" y="37982"/>
                </a:lnTo>
                <a:lnTo>
                  <a:pt x="28486" y="37982"/>
                </a:lnTo>
                <a:lnTo>
                  <a:pt x="75962" y="37982"/>
                </a:lnTo>
                <a:lnTo>
                  <a:pt x="75962" y="0"/>
                </a:lnTo>
                <a:lnTo>
                  <a:pt x="0" y="0"/>
                </a:lnTo>
                <a:close/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1422CE4-11D1-F324-9E93-44CAD377E6F8}"/>
              </a:ext>
            </a:extLst>
          </p:cNvPr>
          <p:cNvSpPr txBox="1"/>
          <p:nvPr/>
        </p:nvSpPr>
        <p:spPr>
          <a:xfrm>
            <a:off x="891253" y="4418265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Counts/1E4</a:t>
            </a:r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E6C00897-ADA5-6959-E20D-AC7DEF062E26}"/>
              </a:ext>
            </a:extLst>
          </p:cNvPr>
          <p:cNvSpPr/>
          <p:nvPr/>
        </p:nvSpPr>
        <p:spPr bwMode="auto">
          <a:xfrm>
            <a:off x="11251963" y="4396336"/>
            <a:ext cx="1" cy="759628"/>
          </a:xfrm>
          <a:custGeom>
            <a:avLst/>
            <a:gdLst/>
            <a:ahLst/>
            <a:cxnLst/>
            <a:rect l="0" t="0" r="0" b="0"/>
            <a:pathLst>
              <a:path w="1" h="759628">
                <a:moveTo>
                  <a:pt x="0" y="0"/>
                </a:moveTo>
                <a:lnTo>
                  <a:pt x="0" y="759627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0C9A21C0-6DF6-D25E-425F-64595020B2FC}"/>
              </a:ext>
            </a:extLst>
          </p:cNvPr>
          <p:cNvSpPr/>
          <p:nvPr/>
        </p:nvSpPr>
        <p:spPr bwMode="auto">
          <a:xfrm>
            <a:off x="1547738" y="4510281"/>
            <a:ext cx="9694730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626691"/>
                </a:moveTo>
                <a:lnTo>
                  <a:pt x="9496" y="626691"/>
                </a:lnTo>
                <a:lnTo>
                  <a:pt x="18991" y="626691"/>
                </a:lnTo>
                <a:lnTo>
                  <a:pt x="28486" y="626691"/>
                </a:lnTo>
                <a:lnTo>
                  <a:pt x="37982" y="626691"/>
                </a:lnTo>
                <a:lnTo>
                  <a:pt x="47477" y="626691"/>
                </a:lnTo>
                <a:lnTo>
                  <a:pt x="56972" y="626691"/>
                </a:lnTo>
                <a:lnTo>
                  <a:pt x="66468" y="626691"/>
                </a:lnTo>
                <a:lnTo>
                  <a:pt x="75963" y="626691"/>
                </a:lnTo>
                <a:lnTo>
                  <a:pt x="85458" y="626691"/>
                </a:lnTo>
                <a:lnTo>
                  <a:pt x="94954" y="617196"/>
                </a:lnTo>
                <a:lnTo>
                  <a:pt x="104449" y="617196"/>
                </a:lnTo>
                <a:lnTo>
                  <a:pt x="113944" y="617196"/>
                </a:lnTo>
                <a:lnTo>
                  <a:pt x="123440" y="617196"/>
                </a:lnTo>
                <a:lnTo>
                  <a:pt x="132935" y="617196"/>
                </a:lnTo>
                <a:lnTo>
                  <a:pt x="142430" y="617196"/>
                </a:lnTo>
                <a:lnTo>
                  <a:pt x="151926" y="617196"/>
                </a:lnTo>
                <a:lnTo>
                  <a:pt x="161421" y="607700"/>
                </a:lnTo>
                <a:lnTo>
                  <a:pt x="170916" y="607700"/>
                </a:lnTo>
                <a:lnTo>
                  <a:pt x="180412" y="607700"/>
                </a:lnTo>
                <a:lnTo>
                  <a:pt x="189907" y="607700"/>
                </a:lnTo>
                <a:lnTo>
                  <a:pt x="199402" y="607700"/>
                </a:lnTo>
                <a:lnTo>
                  <a:pt x="208898" y="617196"/>
                </a:lnTo>
                <a:lnTo>
                  <a:pt x="218393" y="617196"/>
                </a:lnTo>
                <a:lnTo>
                  <a:pt x="227888" y="617196"/>
                </a:lnTo>
                <a:lnTo>
                  <a:pt x="237383" y="617196"/>
                </a:lnTo>
                <a:lnTo>
                  <a:pt x="246879" y="617196"/>
                </a:lnTo>
                <a:lnTo>
                  <a:pt x="256374" y="617196"/>
                </a:lnTo>
                <a:lnTo>
                  <a:pt x="265870" y="626691"/>
                </a:lnTo>
                <a:lnTo>
                  <a:pt x="275365" y="626691"/>
                </a:lnTo>
                <a:lnTo>
                  <a:pt x="284860" y="626691"/>
                </a:lnTo>
                <a:lnTo>
                  <a:pt x="294355" y="626691"/>
                </a:lnTo>
                <a:lnTo>
                  <a:pt x="303851" y="626691"/>
                </a:lnTo>
                <a:lnTo>
                  <a:pt x="313346" y="626691"/>
                </a:lnTo>
                <a:lnTo>
                  <a:pt x="322841" y="626691"/>
                </a:lnTo>
                <a:lnTo>
                  <a:pt x="332337" y="626691"/>
                </a:lnTo>
                <a:lnTo>
                  <a:pt x="341832" y="626691"/>
                </a:lnTo>
                <a:lnTo>
                  <a:pt x="351327" y="626691"/>
                </a:lnTo>
                <a:lnTo>
                  <a:pt x="360823" y="626691"/>
                </a:lnTo>
                <a:lnTo>
                  <a:pt x="370318" y="626691"/>
                </a:lnTo>
                <a:lnTo>
                  <a:pt x="379813" y="626691"/>
                </a:lnTo>
                <a:lnTo>
                  <a:pt x="389309" y="626691"/>
                </a:lnTo>
                <a:lnTo>
                  <a:pt x="398804" y="626691"/>
                </a:lnTo>
                <a:lnTo>
                  <a:pt x="408299" y="626691"/>
                </a:lnTo>
                <a:lnTo>
                  <a:pt x="417795" y="626691"/>
                </a:lnTo>
                <a:lnTo>
                  <a:pt x="427290" y="626691"/>
                </a:lnTo>
                <a:lnTo>
                  <a:pt x="436785" y="626691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26691"/>
                </a:lnTo>
                <a:lnTo>
                  <a:pt x="522243" y="626691"/>
                </a:lnTo>
                <a:lnTo>
                  <a:pt x="531739" y="626691"/>
                </a:lnTo>
                <a:lnTo>
                  <a:pt x="541234" y="626691"/>
                </a:lnTo>
                <a:lnTo>
                  <a:pt x="550729" y="626691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626691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626691"/>
                </a:lnTo>
                <a:lnTo>
                  <a:pt x="636187" y="626691"/>
                </a:lnTo>
                <a:lnTo>
                  <a:pt x="645683" y="626691"/>
                </a:lnTo>
                <a:lnTo>
                  <a:pt x="655178" y="626691"/>
                </a:lnTo>
                <a:lnTo>
                  <a:pt x="664673" y="626691"/>
                </a:lnTo>
                <a:lnTo>
                  <a:pt x="674169" y="626691"/>
                </a:lnTo>
                <a:lnTo>
                  <a:pt x="683664" y="626691"/>
                </a:lnTo>
                <a:lnTo>
                  <a:pt x="693159" y="626691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26691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26691"/>
                </a:lnTo>
                <a:lnTo>
                  <a:pt x="769122" y="626691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626691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626691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626691"/>
                </a:lnTo>
                <a:lnTo>
                  <a:pt x="1262879" y="626691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2669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26691"/>
                </a:lnTo>
                <a:lnTo>
                  <a:pt x="1357832" y="626691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26691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26691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26691"/>
                </a:lnTo>
                <a:lnTo>
                  <a:pt x="1547739" y="626691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26691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626691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2669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2669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2669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2669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626691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26691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626691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26691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626691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2669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626691"/>
                </a:lnTo>
                <a:lnTo>
                  <a:pt x="2231402" y="626691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626691"/>
                </a:lnTo>
                <a:lnTo>
                  <a:pt x="2326355" y="626691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26691"/>
                </a:lnTo>
                <a:lnTo>
                  <a:pt x="2421309" y="626691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626691"/>
                </a:lnTo>
                <a:lnTo>
                  <a:pt x="2525758" y="626691"/>
                </a:lnTo>
                <a:lnTo>
                  <a:pt x="2535253" y="626691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26691"/>
                </a:lnTo>
                <a:lnTo>
                  <a:pt x="2620711" y="626691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2669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626691"/>
                </a:lnTo>
                <a:lnTo>
                  <a:pt x="2715664" y="626691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26691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26691"/>
                </a:lnTo>
                <a:lnTo>
                  <a:pt x="2810617" y="626691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26691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26691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26691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2669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626691"/>
                </a:lnTo>
                <a:lnTo>
                  <a:pt x="3104972" y="62669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26691"/>
                </a:lnTo>
                <a:lnTo>
                  <a:pt x="3199926" y="626691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26691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2669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626691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26691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26691"/>
                </a:lnTo>
                <a:lnTo>
                  <a:pt x="3494281" y="626691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26691"/>
                </a:lnTo>
                <a:lnTo>
                  <a:pt x="3589234" y="62669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26691"/>
                </a:lnTo>
                <a:lnTo>
                  <a:pt x="3684187" y="626691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626691"/>
                </a:lnTo>
                <a:lnTo>
                  <a:pt x="3779141" y="626691"/>
                </a:lnTo>
                <a:lnTo>
                  <a:pt x="3788636" y="626691"/>
                </a:lnTo>
                <a:lnTo>
                  <a:pt x="3798131" y="626691"/>
                </a:lnTo>
                <a:lnTo>
                  <a:pt x="3807627" y="626691"/>
                </a:lnTo>
                <a:lnTo>
                  <a:pt x="3817122" y="626691"/>
                </a:lnTo>
                <a:lnTo>
                  <a:pt x="3826617" y="626691"/>
                </a:lnTo>
                <a:lnTo>
                  <a:pt x="3836112" y="626691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626691"/>
                </a:lnTo>
                <a:lnTo>
                  <a:pt x="3883589" y="626691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26691"/>
                </a:lnTo>
                <a:lnTo>
                  <a:pt x="3931066" y="626691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626691"/>
                </a:lnTo>
                <a:lnTo>
                  <a:pt x="3978543" y="626691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626691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626691"/>
                </a:lnTo>
                <a:lnTo>
                  <a:pt x="4073496" y="626691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626691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626691"/>
                </a:lnTo>
                <a:lnTo>
                  <a:pt x="4168449" y="626691"/>
                </a:lnTo>
                <a:lnTo>
                  <a:pt x="4177944" y="626691"/>
                </a:lnTo>
                <a:lnTo>
                  <a:pt x="4187440" y="626691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626691"/>
                </a:lnTo>
                <a:lnTo>
                  <a:pt x="4225421" y="626691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626691"/>
                </a:lnTo>
                <a:lnTo>
                  <a:pt x="4272898" y="626691"/>
                </a:lnTo>
                <a:lnTo>
                  <a:pt x="4282393" y="626691"/>
                </a:lnTo>
                <a:lnTo>
                  <a:pt x="4291888" y="626691"/>
                </a:lnTo>
                <a:lnTo>
                  <a:pt x="4301384" y="626691"/>
                </a:lnTo>
                <a:lnTo>
                  <a:pt x="4310879" y="626691"/>
                </a:lnTo>
                <a:lnTo>
                  <a:pt x="4320374" y="626691"/>
                </a:lnTo>
                <a:lnTo>
                  <a:pt x="4329870" y="626691"/>
                </a:lnTo>
                <a:lnTo>
                  <a:pt x="4339365" y="626691"/>
                </a:lnTo>
                <a:lnTo>
                  <a:pt x="4348860" y="626691"/>
                </a:lnTo>
                <a:lnTo>
                  <a:pt x="4358356" y="626691"/>
                </a:lnTo>
                <a:lnTo>
                  <a:pt x="4367851" y="626691"/>
                </a:lnTo>
                <a:lnTo>
                  <a:pt x="4377346" y="626691"/>
                </a:lnTo>
                <a:lnTo>
                  <a:pt x="4386842" y="626691"/>
                </a:lnTo>
                <a:lnTo>
                  <a:pt x="4396337" y="617196"/>
                </a:lnTo>
                <a:lnTo>
                  <a:pt x="4405832" y="617196"/>
                </a:lnTo>
                <a:lnTo>
                  <a:pt x="4415327" y="617196"/>
                </a:lnTo>
                <a:lnTo>
                  <a:pt x="4424823" y="617196"/>
                </a:lnTo>
                <a:lnTo>
                  <a:pt x="4434318" y="607700"/>
                </a:lnTo>
                <a:lnTo>
                  <a:pt x="4443813" y="607700"/>
                </a:lnTo>
                <a:lnTo>
                  <a:pt x="4453309" y="607700"/>
                </a:lnTo>
                <a:lnTo>
                  <a:pt x="4462804" y="598205"/>
                </a:lnTo>
                <a:lnTo>
                  <a:pt x="4472300" y="598205"/>
                </a:lnTo>
                <a:lnTo>
                  <a:pt x="4481795" y="598205"/>
                </a:lnTo>
                <a:lnTo>
                  <a:pt x="4491290" y="598205"/>
                </a:lnTo>
                <a:lnTo>
                  <a:pt x="4500785" y="598205"/>
                </a:lnTo>
                <a:lnTo>
                  <a:pt x="4510281" y="598205"/>
                </a:lnTo>
                <a:lnTo>
                  <a:pt x="4519776" y="607700"/>
                </a:lnTo>
                <a:lnTo>
                  <a:pt x="4529271" y="607700"/>
                </a:lnTo>
                <a:lnTo>
                  <a:pt x="4538767" y="607700"/>
                </a:lnTo>
                <a:lnTo>
                  <a:pt x="4548262" y="607700"/>
                </a:lnTo>
                <a:lnTo>
                  <a:pt x="4557758" y="617196"/>
                </a:lnTo>
                <a:lnTo>
                  <a:pt x="4567253" y="617196"/>
                </a:lnTo>
                <a:lnTo>
                  <a:pt x="4576748" y="617196"/>
                </a:lnTo>
                <a:lnTo>
                  <a:pt x="4586243" y="617196"/>
                </a:lnTo>
                <a:lnTo>
                  <a:pt x="4595739" y="617196"/>
                </a:lnTo>
                <a:lnTo>
                  <a:pt x="4605234" y="617196"/>
                </a:lnTo>
                <a:lnTo>
                  <a:pt x="4614729" y="617196"/>
                </a:lnTo>
                <a:lnTo>
                  <a:pt x="4624225" y="617196"/>
                </a:lnTo>
                <a:lnTo>
                  <a:pt x="4633720" y="617196"/>
                </a:lnTo>
                <a:lnTo>
                  <a:pt x="4643216" y="617196"/>
                </a:lnTo>
                <a:lnTo>
                  <a:pt x="4652711" y="607700"/>
                </a:lnTo>
                <a:lnTo>
                  <a:pt x="4662206" y="607700"/>
                </a:lnTo>
                <a:lnTo>
                  <a:pt x="4671701" y="607700"/>
                </a:lnTo>
                <a:lnTo>
                  <a:pt x="4681197" y="607700"/>
                </a:lnTo>
                <a:lnTo>
                  <a:pt x="4690692" y="598205"/>
                </a:lnTo>
                <a:lnTo>
                  <a:pt x="4700187" y="598205"/>
                </a:lnTo>
                <a:lnTo>
                  <a:pt x="4709683" y="598205"/>
                </a:lnTo>
                <a:lnTo>
                  <a:pt x="4719178" y="598205"/>
                </a:lnTo>
                <a:lnTo>
                  <a:pt x="4728673" y="598205"/>
                </a:lnTo>
                <a:lnTo>
                  <a:pt x="4738169" y="598205"/>
                </a:lnTo>
                <a:lnTo>
                  <a:pt x="4747664" y="598205"/>
                </a:lnTo>
                <a:lnTo>
                  <a:pt x="4757159" y="598205"/>
                </a:lnTo>
                <a:lnTo>
                  <a:pt x="4766654" y="598205"/>
                </a:lnTo>
                <a:lnTo>
                  <a:pt x="4776150" y="588710"/>
                </a:lnTo>
                <a:lnTo>
                  <a:pt x="4785645" y="588710"/>
                </a:lnTo>
                <a:lnTo>
                  <a:pt x="4795141" y="579214"/>
                </a:lnTo>
                <a:lnTo>
                  <a:pt x="4804636" y="579214"/>
                </a:lnTo>
                <a:lnTo>
                  <a:pt x="4814131" y="569719"/>
                </a:lnTo>
                <a:lnTo>
                  <a:pt x="4823627" y="560224"/>
                </a:lnTo>
                <a:lnTo>
                  <a:pt x="4833122" y="560224"/>
                </a:lnTo>
                <a:lnTo>
                  <a:pt x="4842617" y="550728"/>
                </a:lnTo>
                <a:lnTo>
                  <a:pt x="4852112" y="541233"/>
                </a:lnTo>
                <a:lnTo>
                  <a:pt x="4861608" y="541233"/>
                </a:lnTo>
                <a:lnTo>
                  <a:pt x="4871103" y="531738"/>
                </a:lnTo>
                <a:lnTo>
                  <a:pt x="4880599" y="531738"/>
                </a:lnTo>
                <a:lnTo>
                  <a:pt x="4890094" y="522242"/>
                </a:lnTo>
                <a:lnTo>
                  <a:pt x="4899589" y="512747"/>
                </a:lnTo>
                <a:lnTo>
                  <a:pt x="4909085" y="512747"/>
                </a:lnTo>
                <a:lnTo>
                  <a:pt x="4918580" y="503252"/>
                </a:lnTo>
                <a:lnTo>
                  <a:pt x="4928075" y="493757"/>
                </a:lnTo>
                <a:lnTo>
                  <a:pt x="4937570" y="484261"/>
                </a:lnTo>
                <a:lnTo>
                  <a:pt x="4947066" y="484261"/>
                </a:lnTo>
                <a:lnTo>
                  <a:pt x="4956561" y="474766"/>
                </a:lnTo>
                <a:lnTo>
                  <a:pt x="4966057" y="465270"/>
                </a:lnTo>
                <a:lnTo>
                  <a:pt x="4975552" y="436784"/>
                </a:lnTo>
                <a:lnTo>
                  <a:pt x="4985047" y="427289"/>
                </a:lnTo>
                <a:lnTo>
                  <a:pt x="4994543" y="398803"/>
                </a:lnTo>
                <a:lnTo>
                  <a:pt x="5004038" y="360822"/>
                </a:lnTo>
                <a:lnTo>
                  <a:pt x="5013533" y="313345"/>
                </a:lnTo>
                <a:lnTo>
                  <a:pt x="5023028" y="256373"/>
                </a:lnTo>
                <a:lnTo>
                  <a:pt x="5032524" y="199401"/>
                </a:lnTo>
                <a:lnTo>
                  <a:pt x="5042019" y="142429"/>
                </a:lnTo>
                <a:lnTo>
                  <a:pt x="5051514" y="85457"/>
                </a:lnTo>
                <a:lnTo>
                  <a:pt x="5061010" y="28485"/>
                </a:lnTo>
                <a:lnTo>
                  <a:pt x="5070505" y="0"/>
                </a:lnTo>
                <a:lnTo>
                  <a:pt x="5080000" y="18990"/>
                </a:lnTo>
                <a:lnTo>
                  <a:pt x="5089496" y="28485"/>
                </a:lnTo>
                <a:lnTo>
                  <a:pt x="5098991" y="66467"/>
                </a:lnTo>
                <a:lnTo>
                  <a:pt x="5108487" y="132934"/>
                </a:lnTo>
                <a:lnTo>
                  <a:pt x="5117981" y="180411"/>
                </a:lnTo>
                <a:lnTo>
                  <a:pt x="5127477" y="246878"/>
                </a:lnTo>
                <a:lnTo>
                  <a:pt x="5136973" y="303850"/>
                </a:lnTo>
                <a:lnTo>
                  <a:pt x="5146468" y="351327"/>
                </a:lnTo>
                <a:lnTo>
                  <a:pt x="5155963" y="398803"/>
                </a:lnTo>
                <a:lnTo>
                  <a:pt x="5165458" y="446280"/>
                </a:lnTo>
                <a:lnTo>
                  <a:pt x="5174954" y="474766"/>
                </a:lnTo>
                <a:lnTo>
                  <a:pt x="5184449" y="503252"/>
                </a:lnTo>
                <a:lnTo>
                  <a:pt x="5193944" y="522242"/>
                </a:lnTo>
                <a:lnTo>
                  <a:pt x="5203440" y="541233"/>
                </a:lnTo>
                <a:lnTo>
                  <a:pt x="5212935" y="550728"/>
                </a:lnTo>
                <a:lnTo>
                  <a:pt x="5222430" y="560224"/>
                </a:lnTo>
                <a:lnTo>
                  <a:pt x="5231926" y="569719"/>
                </a:lnTo>
                <a:lnTo>
                  <a:pt x="5241421" y="579214"/>
                </a:lnTo>
                <a:lnTo>
                  <a:pt x="5250916" y="579214"/>
                </a:lnTo>
                <a:lnTo>
                  <a:pt x="5260412" y="588710"/>
                </a:lnTo>
                <a:lnTo>
                  <a:pt x="5269907" y="588710"/>
                </a:lnTo>
                <a:lnTo>
                  <a:pt x="5279403" y="598205"/>
                </a:lnTo>
                <a:lnTo>
                  <a:pt x="5288897" y="598205"/>
                </a:lnTo>
                <a:lnTo>
                  <a:pt x="5298393" y="598205"/>
                </a:lnTo>
                <a:lnTo>
                  <a:pt x="5307889" y="598205"/>
                </a:lnTo>
                <a:lnTo>
                  <a:pt x="5317383" y="607700"/>
                </a:lnTo>
                <a:lnTo>
                  <a:pt x="5326879" y="607700"/>
                </a:lnTo>
                <a:lnTo>
                  <a:pt x="5336374" y="607700"/>
                </a:lnTo>
                <a:lnTo>
                  <a:pt x="5345870" y="607700"/>
                </a:lnTo>
                <a:lnTo>
                  <a:pt x="5355365" y="617196"/>
                </a:lnTo>
                <a:lnTo>
                  <a:pt x="5364860" y="607700"/>
                </a:lnTo>
                <a:lnTo>
                  <a:pt x="5374356" y="607700"/>
                </a:lnTo>
                <a:lnTo>
                  <a:pt x="5383851" y="607700"/>
                </a:lnTo>
                <a:lnTo>
                  <a:pt x="5393346" y="617196"/>
                </a:lnTo>
                <a:lnTo>
                  <a:pt x="5402842" y="617196"/>
                </a:lnTo>
                <a:lnTo>
                  <a:pt x="5412337" y="617196"/>
                </a:lnTo>
                <a:lnTo>
                  <a:pt x="5421832" y="617196"/>
                </a:lnTo>
                <a:lnTo>
                  <a:pt x="5431327" y="617196"/>
                </a:lnTo>
                <a:lnTo>
                  <a:pt x="5440823" y="617196"/>
                </a:lnTo>
                <a:lnTo>
                  <a:pt x="5450319" y="617196"/>
                </a:lnTo>
                <a:lnTo>
                  <a:pt x="5459813" y="617196"/>
                </a:lnTo>
                <a:lnTo>
                  <a:pt x="5469309" y="617196"/>
                </a:lnTo>
                <a:lnTo>
                  <a:pt x="5478804" y="617196"/>
                </a:lnTo>
                <a:lnTo>
                  <a:pt x="5488299" y="617196"/>
                </a:lnTo>
                <a:lnTo>
                  <a:pt x="5497795" y="617196"/>
                </a:lnTo>
                <a:lnTo>
                  <a:pt x="5507290" y="617196"/>
                </a:lnTo>
                <a:lnTo>
                  <a:pt x="5516786" y="617196"/>
                </a:lnTo>
                <a:lnTo>
                  <a:pt x="5526281" y="617196"/>
                </a:lnTo>
                <a:lnTo>
                  <a:pt x="5535776" y="617196"/>
                </a:lnTo>
                <a:lnTo>
                  <a:pt x="5545272" y="617196"/>
                </a:lnTo>
                <a:lnTo>
                  <a:pt x="5554766" y="617196"/>
                </a:lnTo>
                <a:lnTo>
                  <a:pt x="5564262" y="617196"/>
                </a:lnTo>
                <a:lnTo>
                  <a:pt x="5573758" y="617196"/>
                </a:lnTo>
                <a:lnTo>
                  <a:pt x="5583253" y="617196"/>
                </a:lnTo>
                <a:lnTo>
                  <a:pt x="5592748" y="617196"/>
                </a:lnTo>
                <a:lnTo>
                  <a:pt x="5602243" y="617196"/>
                </a:lnTo>
                <a:lnTo>
                  <a:pt x="5611739" y="617196"/>
                </a:lnTo>
                <a:lnTo>
                  <a:pt x="5621234" y="617196"/>
                </a:lnTo>
                <a:lnTo>
                  <a:pt x="5630729" y="617196"/>
                </a:lnTo>
                <a:lnTo>
                  <a:pt x="5640225" y="626691"/>
                </a:lnTo>
                <a:lnTo>
                  <a:pt x="5649720" y="626691"/>
                </a:lnTo>
                <a:lnTo>
                  <a:pt x="5659215" y="626691"/>
                </a:lnTo>
                <a:lnTo>
                  <a:pt x="5668711" y="626691"/>
                </a:lnTo>
                <a:lnTo>
                  <a:pt x="5678206" y="626691"/>
                </a:lnTo>
                <a:lnTo>
                  <a:pt x="5687702" y="626691"/>
                </a:lnTo>
                <a:lnTo>
                  <a:pt x="5697197" y="617196"/>
                </a:lnTo>
                <a:lnTo>
                  <a:pt x="5706692" y="626691"/>
                </a:lnTo>
                <a:lnTo>
                  <a:pt x="5716188" y="617196"/>
                </a:lnTo>
                <a:lnTo>
                  <a:pt x="5725682" y="626691"/>
                </a:lnTo>
                <a:lnTo>
                  <a:pt x="5735178" y="626691"/>
                </a:lnTo>
                <a:lnTo>
                  <a:pt x="5744673" y="617196"/>
                </a:lnTo>
                <a:lnTo>
                  <a:pt x="5754169" y="626691"/>
                </a:lnTo>
                <a:lnTo>
                  <a:pt x="5763664" y="626691"/>
                </a:lnTo>
                <a:lnTo>
                  <a:pt x="5773159" y="626691"/>
                </a:lnTo>
                <a:lnTo>
                  <a:pt x="5782655" y="626691"/>
                </a:lnTo>
                <a:lnTo>
                  <a:pt x="5792150" y="626691"/>
                </a:lnTo>
                <a:lnTo>
                  <a:pt x="5801645" y="626691"/>
                </a:lnTo>
                <a:lnTo>
                  <a:pt x="5811141" y="626691"/>
                </a:lnTo>
                <a:lnTo>
                  <a:pt x="5820636" y="626691"/>
                </a:lnTo>
                <a:lnTo>
                  <a:pt x="5830131" y="626691"/>
                </a:lnTo>
                <a:lnTo>
                  <a:pt x="5839627" y="626691"/>
                </a:lnTo>
                <a:lnTo>
                  <a:pt x="5849122" y="626691"/>
                </a:lnTo>
                <a:lnTo>
                  <a:pt x="5858618" y="626691"/>
                </a:lnTo>
                <a:lnTo>
                  <a:pt x="5868112" y="626691"/>
                </a:lnTo>
                <a:lnTo>
                  <a:pt x="5877608" y="626691"/>
                </a:lnTo>
                <a:lnTo>
                  <a:pt x="5887104" y="626691"/>
                </a:lnTo>
                <a:lnTo>
                  <a:pt x="5896598" y="626691"/>
                </a:lnTo>
                <a:lnTo>
                  <a:pt x="5906094" y="626691"/>
                </a:lnTo>
                <a:lnTo>
                  <a:pt x="5915589" y="626691"/>
                </a:lnTo>
                <a:lnTo>
                  <a:pt x="5925085" y="626691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626691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26691"/>
                </a:lnTo>
                <a:lnTo>
                  <a:pt x="6010543" y="626691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26691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626691"/>
                </a:lnTo>
                <a:lnTo>
                  <a:pt x="6105496" y="626691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26691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26691"/>
                </a:lnTo>
                <a:lnTo>
                  <a:pt x="6200449" y="626691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626691"/>
                </a:lnTo>
                <a:lnTo>
                  <a:pt x="6304897" y="626691"/>
                </a:lnTo>
                <a:lnTo>
                  <a:pt x="6314393" y="62669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26691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626691"/>
                </a:lnTo>
                <a:lnTo>
                  <a:pt x="6399851" y="626691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626691"/>
                </a:lnTo>
                <a:lnTo>
                  <a:pt x="6504299" y="62669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26691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26691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26691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626691"/>
                </a:lnTo>
                <a:lnTo>
                  <a:pt x="6694206" y="626691"/>
                </a:lnTo>
                <a:lnTo>
                  <a:pt x="6703702" y="626691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26691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626691"/>
                </a:lnTo>
                <a:lnTo>
                  <a:pt x="6884112" y="626691"/>
                </a:lnTo>
                <a:lnTo>
                  <a:pt x="6893608" y="626691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26691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626691"/>
                </a:lnTo>
                <a:lnTo>
                  <a:pt x="7083514" y="626691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26691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26691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26691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626691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626691"/>
                </a:lnTo>
                <a:lnTo>
                  <a:pt x="7662729" y="626691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26691"/>
                </a:lnTo>
                <a:lnTo>
                  <a:pt x="7757682" y="626691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26691"/>
                </a:lnTo>
                <a:lnTo>
                  <a:pt x="7852636" y="626691"/>
                </a:lnTo>
                <a:lnTo>
                  <a:pt x="7862131" y="626691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26691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26691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26691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26691"/>
                </a:lnTo>
                <a:lnTo>
                  <a:pt x="8241944" y="626691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26691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26691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26691"/>
                </a:lnTo>
                <a:lnTo>
                  <a:pt x="8536300" y="626691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26691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26691"/>
                </a:lnTo>
                <a:lnTo>
                  <a:pt x="8726206" y="626691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26691"/>
                </a:lnTo>
                <a:lnTo>
                  <a:pt x="8830655" y="626691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26691"/>
                </a:lnTo>
                <a:lnTo>
                  <a:pt x="9020561" y="626691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26691"/>
                </a:lnTo>
                <a:lnTo>
                  <a:pt x="9115514" y="626691"/>
                </a:lnTo>
                <a:lnTo>
                  <a:pt x="9125010" y="626691"/>
                </a:lnTo>
                <a:lnTo>
                  <a:pt x="9134505" y="626691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26691"/>
                </a:lnTo>
                <a:lnTo>
                  <a:pt x="9191477" y="626691"/>
                </a:lnTo>
                <a:lnTo>
                  <a:pt x="9200973" y="626691"/>
                </a:lnTo>
                <a:lnTo>
                  <a:pt x="9210468" y="626691"/>
                </a:lnTo>
                <a:lnTo>
                  <a:pt x="9219963" y="626691"/>
                </a:lnTo>
                <a:lnTo>
                  <a:pt x="9229458" y="626691"/>
                </a:lnTo>
                <a:lnTo>
                  <a:pt x="9238954" y="626691"/>
                </a:lnTo>
                <a:lnTo>
                  <a:pt x="9248450" y="626691"/>
                </a:lnTo>
                <a:lnTo>
                  <a:pt x="9257944" y="626691"/>
                </a:lnTo>
                <a:lnTo>
                  <a:pt x="9267440" y="626691"/>
                </a:lnTo>
                <a:lnTo>
                  <a:pt x="9276935" y="617196"/>
                </a:lnTo>
                <a:lnTo>
                  <a:pt x="9286430" y="617196"/>
                </a:lnTo>
                <a:lnTo>
                  <a:pt x="9295926" y="617196"/>
                </a:lnTo>
                <a:lnTo>
                  <a:pt x="9305421" y="617196"/>
                </a:lnTo>
                <a:lnTo>
                  <a:pt x="9314917" y="607700"/>
                </a:lnTo>
                <a:lnTo>
                  <a:pt x="9324412" y="607700"/>
                </a:lnTo>
                <a:lnTo>
                  <a:pt x="9333907" y="598205"/>
                </a:lnTo>
                <a:lnTo>
                  <a:pt x="9343403" y="598205"/>
                </a:lnTo>
                <a:lnTo>
                  <a:pt x="9352897" y="588710"/>
                </a:lnTo>
                <a:lnTo>
                  <a:pt x="9362393" y="579214"/>
                </a:lnTo>
                <a:lnTo>
                  <a:pt x="9371889" y="579214"/>
                </a:lnTo>
                <a:lnTo>
                  <a:pt x="9381384" y="579214"/>
                </a:lnTo>
                <a:lnTo>
                  <a:pt x="9390879" y="579214"/>
                </a:lnTo>
                <a:lnTo>
                  <a:pt x="9400374" y="579214"/>
                </a:lnTo>
                <a:lnTo>
                  <a:pt x="9409870" y="588710"/>
                </a:lnTo>
                <a:lnTo>
                  <a:pt x="9419365" y="588710"/>
                </a:lnTo>
                <a:lnTo>
                  <a:pt x="9428860" y="598205"/>
                </a:lnTo>
                <a:lnTo>
                  <a:pt x="9438356" y="598205"/>
                </a:lnTo>
                <a:lnTo>
                  <a:pt x="9447851" y="598205"/>
                </a:lnTo>
                <a:lnTo>
                  <a:pt x="9457346" y="607700"/>
                </a:lnTo>
                <a:lnTo>
                  <a:pt x="9466842" y="607700"/>
                </a:lnTo>
                <a:lnTo>
                  <a:pt x="9476337" y="607700"/>
                </a:lnTo>
                <a:lnTo>
                  <a:pt x="9485833" y="607700"/>
                </a:lnTo>
                <a:lnTo>
                  <a:pt x="9495327" y="607700"/>
                </a:lnTo>
                <a:lnTo>
                  <a:pt x="9504823" y="617196"/>
                </a:lnTo>
                <a:lnTo>
                  <a:pt x="9514319" y="617196"/>
                </a:lnTo>
                <a:lnTo>
                  <a:pt x="9523813" y="617196"/>
                </a:lnTo>
                <a:lnTo>
                  <a:pt x="9533309" y="617196"/>
                </a:lnTo>
                <a:lnTo>
                  <a:pt x="9542804" y="617196"/>
                </a:lnTo>
                <a:lnTo>
                  <a:pt x="9552300" y="617196"/>
                </a:lnTo>
                <a:lnTo>
                  <a:pt x="9561795" y="617196"/>
                </a:lnTo>
                <a:lnTo>
                  <a:pt x="9571290" y="617196"/>
                </a:lnTo>
                <a:lnTo>
                  <a:pt x="9580786" y="617196"/>
                </a:lnTo>
                <a:lnTo>
                  <a:pt x="9590281" y="617196"/>
                </a:lnTo>
                <a:lnTo>
                  <a:pt x="9599776" y="617196"/>
                </a:lnTo>
                <a:lnTo>
                  <a:pt x="9609272" y="617196"/>
                </a:lnTo>
                <a:lnTo>
                  <a:pt x="9618767" y="617196"/>
                </a:lnTo>
                <a:lnTo>
                  <a:pt x="9628262" y="617196"/>
                </a:lnTo>
                <a:lnTo>
                  <a:pt x="9637758" y="617196"/>
                </a:lnTo>
                <a:lnTo>
                  <a:pt x="9647253" y="617196"/>
                </a:lnTo>
                <a:lnTo>
                  <a:pt x="9656748" y="617196"/>
                </a:lnTo>
                <a:lnTo>
                  <a:pt x="9666243" y="617196"/>
                </a:lnTo>
                <a:lnTo>
                  <a:pt x="9675739" y="617196"/>
                </a:lnTo>
                <a:lnTo>
                  <a:pt x="9685234" y="617196"/>
                </a:lnTo>
                <a:lnTo>
                  <a:pt x="9694729" y="617196"/>
                </a:lnTo>
              </a:path>
            </a:pathLst>
          </a:custGeom>
          <a:noFill/>
          <a:ln w="12700" cap="flat" cmpd="sng" algn="ctr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D4FFDF2-B442-AFAC-C025-530BC371A0BC}"/>
              </a:ext>
            </a:extLst>
          </p:cNvPr>
          <p:cNvSpPr txBox="1"/>
          <p:nvPr/>
        </p:nvSpPr>
        <p:spPr>
          <a:xfrm>
            <a:off x="10775234" y="4748499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91.93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B85C81F-A87A-9857-39CB-496AC726FBB4}"/>
              </a:ext>
            </a:extLst>
          </p:cNvPr>
          <p:cNvSpPr txBox="1"/>
          <p:nvPr/>
        </p:nvSpPr>
        <p:spPr>
          <a:xfrm>
            <a:off x="5875644" y="4767490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90.92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EF469F2-6CEE-EEF0-B758-D83BD023C543}"/>
              </a:ext>
            </a:extLst>
          </p:cNvPr>
          <p:cNvSpPr txBox="1"/>
          <p:nvPr/>
        </p:nvSpPr>
        <p:spPr>
          <a:xfrm>
            <a:off x="1452785" y="4279366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*2 Sep 25-1-1-C-20 um-400-positive-003~pb1.tdc + Ions 400µm 35279860 cts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2568A46-3D56-B0A4-927E-0C27A309149C}"/>
              </a:ext>
            </a:extLst>
          </p:cNvPr>
          <p:cNvSpPr txBox="1"/>
          <p:nvPr/>
        </p:nvSpPr>
        <p:spPr>
          <a:xfrm>
            <a:off x="914400" y="5587999"/>
            <a:ext cx="8293100" cy="4064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Enter Slide Comments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03BD68-656C-C0DF-62C4-7297CCF0C2C0}"/>
              </a:ext>
            </a:extLst>
          </p:cNvPr>
          <p:cNvSpPr txBox="1"/>
          <p:nvPr/>
        </p:nvSpPr>
        <p:spPr>
          <a:xfrm>
            <a:off x="1420139" y="429184"/>
            <a:ext cx="10160000" cy="3429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pt-BR" sz="2800" dirty="0">
                <a:latin typeface="Arial" panose="020B0604020202020204" pitchFamily="34" charset="0"/>
              </a:rPr>
              <a:t>2 sep 25-1-1-C-20um- positive-400 um</a:t>
            </a:r>
            <a:endParaRPr lang="en-US" sz="2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38672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78DCBE2-EDBF-B8C6-A392-635FBB323B84}"/>
              </a:ext>
            </a:extLst>
          </p:cNvPr>
          <p:cNvSpPr txBox="1"/>
          <p:nvPr/>
        </p:nvSpPr>
        <p:spPr>
          <a:xfrm>
            <a:off x="1117600" y="990600"/>
            <a:ext cx="10160000" cy="430887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pt-BR" sz="2800" dirty="0">
                <a:latin typeface="Arial" panose="020B0604020202020204" pitchFamily="34" charset="0"/>
              </a:rPr>
              <a:t>2 Sep 25- 1-1- C-20 um-400 um-negative-second time</a:t>
            </a:r>
            <a:endParaRPr lang="en-US" sz="2800" dirty="0"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D14727-7752-E6A1-595E-F149CFAC99D0}"/>
              </a:ext>
            </a:extLst>
          </p:cNvPr>
          <p:cNvSpPr txBox="1"/>
          <p:nvPr/>
        </p:nvSpPr>
        <p:spPr>
          <a:xfrm>
            <a:off x="914400" y="1460499"/>
            <a:ext cx="10363200" cy="2540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+ Ions, xxx µm analysis area (xxx µm scale bar)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6D4269-72CF-E42E-2404-6AC3965AA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551" y="2202916"/>
            <a:ext cx="2563738" cy="25637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6643E3F-77D1-08DC-39AD-B29E897B07E9}"/>
              </a:ext>
            </a:extLst>
          </p:cNvPr>
          <p:cNvSpPr txBox="1"/>
          <p:nvPr/>
        </p:nvSpPr>
        <p:spPr>
          <a:xfrm>
            <a:off x="91155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Total_Ion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80062701; Max: 2857; Scale: 100µm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DC7243-0A35-ECC1-1CA1-56FCC074C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3271" y="2202916"/>
            <a:ext cx="2563738" cy="25637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708F95F-B1F6-4F60-0711-E40127B12FE5}"/>
              </a:ext>
            </a:extLst>
          </p:cNvPr>
          <p:cNvSpPr txBox="1"/>
          <p:nvPr/>
        </p:nvSpPr>
        <p:spPr>
          <a:xfrm>
            <a:off x="351327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fr-FR" sz="800">
                <a:latin typeface="Arial" panose="020B0604020202020204" pitchFamily="34" charset="0"/>
              </a:rPr>
              <a:t>Se -  79.92 (256x256)</a:t>
            </a:r>
          </a:p>
          <a:p>
            <a:pPr algn="ctr"/>
            <a:r>
              <a:rPr lang="fr-FR" sz="800">
                <a:latin typeface="Arial" panose="020B0604020202020204" pitchFamily="34" charset="0"/>
              </a:rPr>
              <a:t>Cts: 80319; Max: 15; Scale: 100µm</a:t>
            </a:r>
            <a:endParaRPr lang="en-US" sz="800"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D6C1531-CE7B-9C36-7D7B-415B290129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4991" y="2202916"/>
            <a:ext cx="2563738" cy="25637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71F7A55-5F84-FE8E-8638-B8268E37A1E4}"/>
              </a:ext>
            </a:extLst>
          </p:cNvPr>
          <p:cNvSpPr txBox="1"/>
          <p:nvPr/>
        </p:nvSpPr>
        <p:spPr>
          <a:xfrm>
            <a:off x="611499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91.041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9857; Max: 4; Scale: 100µm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48F4201-EE62-8322-C727-2D699D6E21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6711" y="2202916"/>
            <a:ext cx="2563738" cy="256373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333D520-14CA-7F94-3A0F-689645477D9B}"/>
              </a:ext>
            </a:extLst>
          </p:cNvPr>
          <p:cNvSpPr txBox="1"/>
          <p:nvPr/>
        </p:nvSpPr>
        <p:spPr>
          <a:xfrm>
            <a:off x="871671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OVERLAY</a:t>
            </a:r>
          </a:p>
          <a:p>
            <a:pPr algn="ctr"/>
            <a:endParaRPr lang="en-US" sz="800"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80B1D0-37A6-A3CE-3016-7F2D2E56887E}"/>
              </a:ext>
            </a:extLst>
          </p:cNvPr>
          <p:cNvSpPr txBox="1"/>
          <p:nvPr/>
        </p:nvSpPr>
        <p:spPr>
          <a:xfrm>
            <a:off x="914400" y="5587999"/>
            <a:ext cx="8293100" cy="4064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Enter Slide Comments Here</a:t>
            </a:r>
          </a:p>
        </p:txBody>
      </p:sp>
    </p:spTree>
    <p:extLst>
      <p:ext uri="{BB962C8B-B14F-4D97-AF65-F5344CB8AC3E}">
        <p14:creationId xmlns:p14="http://schemas.microsoft.com/office/powerpoint/2010/main" val="38769382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5B0606D-2F23-8E99-F07E-8267C8813773}"/>
              </a:ext>
            </a:extLst>
          </p:cNvPr>
          <p:cNvSpPr txBox="1"/>
          <p:nvPr/>
        </p:nvSpPr>
        <p:spPr>
          <a:xfrm>
            <a:off x="1117600" y="990600"/>
            <a:ext cx="10160000" cy="3429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pt-BR" sz="2800">
                <a:latin typeface="Arial" panose="020B0604020202020204" pitchFamily="34" charset="0"/>
              </a:rPr>
              <a:t>2 Sep 25- 1-1-C-20 um-400 um-nagative-002-good</a:t>
            </a:r>
            <a:endParaRPr lang="en-US" sz="2800"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D718BA-21B1-F239-D2C6-A22F9CF19CA2}"/>
              </a:ext>
            </a:extLst>
          </p:cNvPr>
          <p:cNvSpPr txBox="1"/>
          <p:nvPr/>
        </p:nvSpPr>
        <p:spPr>
          <a:xfrm>
            <a:off x="1420139" y="2459290"/>
            <a:ext cx="25519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15EF38-96AE-8EA0-56F5-CB244E2EE157}"/>
              </a:ext>
            </a:extLst>
          </p:cNvPr>
          <p:cNvSpPr txBox="1"/>
          <p:nvPr/>
        </p:nvSpPr>
        <p:spPr>
          <a:xfrm>
            <a:off x="3326668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F0D190-29D3-B919-0FAB-655B9679B005}"/>
              </a:ext>
            </a:extLst>
          </p:cNvPr>
          <p:cNvSpPr txBox="1"/>
          <p:nvPr/>
        </p:nvSpPr>
        <p:spPr>
          <a:xfrm>
            <a:off x="5263715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A3D26F-CC7B-C317-43D2-120F59CC2214}"/>
              </a:ext>
            </a:extLst>
          </p:cNvPr>
          <p:cNvSpPr txBox="1"/>
          <p:nvPr/>
        </p:nvSpPr>
        <p:spPr>
          <a:xfrm>
            <a:off x="7210257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82E376-34A3-DDAD-7354-DF97E11327CA}"/>
              </a:ext>
            </a:extLst>
          </p:cNvPr>
          <p:cNvSpPr txBox="1"/>
          <p:nvPr/>
        </p:nvSpPr>
        <p:spPr>
          <a:xfrm>
            <a:off x="9147303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80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8FAA488-D354-CC78-80A0-2B5A3CDC9F02}"/>
              </a:ext>
            </a:extLst>
          </p:cNvPr>
          <p:cNvSpPr/>
          <p:nvPr/>
        </p:nvSpPr>
        <p:spPr bwMode="auto">
          <a:xfrm>
            <a:off x="1547738" y="2373832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75962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47476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75962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47476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75962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47476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75962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BDD407-3488-AF11-BDF9-22445DD7572F}"/>
              </a:ext>
            </a:extLst>
          </p:cNvPr>
          <p:cNvSpPr txBox="1"/>
          <p:nvPr/>
        </p:nvSpPr>
        <p:spPr>
          <a:xfrm>
            <a:off x="5968482" y="2630206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2481425-0329-FA4D-720D-A2E42E294E50}"/>
              </a:ext>
            </a:extLst>
          </p:cNvPr>
          <p:cNvSpPr/>
          <p:nvPr/>
        </p:nvSpPr>
        <p:spPr bwMode="auto">
          <a:xfrm>
            <a:off x="1547738" y="1623701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29BDA4-8025-B734-9772-EF8B95EAF31D}"/>
              </a:ext>
            </a:extLst>
          </p:cNvPr>
          <p:cNvSpPr txBox="1"/>
          <p:nvPr/>
        </p:nvSpPr>
        <p:spPr>
          <a:xfrm>
            <a:off x="1193617" y="2250721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4445F8-3A60-CE8D-4419-5827F95E7FDD}"/>
              </a:ext>
            </a:extLst>
          </p:cNvPr>
          <p:cNvSpPr txBox="1"/>
          <p:nvPr/>
        </p:nvSpPr>
        <p:spPr>
          <a:xfrm>
            <a:off x="1193617" y="2098796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884AF7-84C2-A21B-9BF8-01587CA9D975}"/>
              </a:ext>
            </a:extLst>
          </p:cNvPr>
          <p:cNvSpPr txBox="1"/>
          <p:nvPr/>
        </p:nvSpPr>
        <p:spPr>
          <a:xfrm>
            <a:off x="1193617" y="1956366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CBB2DD-05D7-394B-6D7D-7E7089709ADC}"/>
              </a:ext>
            </a:extLst>
          </p:cNvPr>
          <p:cNvSpPr txBox="1"/>
          <p:nvPr/>
        </p:nvSpPr>
        <p:spPr>
          <a:xfrm>
            <a:off x="1193617" y="1804441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A645A3-77EC-8E64-42BB-CD1EB5290B5D}"/>
              </a:ext>
            </a:extLst>
          </p:cNvPr>
          <p:cNvSpPr txBox="1"/>
          <p:nvPr/>
        </p:nvSpPr>
        <p:spPr>
          <a:xfrm>
            <a:off x="1193617" y="1662011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0ACF50-289E-BFCB-AEEA-F2FA0BCA6D8B}"/>
              </a:ext>
            </a:extLst>
          </p:cNvPr>
          <p:cNvSpPr txBox="1"/>
          <p:nvPr/>
        </p:nvSpPr>
        <p:spPr>
          <a:xfrm>
            <a:off x="1193617" y="1510086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1.0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3DDB6C1-6DBC-59B9-A9A8-B1DA8C956A3C}"/>
              </a:ext>
            </a:extLst>
          </p:cNvPr>
          <p:cNvSpPr/>
          <p:nvPr/>
        </p:nvSpPr>
        <p:spPr bwMode="auto">
          <a:xfrm>
            <a:off x="1471776" y="1623701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12149"/>
                </a:lnTo>
                <a:lnTo>
                  <a:pt x="28486" y="712149"/>
                </a:lnTo>
                <a:lnTo>
                  <a:pt x="75962" y="712149"/>
                </a:lnTo>
                <a:lnTo>
                  <a:pt x="75962" y="674168"/>
                </a:lnTo>
                <a:lnTo>
                  <a:pt x="28486" y="674168"/>
                </a:lnTo>
                <a:lnTo>
                  <a:pt x="75962" y="674168"/>
                </a:lnTo>
                <a:lnTo>
                  <a:pt x="75962" y="636187"/>
                </a:lnTo>
                <a:lnTo>
                  <a:pt x="28486" y="636187"/>
                </a:lnTo>
                <a:lnTo>
                  <a:pt x="75962" y="636187"/>
                </a:lnTo>
                <a:lnTo>
                  <a:pt x="75962" y="598206"/>
                </a:lnTo>
                <a:lnTo>
                  <a:pt x="0" y="598206"/>
                </a:lnTo>
                <a:lnTo>
                  <a:pt x="75962" y="598206"/>
                </a:lnTo>
                <a:lnTo>
                  <a:pt x="75962" y="560224"/>
                </a:lnTo>
                <a:lnTo>
                  <a:pt x="28486" y="560224"/>
                </a:lnTo>
                <a:lnTo>
                  <a:pt x="75962" y="560224"/>
                </a:lnTo>
                <a:lnTo>
                  <a:pt x="75962" y="522243"/>
                </a:lnTo>
                <a:lnTo>
                  <a:pt x="28486" y="522243"/>
                </a:lnTo>
                <a:lnTo>
                  <a:pt x="75962" y="522243"/>
                </a:lnTo>
                <a:lnTo>
                  <a:pt x="75962" y="484262"/>
                </a:lnTo>
                <a:lnTo>
                  <a:pt x="28486" y="484262"/>
                </a:lnTo>
                <a:lnTo>
                  <a:pt x="75962" y="484262"/>
                </a:lnTo>
                <a:lnTo>
                  <a:pt x="75962" y="455776"/>
                </a:lnTo>
                <a:lnTo>
                  <a:pt x="0" y="455776"/>
                </a:lnTo>
                <a:lnTo>
                  <a:pt x="75962" y="455776"/>
                </a:lnTo>
                <a:lnTo>
                  <a:pt x="75962" y="417794"/>
                </a:lnTo>
                <a:lnTo>
                  <a:pt x="28486" y="417794"/>
                </a:lnTo>
                <a:lnTo>
                  <a:pt x="75962" y="417794"/>
                </a:lnTo>
                <a:lnTo>
                  <a:pt x="75962" y="379813"/>
                </a:lnTo>
                <a:lnTo>
                  <a:pt x="28486" y="379813"/>
                </a:lnTo>
                <a:lnTo>
                  <a:pt x="75962" y="379813"/>
                </a:lnTo>
                <a:lnTo>
                  <a:pt x="75962" y="341832"/>
                </a:lnTo>
                <a:lnTo>
                  <a:pt x="28486" y="341832"/>
                </a:lnTo>
                <a:lnTo>
                  <a:pt x="75962" y="341832"/>
                </a:lnTo>
                <a:lnTo>
                  <a:pt x="75962" y="303850"/>
                </a:lnTo>
                <a:lnTo>
                  <a:pt x="0" y="303850"/>
                </a:lnTo>
                <a:lnTo>
                  <a:pt x="75962" y="303850"/>
                </a:lnTo>
                <a:lnTo>
                  <a:pt x="75962" y="265869"/>
                </a:lnTo>
                <a:lnTo>
                  <a:pt x="28486" y="265869"/>
                </a:lnTo>
                <a:lnTo>
                  <a:pt x="75962" y="265869"/>
                </a:lnTo>
                <a:lnTo>
                  <a:pt x="75962" y="227888"/>
                </a:lnTo>
                <a:lnTo>
                  <a:pt x="28486" y="227888"/>
                </a:lnTo>
                <a:lnTo>
                  <a:pt x="75962" y="227888"/>
                </a:lnTo>
                <a:lnTo>
                  <a:pt x="75962" y="189907"/>
                </a:lnTo>
                <a:lnTo>
                  <a:pt x="28486" y="189907"/>
                </a:lnTo>
                <a:lnTo>
                  <a:pt x="75962" y="189907"/>
                </a:lnTo>
                <a:lnTo>
                  <a:pt x="75962" y="161420"/>
                </a:lnTo>
                <a:lnTo>
                  <a:pt x="0" y="161420"/>
                </a:lnTo>
                <a:lnTo>
                  <a:pt x="75962" y="161420"/>
                </a:lnTo>
                <a:lnTo>
                  <a:pt x="75962" y="123439"/>
                </a:lnTo>
                <a:lnTo>
                  <a:pt x="28486" y="123439"/>
                </a:lnTo>
                <a:lnTo>
                  <a:pt x="75962" y="123439"/>
                </a:lnTo>
                <a:lnTo>
                  <a:pt x="75962" y="85458"/>
                </a:lnTo>
                <a:lnTo>
                  <a:pt x="28486" y="85458"/>
                </a:lnTo>
                <a:lnTo>
                  <a:pt x="75962" y="85458"/>
                </a:lnTo>
                <a:lnTo>
                  <a:pt x="75962" y="47477"/>
                </a:lnTo>
                <a:lnTo>
                  <a:pt x="28486" y="47477"/>
                </a:lnTo>
                <a:lnTo>
                  <a:pt x="75962" y="47477"/>
                </a:lnTo>
                <a:lnTo>
                  <a:pt x="75962" y="9495"/>
                </a:lnTo>
                <a:lnTo>
                  <a:pt x="0" y="9495"/>
                </a:lnTo>
                <a:lnTo>
                  <a:pt x="75962" y="9495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05E334-7538-0E6C-0ECE-15D68F7ADE99}"/>
              </a:ext>
            </a:extLst>
          </p:cNvPr>
          <p:cNvSpPr txBox="1"/>
          <p:nvPr/>
        </p:nvSpPr>
        <p:spPr>
          <a:xfrm>
            <a:off x="914991" y="1669367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Counts/1E7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861B211-0EB6-4CEF-686B-8B86C38D51C5}"/>
              </a:ext>
            </a:extLst>
          </p:cNvPr>
          <p:cNvSpPr/>
          <p:nvPr/>
        </p:nvSpPr>
        <p:spPr bwMode="auto">
          <a:xfrm>
            <a:off x="11251963" y="1623701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2D9B1518-178A-8F11-3E17-57181F461C09}"/>
              </a:ext>
            </a:extLst>
          </p:cNvPr>
          <p:cNvSpPr/>
          <p:nvPr/>
        </p:nvSpPr>
        <p:spPr bwMode="auto">
          <a:xfrm>
            <a:off x="1547738" y="1737645"/>
            <a:ext cx="9694730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626691"/>
                </a:moveTo>
                <a:lnTo>
                  <a:pt x="9496" y="626691"/>
                </a:lnTo>
                <a:lnTo>
                  <a:pt x="18991" y="626691"/>
                </a:lnTo>
                <a:lnTo>
                  <a:pt x="28486" y="626691"/>
                </a:lnTo>
                <a:lnTo>
                  <a:pt x="37982" y="626691"/>
                </a:lnTo>
                <a:lnTo>
                  <a:pt x="47477" y="626691"/>
                </a:lnTo>
                <a:lnTo>
                  <a:pt x="56972" y="626691"/>
                </a:lnTo>
                <a:lnTo>
                  <a:pt x="66468" y="626691"/>
                </a:lnTo>
                <a:lnTo>
                  <a:pt x="75963" y="626691"/>
                </a:lnTo>
                <a:lnTo>
                  <a:pt x="85458" y="626691"/>
                </a:lnTo>
                <a:lnTo>
                  <a:pt x="94954" y="0"/>
                </a:lnTo>
                <a:lnTo>
                  <a:pt x="104449" y="607701"/>
                </a:lnTo>
                <a:lnTo>
                  <a:pt x="113944" y="617196"/>
                </a:lnTo>
                <a:lnTo>
                  <a:pt x="123440" y="617196"/>
                </a:lnTo>
                <a:lnTo>
                  <a:pt x="132935" y="626691"/>
                </a:lnTo>
                <a:lnTo>
                  <a:pt x="142430" y="626691"/>
                </a:lnTo>
                <a:lnTo>
                  <a:pt x="151926" y="626691"/>
                </a:lnTo>
                <a:lnTo>
                  <a:pt x="161421" y="626691"/>
                </a:lnTo>
                <a:lnTo>
                  <a:pt x="170916" y="626691"/>
                </a:lnTo>
                <a:lnTo>
                  <a:pt x="180412" y="626691"/>
                </a:lnTo>
                <a:lnTo>
                  <a:pt x="189907" y="626691"/>
                </a:lnTo>
                <a:lnTo>
                  <a:pt x="199402" y="626691"/>
                </a:lnTo>
                <a:lnTo>
                  <a:pt x="208898" y="626691"/>
                </a:lnTo>
                <a:lnTo>
                  <a:pt x="218393" y="626691"/>
                </a:lnTo>
                <a:lnTo>
                  <a:pt x="227888" y="626691"/>
                </a:lnTo>
                <a:lnTo>
                  <a:pt x="237383" y="626691"/>
                </a:lnTo>
                <a:lnTo>
                  <a:pt x="246879" y="626691"/>
                </a:lnTo>
                <a:lnTo>
                  <a:pt x="256374" y="626691"/>
                </a:lnTo>
                <a:lnTo>
                  <a:pt x="265870" y="626691"/>
                </a:lnTo>
                <a:lnTo>
                  <a:pt x="275365" y="626691"/>
                </a:lnTo>
                <a:lnTo>
                  <a:pt x="284860" y="626691"/>
                </a:lnTo>
                <a:lnTo>
                  <a:pt x="294355" y="626691"/>
                </a:lnTo>
                <a:lnTo>
                  <a:pt x="303851" y="626691"/>
                </a:lnTo>
                <a:lnTo>
                  <a:pt x="313346" y="626691"/>
                </a:lnTo>
                <a:lnTo>
                  <a:pt x="322841" y="626691"/>
                </a:lnTo>
                <a:lnTo>
                  <a:pt x="332337" y="626691"/>
                </a:lnTo>
                <a:lnTo>
                  <a:pt x="341832" y="626691"/>
                </a:lnTo>
                <a:lnTo>
                  <a:pt x="351327" y="626691"/>
                </a:lnTo>
                <a:lnTo>
                  <a:pt x="360823" y="626691"/>
                </a:lnTo>
                <a:lnTo>
                  <a:pt x="370318" y="626691"/>
                </a:lnTo>
                <a:lnTo>
                  <a:pt x="379813" y="626691"/>
                </a:lnTo>
                <a:lnTo>
                  <a:pt x="389309" y="626691"/>
                </a:lnTo>
                <a:lnTo>
                  <a:pt x="398804" y="626691"/>
                </a:lnTo>
                <a:lnTo>
                  <a:pt x="408299" y="626691"/>
                </a:lnTo>
                <a:lnTo>
                  <a:pt x="417795" y="626691"/>
                </a:lnTo>
                <a:lnTo>
                  <a:pt x="427290" y="626691"/>
                </a:lnTo>
                <a:lnTo>
                  <a:pt x="436785" y="626691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26691"/>
                </a:lnTo>
                <a:lnTo>
                  <a:pt x="522243" y="626691"/>
                </a:lnTo>
                <a:lnTo>
                  <a:pt x="531739" y="626691"/>
                </a:lnTo>
                <a:lnTo>
                  <a:pt x="541234" y="626691"/>
                </a:lnTo>
                <a:lnTo>
                  <a:pt x="550729" y="626691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626691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626691"/>
                </a:lnTo>
                <a:lnTo>
                  <a:pt x="636187" y="626691"/>
                </a:lnTo>
                <a:lnTo>
                  <a:pt x="645683" y="626691"/>
                </a:lnTo>
                <a:lnTo>
                  <a:pt x="655178" y="626691"/>
                </a:lnTo>
                <a:lnTo>
                  <a:pt x="664673" y="626691"/>
                </a:lnTo>
                <a:lnTo>
                  <a:pt x="674169" y="626691"/>
                </a:lnTo>
                <a:lnTo>
                  <a:pt x="683664" y="626691"/>
                </a:lnTo>
                <a:lnTo>
                  <a:pt x="693159" y="626691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26691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26691"/>
                </a:lnTo>
                <a:lnTo>
                  <a:pt x="769122" y="626691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531738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626691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398804"/>
                </a:lnTo>
                <a:lnTo>
                  <a:pt x="1262879" y="626691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2669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588710"/>
                </a:lnTo>
                <a:lnTo>
                  <a:pt x="1357832" y="626691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26691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17196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531738"/>
                </a:lnTo>
                <a:lnTo>
                  <a:pt x="1547739" y="550729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26691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465271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2669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2669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2669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2669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626691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26691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626691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26691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626691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2669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626691"/>
                </a:lnTo>
                <a:lnTo>
                  <a:pt x="2231402" y="626691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579215"/>
                </a:lnTo>
                <a:lnTo>
                  <a:pt x="2326355" y="626691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522243"/>
                </a:lnTo>
                <a:lnTo>
                  <a:pt x="2421309" y="531738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427290"/>
                </a:lnTo>
                <a:lnTo>
                  <a:pt x="2525758" y="626691"/>
                </a:lnTo>
                <a:lnTo>
                  <a:pt x="2535253" y="626691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17196"/>
                </a:lnTo>
                <a:lnTo>
                  <a:pt x="2620711" y="626691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2669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626691"/>
                </a:lnTo>
                <a:lnTo>
                  <a:pt x="2715664" y="626691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26691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26691"/>
                </a:lnTo>
                <a:lnTo>
                  <a:pt x="2810617" y="626691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26691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26691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26691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2669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626691"/>
                </a:lnTo>
                <a:lnTo>
                  <a:pt x="3104972" y="62669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26691"/>
                </a:lnTo>
                <a:lnTo>
                  <a:pt x="3199926" y="626691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26691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2669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626691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26691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17196"/>
                </a:lnTo>
                <a:lnTo>
                  <a:pt x="3494281" y="626691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07701"/>
                </a:lnTo>
                <a:lnTo>
                  <a:pt x="3589234" y="62669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07701"/>
                </a:lnTo>
                <a:lnTo>
                  <a:pt x="3684187" y="626691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626691"/>
                </a:lnTo>
                <a:lnTo>
                  <a:pt x="3779141" y="607701"/>
                </a:lnTo>
                <a:lnTo>
                  <a:pt x="3788636" y="626691"/>
                </a:lnTo>
                <a:lnTo>
                  <a:pt x="3798131" y="626691"/>
                </a:lnTo>
                <a:lnTo>
                  <a:pt x="3807627" y="626691"/>
                </a:lnTo>
                <a:lnTo>
                  <a:pt x="3817122" y="626691"/>
                </a:lnTo>
                <a:lnTo>
                  <a:pt x="3826617" y="626691"/>
                </a:lnTo>
                <a:lnTo>
                  <a:pt x="3836112" y="626691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598205"/>
                </a:lnTo>
                <a:lnTo>
                  <a:pt x="3883589" y="626691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26691"/>
                </a:lnTo>
                <a:lnTo>
                  <a:pt x="3931066" y="626691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474766"/>
                </a:lnTo>
                <a:lnTo>
                  <a:pt x="3978543" y="626691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626691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474766"/>
                </a:lnTo>
                <a:lnTo>
                  <a:pt x="4073496" y="617196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626691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541234"/>
                </a:lnTo>
                <a:lnTo>
                  <a:pt x="4168449" y="598205"/>
                </a:lnTo>
                <a:lnTo>
                  <a:pt x="4177944" y="626691"/>
                </a:lnTo>
                <a:lnTo>
                  <a:pt x="4187440" y="626691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626691"/>
                </a:lnTo>
                <a:lnTo>
                  <a:pt x="4225421" y="626691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617196"/>
                </a:lnTo>
                <a:lnTo>
                  <a:pt x="4272898" y="626691"/>
                </a:lnTo>
                <a:lnTo>
                  <a:pt x="4282393" y="626691"/>
                </a:lnTo>
                <a:lnTo>
                  <a:pt x="4291888" y="626691"/>
                </a:lnTo>
                <a:lnTo>
                  <a:pt x="4301384" y="626691"/>
                </a:lnTo>
                <a:lnTo>
                  <a:pt x="4310879" y="626691"/>
                </a:lnTo>
                <a:lnTo>
                  <a:pt x="4320374" y="626691"/>
                </a:lnTo>
                <a:lnTo>
                  <a:pt x="4329870" y="626691"/>
                </a:lnTo>
                <a:lnTo>
                  <a:pt x="4339365" y="626691"/>
                </a:lnTo>
                <a:lnTo>
                  <a:pt x="4348860" y="626691"/>
                </a:lnTo>
                <a:lnTo>
                  <a:pt x="4358356" y="541234"/>
                </a:lnTo>
                <a:lnTo>
                  <a:pt x="4367851" y="626691"/>
                </a:lnTo>
                <a:lnTo>
                  <a:pt x="4377346" y="626691"/>
                </a:lnTo>
                <a:lnTo>
                  <a:pt x="4386842" y="626691"/>
                </a:lnTo>
                <a:lnTo>
                  <a:pt x="4396337" y="626691"/>
                </a:lnTo>
                <a:lnTo>
                  <a:pt x="4405832" y="626691"/>
                </a:lnTo>
                <a:lnTo>
                  <a:pt x="4415327" y="626691"/>
                </a:lnTo>
                <a:lnTo>
                  <a:pt x="4424823" y="626691"/>
                </a:lnTo>
                <a:lnTo>
                  <a:pt x="4434318" y="626691"/>
                </a:lnTo>
                <a:lnTo>
                  <a:pt x="4443813" y="626691"/>
                </a:lnTo>
                <a:lnTo>
                  <a:pt x="4453309" y="588710"/>
                </a:lnTo>
                <a:lnTo>
                  <a:pt x="4462804" y="626691"/>
                </a:lnTo>
                <a:lnTo>
                  <a:pt x="4472300" y="626691"/>
                </a:lnTo>
                <a:lnTo>
                  <a:pt x="4481795" y="626691"/>
                </a:lnTo>
                <a:lnTo>
                  <a:pt x="4491290" y="626691"/>
                </a:lnTo>
                <a:lnTo>
                  <a:pt x="4500785" y="626691"/>
                </a:lnTo>
                <a:lnTo>
                  <a:pt x="4510281" y="626691"/>
                </a:lnTo>
                <a:lnTo>
                  <a:pt x="4519776" y="626691"/>
                </a:lnTo>
                <a:lnTo>
                  <a:pt x="4529271" y="626691"/>
                </a:lnTo>
                <a:lnTo>
                  <a:pt x="4538767" y="626691"/>
                </a:lnTo>
                <a:lnTo>
                  <a:pt x="4548262" y="626691"/>
                </a:lnTo>
                <a:lnTo>
                  <a:pt x="4557758" y="626691"/>
                </a:lnTo>
                <a:lnTo>
                  <a:pt x="4567253" y="626691"/>
                </a:lnTo>
                <a:lnTo>
                  <a:pt x="4576748" y="626691"/>
                </a:lnTo>
                <a:lnTo>
                  <a:pt x="4586243" y="626691"/>
                </a:lnTo>
                <a:lnTo>
                  <a:pt x="4595739" y="626691"/>
                </a:lnTo>
                <a:lnTo>
                  <a:pt x="4605234" y="626691"/>
                </a:lnTo>
                <a:lnTo>
                  <a:pt x="4614729" y="626691"/>
                </a:lnTo>
                <a:lnTo>
                  <a:pt x="4624225" y="626691"/>
                </a:lnTo>
                <a:lnTo>
                  <a:pt x="4633720" y="626691"/>
                </a:lnTo>
                <a:lnTo>
                  <a:pt x="4643216" y="617196"/>
                </a:lnTo>
                <a:lnTo>
                  <a:pt x="4652711" y="626691"/>
                </a:lnTo>
                <a:lnTo>
                  <a:pt x="4662206" y="626691"/>
                </a:lnTo>
                <a:lnTo>
                  <a:pt x="4671701" y="626691"/>
                </a:lnTo>
                <a:lnTo>
                  <a:pt x="4681197" y="626691"/>
                </a:lnTo>
                <a:lnTo>
                  <a:pt x="4690692" y="626691"/>
                </a:lnTo>
                <a:lnTo>
                  <a:pt x="4700187" y="626691"/>
                </a:lnTo>
                <a:lnTo>
                  <a:pt x="4709683" y="626691"/>
                </a:lnTo>
                <a:lnTo>
                  <a:pt x="4719178" y="626691"/>
                </a:lnTo>
                <a:lnTo>
                  <a:pt x="4728673" y="626691"/>
                </a:lnTo>
                <a:lnTo>
                  <a:pt x="4738169" y="617196"/>
                </a:lnTo>
                <a:lnTo>
                  <a:pt x="4747664" y="569720"/>
                </a:lnTo>
                <a:lnTo>
                  <a:pt x="4757159" y="626691"/>
                </a:lnTo>
                <a:lnTo>
                  <a:pt x="4766654" y="626691"/>
                </a:lnTo>
                <a:lnTo>
                  <a:pt x="4776150" y="626691"/>
                </a:lnTo>
                <a:lnTo>
                  <a:pt x="4785645" y="626691"/>
                </a:lnTo>
                <a:lnTo>
                  <a:pt x="4795141" y="626691"/>
                </a:lnTo>
                <a:lnTo>
                  <a:pt x="4804636" y="626691"/>
                </a:lnTo>
                <a:lnTo>
                  <a:pt x="4814131" y="626691"/>
                </a:lnTo>
                <a:lnTo>
                  <a:pt x="4823627" y="626691"/>
                </a:lnTo>
                <a:lnTo>
                  <a:pt x="4833122" y="626691"/>
                </a:lnTo>
                <a:lnTo>
                  <a:pt x="4842617" y="588710"/>
                </a:lnTo>
                <a:lnTo>
                  <a:pt x="4852112" y="626691"/>
                </a:lnTo>
                <a:lnTo>
                  <a:pt x="4861608" y="626691"/>
                </a:lnTo>
                <a:lnTo>
                  <a:pt x="4871103" y="626691"/>
                </a:lnTo>
                <a:lnTo>
                  <a:pt x="4880599" y="626691"/>
                </a:lnTo>
                <a:lnTo>
                  <a:pt x="4890094" y="626691"/>
                </a:lnTo>
                <a:lnTo>
                  <a:pt x="4899589" y="626691"/>
                </a:lnTo>
                <a:lnTo>
                  <a:pt x="4909085" y="626691"/>
                </a:lnTo>
                <a:lnTo>
                  <a:pt x="4918580" y="626691"/>
                </a:lnTo>
                <a:lnTo>
                  <a:pt x="4928075" y="626691"/>
                </a:lnTo>
                <a:lnTo>
                  <a:pt x="4937570" y="607701"/>
                </a:lnTo>
                <a:lnTo>
                  <a:pt x="4947066" y="626691"/>
                </a:lnTo>
                <a:lnTo>
                  <a:pt x="4956561" y="626691"/>
                </a:lnTo>
                <a:lnTo>
                  <a:pt x="4966057" y="626691"/>
                </a:lnTo>
                <a:lnTo>
                  <a:pt x="4975552" y="626691"/>
                </a:lnTo>
                <a:lnTo>
                  <a:pt x="4985047" y="626691"/>
                </a:lnTo>
                <a:lnTo>
                  <a:pt x="4994543" y="626691"/>
                </a:lnTo>
                <a:lnTo>
                  <a:pt x="5004038" y="626691"/>
                </a:lnTo>
                <a:lnTo>
                  <a:pt x="5013533" y="626691"/>
                </a:lnTo>
                <a:lnTo>
                  <a:pt x="5023028" y="626691"/>
                </a:lnTo>
                <a:lnTo>
                  <a:pt x="5032524" y="617196"/>
                </a:lnTo>
                <a:lnTo>
                  <a:pt x="5042019" y="626691"/>
                </a:lnTo>
                <a:lnTo>
                  <a:pt x="5051514" y="626691"/>
                </a:lnTo>
                <a:lnTo>
                  <a:pt x="5061010" y="626691"/>
                </a:lnTo>
                <a:lnTo>
                  <a:pt x="5070505" y="626691"/>
                </a:lnTo>
                <a:lnTo>
                  <a:pt x="5080000" y="626691"/>
                </a:lnTo>
                <a:lnTo>
                  <a:pt x="5089496" y="626691"/>
                </a:lnTo>
                <a:lnTo>
                  <a:pt x="5098991" y="626691"/>
                </a:lnTo>
                <a:lnTo>
                  <a:pt x="5108487" y="626691"/>
                </a:lnTo>
                <a:lnTo>
                  <a:pt x="5117981" y="626691"/>
                </a:lnTo>
                <a:lnTo>
                  <a:pt x="5127477" y="617196"/>
                </a:lnTo>
                <a:lnTo>
                  <a:pt x="5136973" y="617196"/>
                </a:lnTo>
                <a:lnTo>
                  <a:pt x="5146468" y="626691"/>
                </a:lnTo>
                <a:lnTo>
                  <a:pt x="5155963" y="626691"/>
                </a:lnTo>
                <a:lnTo>
                  <a:pt x="5165458" y="626691"/>
                </a:lnTo>
                <a:lnTo>
                  <a:pt x="5174954" y="626691"/>
                </a:lnTo>
                <a:lnTo>
                  <a:pt x="5184449" y="626691"/>
                </a:lnTo>
                <a:lnTo>
                  <a:pt x="5193944" y="626691"/>
                </a:lnTo>
                <a:lnTo>
                  <a:pt x="5203440" y="626691"/>
                </a:lnTo>
                <a:lnTo>
                  <a:pt x="5212935" y="626691"/>
                </a:lnTo>
                <a:lnTo>
                  <a:pt x="5222430" y="626691"/>
                </a:lnTo>
                <a:lnTo>
                  <a:pt x="5231926" y="617196"/>
                </a:lnTo>
                <a:lnTo>
                  <a:pt x="5241421" y="626691"/>
                </a:lnTo>
                <a:lnTo>
                  <a:pt x="5250916" y="626691"/>
                </a:lnTo>
                <a:lnTo>
                  <a:pt x="5260412" y="626691"/>
                </a:lnTo>
                <a:lnTo>
                  <a:pt x="5269907" y="626691"/>
                </a:lnTo>
                <a:lnTo>
                  <a:pt x="5279403" y="626691"/>
                </a:lnTo>
                <a:lnTo>
                  <a:pt x="5288897" y="626691"/>
                </a:lnTo>
                <a:lnTo>
                  <a:pt x="5298393" y="626691"/>
                </a:lnTo>
                <a:lnTo>
                  <a:pt x="5307889" y="626691"/>
                </a:lnTo>
                <a:lnTo>
                  <a:pt x="5317383" y="626691"/>
                </a:lnTo>
                <a:lnTo>
                  <a:pt x="5326879" y="617196"/>
                </a:lnTo>
                <a:lnTo>
                  <a:pt x="5336374" y="626691"/>
                </a:lnTo>
                <a:lnTo>
                  <a:pt x="5345870" y="626691"/>
                </a:lnTo>
                <a:lnTo>
                  <a:pt x="5355365" y="626691"/>
                </a:lnTo>
                <a:lnTo>
                  <a:pt x="5364860" y="626691"/>
                </a:lnTo>
                <a:lnTo>
                  <a:pt x="5374356" y="626691"/>
                </a:lnTo>
                <a:lnTo>
                  <a:pt x="5383851" y="626691"/>
                </a:lnTo>
                <a:lnTo>
                  <a:pt x="5393346" y="626691"/>
                </a:lnTo>
                <a:lnTo>
                  <a:pt x="5402842" y="626691"/>
                </a:lnTo>
                <a:lnTo>
                  <a:pt x="5412337" y="626691"/>
                </a:lnTo>
                <a:lnTo>
                  <a:pt x="5421832" y="626691"/>
                </a:lnTo>
                <a:lnTo>
                  <a:pt x="5431327" y="626691"/>
                </a:lnTo>
                <a:lnTo>
                  <a:pt x="5440823" y="626691"/>
                </a:lnTo>
                <a:lnTo>
                  <a:pt x="5450319" y="626691"/>
                </a:lnTo>
                <a:lnTo>
                  <a:pt x="5459813" y="626691"/>
                </a:lnTo>
                <a:lnTo>
                  <a:pt x="5469309" y="626691"/>
                </a:lnTo>
                <a:lnTo>
                  <a:pt x="5478804" y="626691"/>
                </a:lnTo>
                <a:lnTo>
                  <a:pt x="5488299" y="626691"/>
                </a:lnTo>
                <a:lnTo>
                  <a:pt x="5497795" y="626691"/>
                </a:lnTo>
                <a:lnTo>
                  <a:pt x="5507290" y="626691"/>
                </a:lnTo>
                <a:lnTo>
                  <a:pt x="5516786" y="617196"/>
                </a:lnTo>
                <a:lnTo>
                  <a:pt x="5526281" y="607701"/>
                </a:lnTo>
                <a:lnTo>
                  <a:pt x="5535776" y="626691"/>
                </a:lnTo>
                <a:lnTo>
                  <a:pt x="5545272" y="626691"/>
                </a:lnTo>
                <a:lnTo>
                  <a:pt x="5554766" y="626691"/>
                </a:lnTo>
                <a:lnTo>
                  <a:pt x="5564262" y="626691"/>
                </a:lnTo>
                <a:lnTo>
                  <a:pt x="5573758" y="626691"/>
                </a:lnTo>
                <a:lnTo>
                  <a:pt x="5583253" y="626691"/>
                </a:lnTo>
                <a:lnTo>
                  <a:pt x="5592748" y="626691"/>
                </a:lnTo>
                <a:lnTo>
                  <a:pt x="5602243" y="626691"/>
                </a:lnTo>
                <a:lnTo>
                  <a:pt x="5611739" y="607701"/>
                </a:lnTo>
                <a:lnTo>
                  <a:pt x="5621234" y="598205"/>
                </a:lnTo>
                <a:lnTo>
                  <a:pt x="5630729" y="626691"/>
                </a:lnTo>
                <a:lnTo>
                  <a:pt x="5640225" y="626691"/>
                </a:lnTo>
                <a:lnTo>
                  <a:pt x="5649720" y="626691"/>
                </a:lnTo>
                <a:lnTo>
                  <a:pt x="5659215" y="626691"/>
                </a:lnTo>
                <a:lnTo>
                  <a:pt x="5668711" y="626691"/>
                </a:lnTo>
                <a:lnTo>
                  <a:pt x="5678206" y="626691"/>
                </a:lnTo>
                <a:lnTo>
                  <a:pt x="5687702" y="626691"/>
                </a:lnTo>
                <a:lnTo>
                  <a:pt x="5697197" y="626691"/>
                </a:lnTo>
                <a:lnTo>
                  <a:pt x="5706692" y="626691"/>
                </a:lnTo>
                <a:lnTo>
                  <a:pt x="5716188" y="522243"/>
                </a:lnTo>
                <a:lnTo>
                  <a:pt x="5725682" y="626691"/>
                </a:lnTo>
                <a:lnTo>
                  <a:pt x="5735178" y="626691"/>
                </a:lnTo>
                <a:lnTo>
                  <a:pt x="5744673" y="626691"/>
                </a:lnTo>
                <a:lnTo>
                  <a:pt x="5754169" y="626691"/>
                </a:lnTo>
                <a:lnTo>
                  <a:pt x="5763664" y="626691"/>
                </a:lnTo>
                <a:lnTo>
                  <a:pt x="5773159" y="626691"/>
                </a:lnTo>
                <a:lnTo>
                  <a:pt x="5782655" y="626691"/>
                </a:lnTo>
                <a:lnTo>
                  <a:pt x="5792150" y="626691"/>
                </a:lnTo>
                <a:lnTo>
                  <a:pt x="5801645" y="626691"/>
                </a:lnTo>
                <a:lnTo>
                  <a:pt x="5811141" y="617196"/>
                </a:lnTo>
                <a:lnTo>
                  <a:pt x="5820636" y="626691"/>
                </a:lnTo>
                <a:lnTo>
                  <a:pt x="5830131" y="626691"/>
                </a:lnTo>
                <a:lnTo>
                  <a:pt x="5839627" y="626691"/>
                </a:lnTo>
                <a:lnTo>
                  <a:pt x="5849122" y="626691"/>
                </a:lnTo>
                <a:lnTo>
                  <a:pt x="5858618" y="626691"/>
                </a:lnTo>
                <a:lnTo>
                  <a:pt x="5868112" y="626691"/>
                </a:lnTo>
                <a:lnTo>
                  <a:pt x="5877608" y="626691"/>
                </a:lnTo>
                <a:lnTo>
                  <a:pt x="5887104" y="626691"/>
                </a:lnTo>
                <a:lnTo>
                  <a:pt x="5896598" y="626691"/>
                </a:lnTo>
                <a:lnTo>
                  <a:pt x="5906094" y="617196"/>
                </a:lnTo>
                <a:lnTo>
                  <a:pt x="5915589" y="626691"/>
                </a:lnTo>
                <a:lnTo>
                  <a:pt x="5925085" y="626691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626691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17196"/>
                </a:lnTo>
                <a:lnTo>
                  <a:pt x="6010543" y="617196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26691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512747"/>
                </a:lnTo>
                <a:lnTo>
                  <a:pt x="6105496" y="607701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26691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17196"/>
                </a:lnTo>
                <a:lnTo>
                  <a:pt x="6200449" y="607701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569720"/>
                </a:lnTo>
                <a:lnTo>
                  <a:pt x="6304897" y="626691"/>
                </a:lnTo>
                <a:lnTo>
                  <a:pt x="6314393" y="62669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26691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588710"/>
                </a:lnTo>
                <a:lnTo>
                  <a:pt x="6399851" y="617196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17196"/>
                </a:lnTo>
                <a:lnTo>
                  <a:pt x="6494804" y="598205"/>
                </a:lnTo>
                <a:lnTo>
                  <a:pt x="6504299" y="62669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26691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17196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26691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550729"/>
                </a:lnTo>
                <a:lnTo>
                  <a:pt x="6694206" y="617196"/>
                </a:lnTo>
                <a:lnTo>
                  <a:pt x="6703702" y="626691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17196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26691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550729"/>
                </a:lnTo>
                <a:lnTo>
                  <a:pt x="6884112" y="598205"/>
                </a:lnTo>
                <a:lnTo>
                  <a:pt x="6893608" y="626691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17196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598205"/>
                </a:lnTo>
                <a:lnTo>
                  <a:pt x="7083514" y="626691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17196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07701"/>
                </a:lnTo>
                <a:lnTo>
                  <a:pt x="7273421" y="626691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17196"/>
                </a:lnTo>
                <a:lnTo>
                  <a:pt x="7463327" y="617196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617196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522243"/>
                </a:lnTo>
                <a:lnTo>
                  <a:pt x="7653234" y="417794"/>
                </a:lnTo>
                <a:lnTo>
                  <a:pt x="7662729" y="617196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07701"/>
                </a:lnTo>
                <a:lnTo>
                  <a:pt x="7757682" y="626691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07701"/>
                </a:lnTo>
                <a:lnTo>
                  <a:pt x="7852636" y="617196"/>
                </a:lnTo>
                <a:lnTo>
                  <a:pt x="7862131" y="626691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17196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07701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17196"/>
                </a:lnTo>
                <a:lnTo>
                  <a:pt x="8146991" y="626691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17196"/>
                </a:lnTo>
                <a:lnTo>
                  <a:pt x="8241944" y="607701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17196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07701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17196"/>
                </a:lnTo>
                <a:lnTo>
                  <a:pt x="8536300" y="626691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17196"/>
                </a:lnTo>
                <a:lnTo>
                  <a:pt x="8631253" y="626691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17196"/>
                </a:lnTo>
                <a:lnTo>
                  <a:pt x="8726206" y="617196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07701"/>
                </a:lnTo>
                <a:lnTo>
                  <a:pt x="8821159" y="617196"/>
                </a:lnTo>
                <a:lnTo>
                  <a:pt x="8830655" y="626691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17196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17196"/>
                </a:lnTo>
                <a:lnTo>
                  <a:pt x="9020561" y="626691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17196"/>
                </a:lnTo>
                <a:lnTo>
                  <a:pt x="9115514" y="626691"/>
                </a:lnTo>
                <a:lnTo>
                  <a:pt x="9125010" y="626691"/>
                </a:lnTo>
                <a:lnTo>
                  <a:pt x="9134505" y="626691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26691"/>
                </a:lnTo>
                <a:lnTo>
                  <a:pt x="9191477" y="626691"/>
                </a:lnTo>
                <a:lnTo>
                  <a:pt x="9200973" y="626691"/>
                </a:lnTo>
                <a:lnTo>
                  <a:pt x="9210468" y="607701"/>
                </a:lnTo>
                <a:lnTo>
                  <a:pt x="9219963" y="626691"/>
                </a:lnTo>
                <a:lnTo>
                  <a:pt x="9229458" y="626691"/>
                </a:lnTo>
                <a:lnTo>
                  <a:pt x="9238954" y="626691"/>
                </a:lnTo>
                <a:lnTo>
                  <a:pt x="9248450" y="626691"/>
                </a:lnTo>
                <a:lnTo>
                  <a:pt x="9257944" y="626691"/>
                </a:lnTo>
                <a:lnTo>
                  <a:pt x="9267440" y="626691"/>
                </a:lnTo>
                <a:lnTo>
                  <a:pt x="9276935" y="626691"/>
                </a:lnTo>
                <a:lnTo>
                  <a:pt x="9286430" y="626691"/>
                </a:lnTo>
                <a:lnTo>
                  <a:pt x="9295926" y="617196"/>
                </a:lnTo>
                <a:lnTo>
                  <a:pt x="9305421" y="617196"/>
                </a:lnTo>
                <a:lnTo>
                  <a:pt x="9314917" y="626691"/>
                </a:lnTo>
                <a:lnTo>
                  <a:pt x="9324412" y="626691"/>
                </a:lnTo>
                <a:lnTo>
                  <a:pt x="9333907" y="626691"/>
                </a:lnTo>
                <a:lnTo>
                  <a:pt x="9343403" y="626691"/>
                </a:lnTo>
                <a:lnTo>
                  <a:pt x="9352897" y="626691"/>
                </a:lnTo>
                <a:lnTo>
                  <a:pt x="9362393" y="626691"/>
                </a:lnTo>
                <a:lnTo>
                  <a:pt x="9371889" y="626691"/>
                </a:lnTo>
                <a:lnTo>
                  <a:pt x="9381384" y="626691"/>
                </a:lnTo>
                <a:lnTo>
                  <a:pt x="9390879" y="617196"/>
                </a:lnTo>
                <a:lnTo>
                  <a:pt x="9400374" y="579215"/>
                </a:lnTo>
                <a:lnTo>
                  <a:pt x="9409870" y="617196"/>
                </a:lnTo>
                <a:lnTo>
                  <a:pt x="9419365" y="626691"/>
                </a:lnTo>
                <a:lnTo>
                  <a:pt x="9428860" y="626691"/>
                </a:lnTo>
                <a:lnTo>
                  <a:pt x="9438356" y="626691"/>
                </a:lnTo>
                <a:lnTo>
                  <a:pt x="9447851" y="626691"/>
                </a:lnTo>
                <a:lnTo>
                  <a:pt x="9457346" y="626691"/>
                </a:lnTo>
                <a:lnTo>
                  <a:pt x="9466842" y="626691"/>
                </a:lnTo>
                <a:lnTo>
                  <a:pt x="9476337" y="626691"/>
                </a:lnTo>
                <a:lnTo>
                  <a:pt x="9485833" y="626691"/>
                </a:lnTo>
                <a:lnTo>
                  <a:pt x="9495327" y="617196"/>
                </a:lnTo>
                <a:lnTo>
                  <a:pt x="9504823" y="626691"/>
                </a:lnTo>
                <a:lnTo>
                  <a:pt x="9514319" y="626691"/>
                </a:lnTo>
                <a:lnTo>
                  <a:pt x="9523813" y="626691"/>
                </a:lnTo>
                <a:lnTo>
                  <a:pt x="9533309" y="626691"/>
                </a:lnTo>
                <a:lnTo>
                  <a:pt x="9542804" y="626691"/>
                </a:lnTo>
                <a:lnTo>
                  <a:pt x="9552300" y="626691"/>
                </a:lnTo>
                <a:lnTo>
                  <a:pt x="9561795" y="626691"/>
                </a:lnTo>
                <a:lnTo>
                  <a:pt x="9571290" y="626691"/>
                </a:lnTo>
                <a:lnTo>
                  <a:pt x="9580786" y="626691"/>
                </a:lnTo>
                <a:lnTo>
                  <a:pt x="9590281" y="617196"/>
                </a:lnTo>
                <a:lnTo>
                  <a:pt x="9599776" y="617196"/>
                </a:lnTo>
                <a:lnTo>
                  <a:pt x="9609272" y="626691"/>
                </a:lnTo>
                <a:lnTo>
                  <a:pt x="9618767" y="626691"/>
                </a:lnTo>
                <a:lnTo>
                  <a:pt x="9628262" y="626691"/>
                </a:lnTo>
                <a:lnTo>
                  <a:pt x="9637758" y="626691"/>
                </a:lnTo>
                <a:lnTo>
                  <a:pt x="9647253" y="626691"/>
                </a:lnTo>
                <a:lnTo>
                  <a:pt x="9656748" y="626691"/>
                </a:lnTo>
                <a:lnTo>
                  <a:pt x="9666243" y="626691"/>
                </a:lnTo>
                <a:lnTo>
                  <a:pt x="9675739" y="626691"/>
                </a:lnTo>
                <a:lnTo>
                  <a:pt x="9685234" y="626691"/>
                </a:lnTo>
                <a:lnTo>
                  <a:pt x="9694729" y="617196"/>
                </a:lnTo>
              </a:path>
            </a:pathLst>
          </a:custGeom>
          <a:noFill/>
          <a:ln w="12700" cap="flat" cmpd="sng" algn="ctr">
            <a:solidFill>
              <a:srgbClr val="808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9293452-A166-88F7-8FB4-3A84D9BD4196}"/>
              </a:ext>
            </a:extLst>
          </p:cNvPr>
          <p:cNvSpPr txBox="1"/>
          <p:nvPr/>
        </p:nvSpPr>
        <p:spPr>
          <a:xfrm>
            <a:off x="1488803" y="1598627"/>
            <a:ext cx="307777" cy="129523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8BB2A3-8C40-6EF9-8816-13DD51B20B95}"/>
              </a:ext>
            </a:extLst>
          </p:cNvPr>
          <p:cNvSpPr txBox="1"/>
          <p:nvPr/>
        </p:nvSpPr>
        <p:spPr>
          <a:xfrm>
            <a:off x="2647233" y="1939722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B410B7F-1BA6-CFE3-8E5B-461D9D25A897}"/>
              </a:ext>
            </a:extLst>
          </p:cNvPr>
          <p:cNvSpPr txBox="1"/>
          <p:nvPr/>
        </p:nvSpPr>
        <p:spPr>
          <a:xfrm>
            <a:off x="9047084" y="1958713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79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333E4B6-15FA-80F8-971F-0713DEF0320F}"/>
              </a:ext>
            </a:extLst>
          </p:cNvPr>
          <p:cNvSpPr txBox="1"/>
          <p:nvPr/>
        </p:nvSpPr>
        <p:spPr>
          <a:xfrm>
            <a:off x="3910111" y="196820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72704DA-A819-0DF5-C1EB-1E1D4BAE2517}"/>
              </a:ext>
            </a:extLst>
          </p:cNvPr>
          <p:cNvSpPr txBox="1"/>
          <p:nvPr/>
        </p:nvSpPr>
        <p:spPr>
          <a:xfrm>
            <a:off x="3036541" y="2006190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75F6502-DA58-1BD9-A4CB-F2780F88AB39}"/>
              </a:ext>
            </a:extLst>
          </p:cNvPr>
          <p:cNvSpPr txBox="1"/>
          <p:nvPr/>
        </p:nvSpPr>
        <p:spPr>
          <a:xfrm>
            <a:off x="5362897" y="2015685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41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09571E4-C7B2-AD09-8B25-A75DCC089A47}"/>
              </a:ext>
            </a:extLst>
          </p:cNvPr>
          <p:cNvSpPr txBox="1"/>
          <p:nvPr/>
        </p:nvSpPr>
        <p:spPr>
          <a:xfrm>
            <a:off x="5457850" y="1854264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42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E5FA5C9-7D54-EE79-267D-0B9ADF37CD7A}"/>
              </a:ext>
            </a:extLst>
          </p:cNvPr>
          <p:cNvSpPr txBox="1"/>
          <p:nvPr/>
        </p:nvSpPr>
        <p:spPr>
          <a:xfrm>
            <a:off x="7499345" y="2053666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63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5BCCAD1-04F1-86C7-BE8A-706F445A807C}"/>
              </a:ext>
            </a:extLst>
          </p:cNvPr>
          <p:cNvSpPr txBox="1"/>
          <p:nvPr/>
        </p:nvSpPr>
        <p:spPr>
          <a:xfrm>
            <a:off x="7110037" y="2063161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59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F800893-D0F0-8A6E-ED00-67BB8C75045C}"/>
              </a:ext>
            </a:extLst>
          </p:cNvPr>
          <p:cNvSpPr txBox="1"/>
          <p:nvPr/>
        </p:nvSpPr>
        <p:spPr>
          <a:xfrm>
            <a:off x="3815158" y="180678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068A3C2-1495-3094-168C-2DECB48C77DA}"/>
              </a:ext>
            </a:extLst>
          </p:cNvPr>
          <p:cNvSpPr txBox="1"/>
          <p:nvPr/>
        </p:nvSpPr>
        <p:spPr>
          <a:xfrm>
            <a:off x="2941588" y="1844769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0CA5D62-CCA6-E3B5-714E-21403C12AD02}"/>
              </a:ext>
            </a:extLst>
          </p:cNvPr>
          <p:cNvSpPr txBox="1"/>
          <p:nvPr/>
        </p:nvSpPr>
        <p:spPr>
          <a:xfrm>
            <a:off x="2552280" y="2072657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D7D2F2F-196D-F2EF-2EB0-F046C4CA49C2}"/>
              </a:ext>
            </a:extLst>
          </p:cNvPr>
          <p:cNvSpPr txBox="1"/>
          <p:nvPr/>
        </p:nvSpPr>
        <p:spPr>
          <a:xfrm>
            <a:off x="1452785" y="1506730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*2 Sep 25-1-1-C-20 um-100-negative-006.tdc - Ions 400µm 80062701 cts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CD8D668-8BE5-BB51-316E-93808D3ED9AC}"/>
              </a:ext>
            </a:extLst>
          </p:cNvPr>
          <p:cNvSpPr txBox="1"/>
          <p:nvPr/>
        </p:nvSpPr>
        <p:spPr>
          <a:xfrm>
            <a:off x="1296708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79.80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87D25B3-F8A4-FCCD-E0DC-15EAB45F9818}"/>
              </a:ext>
            </a:extLst>
          </p:cNvPr>
          <p:cNvSpPr txBox="1"/>
          <p:nvPr/>
        </p:nvSpPr>
        <p:spPr>
          <a:xfrm>
            <a:off x="3718016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79.85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BEB99B4-F5FE-2118-FA57-FD7560DAE6AB}"/>
              </a:ext>
            </a:extLst>
          </p:cNvPr>
          <p:cNvSpPr txBox="1"/>
          <p:nvPr/>
        </p:nvSpPr>
        <p:spPr>
          <a:xfrm>
            <a:off x="6148820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79.90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A7152DB-5843-25BB-41BF-CA6E23E97C80}"/>
              </a:ext>
            </a:extLst>
          </p:cNvPr>
          <p:cNvSpPr txBox="1"/>
          <p:nvPr/>
        </p:nvSpPr>
        <p:spPr>
          <a:xfrm>
            <a:off x="8570129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79.95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60050FB8-FDF1-B9B2-728B-999D982BB47B}"/>
              </a:ext>
            </a:extLst>
          </p:cNvPr>
          <p:cNvSpPr/>
          <p:nvPr/>
        </p:nvSpPr>
        <p:spPr bwMode="auto">
          <a:xfrm>
            <a:off x="1547738" y="3760150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6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2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6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52112" y="0"/>
                </a:lnTo>
                <a:lnTo>
                  <a:pt x="4852112" y="75962"/>
                </a:lnTo>
                <a:lnTo>
                  <a:pt x="4852112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6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2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6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AF55BE5-77C5-3F38-1C09-CCFB87F10FAD}"/>
              </a:ext>
            </a:extLst>
          </p:cNvPr>
          <p:cNvSpPr txBox="1"/>
          <p:nvPr/>
        </p:nvSpPr>
        <p:spPr>
          <a:xfrm>
            <a:off x="5968482" y="4016523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4CE4EC92-2DE8-EE52-9D70-9F1B34566BEF}"/>
              </a:ext>
            </a:extLst>
          </p:cNvPr>
          <p:cNvSpPr/>
          <p:nvPr/>
        </p:nvSpPr>
        <p:spPr bwMode="auto">
          <a:xfrm>
            <a:off x="1547738" y="3010019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85A5E90-BB23-038F-550E-6540B81C3FC9}"/>
              </a:ext>
            </a:extLst>
          </p:cNvPr>
          <p:cNvSpPr txBox="1"/>
          <p:nvPr/>
        </p:nvSpPr>
        <p:spPr>
          <a:xfrm>
            <a:off x="1299415" y="3641787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7565AE9-49E6-5388-DEEB-E5AC9649731F}"/>
              </a:ext>
            </a:extLst>
          </p:cNvPr>
          <p:cNvSpPr txBox="1"/>
          <p:nvPr/>
        </p:nvSpPr>
        <p:spPr>
          <a:xfrm>
            <a:off x="1299415" y="3451880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E0634BF-C22F-4BF3-A6DB-6EB760B516E9}"/>
              </a:ext>
            </a:extLst>
          </p:cNvPr>
          <p:cNvSpPr txBox="1"/>
          <p:nvPr/>
        </p:nvSpPr>
        <p:spPr>
          <a:xfrm>
            <a:off x="1299415" y="3261974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78EAFCD-4363-8B1A-A312-AA24DB8B067F}"/>
              </a:ext>
            </a:extLst>
          </p:cNvPr>
          <p:cNvSpPr txBox="1"/>
          <p:nvPr/>
        </p:nvSpPr>
        <p:spPr>
          <a:xfrm>
            <a:off x="1299415" y="3081562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07B3506-3C42-FA5B-5648-4E6FD4A896E1}"/>
              </a:ext>
            </a:extLst>
          </p:cNvPr>
          <p:cNvSpPr txBox="1"/>
          <p:nvPr/>
        </p:nvSpPr>
        <p:spPr>
          <a:xfrm>
            <a:off x="1299415" y="2891656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303E3EF7-E227-82EB-703A-BF1F7CC5F3DC}"/>
              </a:ext>
            </a:extLst>
          </p:cNvPr>
          <p:cNvSpPr/>
          <p:nvPr/>
        </p:nvSpPr>
        <p:spPr bwMode="auto">
          <a:xfrm>
            <a:off x="1471776" y="3010019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02654"/>
                </a:lnTo>
                <a:lnTo>
                  <a:pt x="28486" y="702654"/>
                </a:lnTo>
                <a:lnTo>
                  <a:pt x="75962" y="702654"/>
                </a:lnTo>
                <a:lnTo>
                  <a:pt x="75962" y="655177"/>
                </a:lnTo>
                <a:lnTo>
                  <a:pt x="28486" y="655177"/>
                </a:lnTo>
                <a:lnTo>
                  <a:pt x="75962" y="655177"/>
                </a:lnTo>
                <a:lnTo>
                  <a:pt x="75962" y="607701"/>
                </a:lnTo>
                <a:lnTo>
                  <a:pt x="28486" y="607701"/>
                </a:lnTo>
                <a:lnTo>
                  <a:pt x="75962" y="607701"/>
                </a:lnTo>
                <a:lnTo>
                  <a:pt x="75962" y="560224"/>
                </a:lnTo>
                <a:lnTo>
                  <a:pt x="0" y="560224"/>
                </a:lnTo>
                <a:lnTo>
                  <a:pt x="75962" y="560224"/>
                </a:lnTo>
                <a:lnTo>
                  <a:pt x="75962" y="512747"/>
                </a:lnTo>
                <a:lnTo>
                  <a:pt x="28486" y="512747"/>
                </a:lnTo>
                <a:lnTo>
                  <a:pt x="75962" y="512747"/>
                </a:lnTo>
                <a:lnTo>
                  <a:pt x="75962" y="465271"/>
                </a:lnTo>
                <a:lnTo>
                  <a:pt x="28486" y="465271"/>
                </a:lnTo>
                <a:lnTo>
                  <a:pt x="75962" y="465271"/>
                </a:lnTo>
                <a:lnTo>
                  <a:pt x="75962" y="417794"/>
                </a:lnTo>
                <a:lnTo>
                  <a:pt x="28486" y="417794"/>
                </a:lnTo>
                <a:lnTo>
                  <a:pt x="75962" y="417794"/>
                </a:lnTo>
                <a:lnTo>
                  <a:pt x="75962" y="370318"/>
                </a:lnTo>
                <a:lnTo>
                  <a:pt x="0" y="370318"/>
                </a:lnTo>
                <a:lnTo>
                  <a:pt x="75962" y="370318"/>
                </a:lnTo>
                <a:lnTo>
                  <a:pt x="75962" y="332336"/>
                </a:lnTo>
                <a:lnTo>
                  <a:pt x="28486" y="332336"/>
                </a:lnTo>
                <a:lnTo>
                  <a:pt x="75962" y="332336"/>
                </a:lnTo>
                <a:lnTo>
                  <a:pt x="75962" y="284860"/>
                </a:lnTo>
                <a:lnTo>
                  <a:pt x="28486" y="284860"/>
                </a:lnTo>
                <a:lnTo>
                  <a:pt x="75962" y="284860"/>
                </a:lnTo>
                <a:lnTo>
                  <a:pt x="75962" y="237383"/>
                </a:lnTo>
                <a:lnTo>
                  <a:pt x="28486" y="237383"/>
                </a:lnTo>
                <a:lnTo>
                  <a:pt x="75962" y="237383"/>
                </a:lnTo>
                <a:lnTo>
                  <a:pt x="75962" y="189906"/>
                </a:lnTo>
                <a:lnTo>
                  <a:pt x="0" y="189906"/>
                </a:lnTo>
                <a:lnTo>
                  <a:pt x="75962" y="189906"/>
                </a:lnTo>
                <a:lnTo>
                  <a:pt x="75962" y="142430"/>
                </a:lnTo>
                <a:lnTo>
                  <a:pt x="28486" y="142430"/>
                </a:lnTo>
                <a:lnTo>
                  <a:pt x="75962" y="142430"/>
                </a:lnTo>
                <a:lnTo>
                  <a:pt x="75962" y="94953"/>
                </a:lnTo>
                <a:lnTo>
                  <a:pt x="28486" y="94953"/>
                </a:lnTo>
                <a:lnTo>
                  <a:pt x="75962" y="94953"/>
                </a:lnTo>
                <a:lnTo>
                  <a:pt x="75962" y="47476"/>
                </a:lnTo>
                <a:lnTo>
                  <a:pt x="28486" y="47476"/>
                </a:lnTo>
                <a:lnTo>
                  <a:pt x="75962" y="47476"/>
                </a:lnTo>
                <a:lnTo>
                  <a:pt x="75962" y="0"/>
                </a:lnTo>
                <a:lnTo>
                  <a:pt x="0" y="0"/>
                </a:lnTo>
                <a:close/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CE4AF07-6809-BD04-DB69-E09640F139EC}"/>
              </a:ext>
            </a:extLst>
          </p:cNvPr>
          <p:cNvSpPr txBox="1"/>
          <p:nvPr/>
        </p:nvSpPr>
        <p:spPr>
          <a:xfrm>
            <a:off x="891253" y="3031947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Counts/1E3</a:t>
            </a: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02C44A46-0107-E700-389E-E67F6FAC0C48}"/>
              </a:ext>
            </a:extLst>
          </p:cNvPr>
          <p:cNvSpPr/>
          <p:nvPr/>
        </p:nvSpPr>
        <p:spPr bwMode="auto">
          <a:xfrm>
            <a:off x="11251963" y="3010019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2FD4961F-CB91-E88C-1A40-9EFDC0A60193}"/>
              </a:ext>
            </a:extLst>
          </p:cNvPr>
          <p:cNvSpPr/>
          <p:nvPr/>
        </p:nvSpPr>
        <p:spPr bwMode="auto">
          <a:xfrm>
            <a:off x="1557234" y="3123963"/>
            <a:ext cx="9685234" cy="617197"/>
          </a:xfrm>
          <a:custGeom>
            <a:avLst/>
            <a:gdLst/>
            <a:ahLst/>
            <a:cxnLst/>
            <a:rect l="0" t="0" r="0" b="0"/>
            <a:pathLst>
              <a:path w="9685234" h="617197">
                <a:moveTo>
                  <a:pt x="0" y="617196"/>
                </a:moveTo>
                <a:lnTo>
                  <a:pt x="37981" y="617196"/>
                </a:lnTo>
                <a:lnTo>
                  <a:pt x="85458" y="617196"/>
                </a:lnTo>
                <a:lnTo>
                  <a:pt x="123439" y="617196"/>
                </a:lnTo>
                <a:lnTo>
                  <a:pt x="161420" y="617196"/>
                </a:lnTo>
                <a:lnTo>
                  <a:pt x="208897" y="617196"/>
                </a:lnTo>
                <a:lnTo>
                  <a:pt x="246878" y="617196"/>
                </a:lnTo>
                <a:lnTo>
                  <a:pt x="294355" y="617196"/>
                </a:lnTo>
                <a:lnTo>
                  <a:pt x="332336" y="617196"/>
                </a:lnTo>
                <a:lnTo>
                  <a:pt x="379813" y="617196"/>
                </a:lnTo>
                <a:lnTo>
                  <a:pt x="417794" y="617196"/>
                </a:lnTo>
                <a:lnTo>
                  <a:pt x="465271" y="617196"/>
                </a:lnTo>
                <a:lnTo>
                  <a:pt x="503252" y="617196"/>
                </a:lnTo>
                <a:lnTo>
                  <a:pt x="541233" y="617196"/>
                </a:lnTo>
                <a:lnTo>
                  <a:pt x="588710" y="617196"/>
                </a:lnTo>
                <a:lnTo>
                  <a:pt x="626691" y="617196"/>
                </a:lnTo>
                <a:lnTo>
                  <a:pt x="674168" y="617196"/>
                </a:lnTo>
                <a:lnTo>
                  <a:pt x="712149" y="617196"/>
                </a:lnTo>
                <a:lnTo>
                  <a:pt x="759626" y="617196"/>
                </a:lnTo>
                <a:lnTo>
                  <a:pt x="797607" y="617196"/>
                </a:lnTo>
                <a:lnTo>
                  <a:pt x="835588" y="617196"/>
                </a:lnTo>
                <a:lnTo>
                  <a:pt x="883065" y="617196"/>
                </a:lnTo>
                <a:lnTo>
                  <a:pt x="921046" y="617196"/>
                </a:lnTo>
                <a:lnTo>
                  <a:pt x="968523" y="617196"/>
                </a:lnTo>
                <a:lnTo>
                  <a:pt x="1006504" y="617196"/>
                </a:lnTo>
                <a:lnTo>
                  <a:pt x="1053981" y="617196"/>
                </a:lnTo>
                <a:lnTo>
                  <a:pt x="1091962" y="617196"/>
                </a:lnTo>
                <a:lnTo>
                  <a:pt x="1129944" y="617196"/>
                </a:lnTo>
                <a:lnTo>
                  <a:pt x="1177420" y="617196"/>
                </a:lnTo>
                <a:lnTo>
                  <a:pt x="1215402" y="617196"/>
                </a:lnTo>
                <a:lnTo>
                  <a:pt x="1262878" y="617196"/>
                </a:lnTo>
                <a:lnTo>
                  <a:pt x="1300860" y="617196"/>
                </a:lnTo>
                <a:lnTo>
                  <a:pt x="1348336" y="617196"/>
                </a:lnTo>
                <a:lnTo>
                  <a:pt x="1386317" y="617196"/>
                </a:lnTo>
                <a:lnTo>
                  <a:pt x="1433794" y="617196"/>
                </a:lnTo>
                <a:lnTo>
                  <a:pt x="1471775" y="617196"/>
                </a:lnTo>
                <a:lnTo>
                  <a:pt x="1509757" y="617196"/>
                </a:lnTo>
                <a:lnTo>
                  <a:pt x="1557233" y="617196"/>
                </a:lnTo>
                <a:lnTo>
                  <a:pt x="1595215" y="607701"/>
                </a:lnTo>
                <a:lnTo>
                  <a:pt x="1642691" y="607701"/>
                </a:lnTo>
                <a:lnTo>
                  <a:pt x="1680673" y="607701"/>
                </a:lnTo>
                <a:lnTo>
                  <a:pt x="1728149" y="607701"/>
                </a:lnTo>
                <a:lnTo>
                  <a:pt x="1766131" y="607701"/>
                </a:lnTo>
                <a:lnTo>
                  <a:pt x="1804112" y="598205"/>
                </a:lnTo>
                <a:lnTo>
                  <a:pt x="1851589" y="598205"/>
                </a:lnTo>
                <a:lnTo>
                  <a:pt x="1889570" y="598205"/>
                </a:lnTo>
                <a:lnTo>
                  <a:pt x="1937047" y="588710"/>
                </a:lnTo>
                <a:lnTo>
                  <a:pt x="1975028" y="588710"/>
                </a:lnTo>
                <a:lnTo>
                  <a:pt x="2022504" y="588710"/>
                </a:lnTo>
                <a:lnTo>
                  <a:pt x="2060485" y="588710"/>
                </a:lnTo>
                <a:lnTo>
                  <a:pt x="2107962" y="579214"/>
                </a:lnTo>
                <a:lnTo>
                  <a:pt x="2145943" y="569719"/>
                </a:lnTo>
                <a:lnTo>
                  <a:pt x="2183925" y="569719"/>
                </a:lnTo>
                <a:lnTo>
                  <a:pt x="2231401" y="560224"/>
                </a:lnTo>
                <a:lnTo>
                  <a:pt x="2269383" y="550729"/>
                </a:lnTo>
                <a:lnTo>
                  <a:pt x="2316859" y="541233"/>
                </a:lnTo>
                <a:lnTo>
                  <a:pt x="2354841" y="522243"/>
                </a:lnTo>
                <a:lnTo>
                  <a:pt x="2402317" y="512747"/>
                </a:lnTo>
                <a:lnTo>
                  <a:pt x="2440299" y="493757"/>
                </a:lnTo>
                <a:lnTo>
                  <a:pt x="2478280" y="474766"/>
                </a:lnTo>
                <a:lnTo>
                  <a:pt x="2525757" y="465271"/>
                </a:lnTo>
                <a:lnTo>
                  <a:pt x="2563738" y="455775"/>
                </a:lnTo>
                <a:lnTo>
                  <a:pt x="2611215" y="436785"/>
                </a:lnTo>
                <a:lnTo>
                  <a:pt x="2649196" y="408299"/>
                </a:lnTo>
                <a:lnTo>
                  <a:pt x="2696673" y="379813"/>
                </a:lnTo>
                <a:lnTo>
                  <a:pt x="2734654" y="360822"/>
                </a:lnTo>
                <a:lnTo>
                  <a:pt x="2772635" y="332336"/>
                </a:lnTo>
                <a:lnTo>
                  <a:pt x="2820112" y="313345"/>
                </a:lnTo>
                <a:lnTo>
                  <a:pt x="2858093" y="265869"/>
                </a:lnTo>
                <a:lnTo>
                  <a:pt x="2905570" y="256374"/>
                </a:lnTo>
                <a:lnTo>
                  <a:pt x="2943551" y="227887"/>
                </a:lnTo>
                <a:lnTo>
                  <a:pt x="2991028" y="199402"/>
                </a:lnTo>
                <a:lnTo>
                  <a:pt x="3029009" y="170916"/>
                </a:lnTo>
                <a:lnTo>
                  <a:pt x="3076486" y="132934"/>
                </a:lnTo>
                <a:lnTo>
                  <a:pt x="3114467" y="132934"/>
                </a:lnTo>
                <a:lnTo>
                  <a:pt x="3152448" y="94953"/>
                </a:lnTo>
                <a:lnTo>
                  <a:pt x="3199925" y="75962"/>
                </a:lnTo>
                <a:lnTo>
                  <a:pt x="3237906" y="75962"/>
                </a:lnTo>
                <a:lnTo>
                  <a:pt x="3285383" y="66467"/>
                </a:lnTo>
                <a:lnTo>
                  <a:pt x="3323364" y="28486"/>
                </a:lnTo>
                <a:lnTo>
                  <a:pt x="3370841" y="37981"/>
                </a:lnTo>
                <a:lnTo>
                  <a:pt x="3408822" y="9495"/>
                </a:lnTo>
                <a:lnTo>
                  <a:pt x="3446804" y="18990"/>
                </a:lnTo>
                <a:lnTo>
                  <a:pt x="3494280" y="18990"/>
                </a:lnTo>
                <a:lnTo>
                  <a:pt x="3532262" y="18990"/>
                </a:lnTo>
                <a:lnTo>
                  <a:pt x="3579738" y="0"/>
                </a:lnTo>
                <a:lnTo>
                  <a:pt x="3617720" y="37981"/>
                </a:lnTo>
                <a:lnTo>
                  <a:pt x="3665196" y="28486"/>
                </a:lnTo>
                <a:lnTo>
                  <a:pt x="3703177" y="47476"/>
                </a:lnTo>
                <a:lnTo>
                  <a:pt x="3750654" y="56972"/>
                </a:lnTo>
                <a:lnTo>
                  <a:pt x="3788635" y="85458"/>
                </a:lnTo>
                <a:lnTo>
                  <a:pt x="3826616" y="104448"/>
                </a:lnTo>
                <a:lnTo>
                  <a:pt x="3874093" y="113944"/>
                </a:lnTo>
                <a:lnTo>
                  <a:pt x="3912074" y="132934"/>
                </a:lnTo>
                <a:lnTo>
                  <a:pt x="3959551" y="161420"/>
                </a:lnTo>
                <a:lnTo>
                  <a:pt x="3997532" y="180411"/>
                </a:lnTo>
                <a:lnTo>
                  <a:pt x="4045009" y="199402"/>
                </a:lnTo>
                <a:lnTo>
                  <a:pt x="4082990" y="208897"/>
                </a:lnTo>
                <a:lnTo>
                  <a:pt x="4120972" y="237383"/>
                </a:lnTo>
                <a:lnTo>
                  <a:pt x="4168448" y="227887"/>
                </a:lnTo>
                <a:lnTo>
                  <a:pt x="4206430" y="275364"/>
                </a:lnTo>
                <a:lnTo>
                  <a:pt x="4253906" y="284860"/>
                </a:lnTo>
                <a:lnTo>
                  <a:pt x="4291888" y="294355"/>
                </a:lnTo>
                <a:lnTo>
                  <a:pt x="4339364" y="313345"/>
                </a:lnTo>
                <a:lnTo>
                  <a:pt x="4377346" y="322841"/>
                </a:lnTo>
                <a:lnTo>
                  <a:pt x="4424822" y="341831"/>
                </a:lnTo>
                <a:lnTo>
                  <a:pt x="4462804" y="351327"/>
                </a:lnTo>
                <a:lnTo>
                  <a:pt x="4500785" y="360822"/>
                </a:lnTo>
                <a:lnTo>
                  <a:pt x="4548262" y="379813"/>
                </a:lnTo>
                <a:lnTo>
                  <a:pt x="4586243" y="389308"/>
                </a:lnTo>
                <a:lnTo>
                  <a:pt x="4633720" y="398803"/>
                </a:lnTo>
                <a:lnTo>
                  <a:pt x="4671701" y="408299"/>
                </a:lnTo>
                <a:lnTo>
                  <a:pt x="4719177" y="417794"/>
                </a:lnTo>
                <a:lnTo>
                  <a:pt x="4757158" y="417794"/>
                </a:lnTo>
                <a:lnTo>
                  <a:pt x="4795140" y="427289"/>
                </a:lnTo>
                <a:lnTo>
                  <a:pt x="4842616" y="436785"/>
                </a:lnTo>
                <a:lnTo>
                  <a:pt x="4880598" y="446280"/>
                </a:lnTo>
                <a:lnTo>
                  <a:pt x="4928074" y="446280"/>
                </a:lnTo>
                <a:lnTo>
                  <a:pt x="4966056" y="465271"/>
                </a:lnTo>
                <a:lnTo>
                  <a:pt x="5013532" y="465271"/>
                </a:lnTo>
                <a:lnTo>
                  <a:pt x="5051514" y="465271"/>
                </a:lnTo>
                <a:lnTo>
                  <a:pt x="5098991" y="474766"/>
                </a:lnTo>
                <a:lnTo>
                  <a:pt x="5136972" y="484261"/>
                </a:lnTo>
                <a:lnTo>
                  <a:pt x="5174953" y="484261"/>
                </a:lnTo>
                <a:lnTo>
                  <a:pt x="5222430" y="484261"/>
                </a:lnTo>
                <a:lnTo>
                  <a:pt x="5260411" y="493757"/>
                </a:lnTo>
                <a:lnTo>
                  <a:pt x="5307887" y="493757"/>
                </a:lnTo>
                <a:lnTo>
                  <a:pt x="5345869" y="493757"/>
                </a:lnTo>
                <a:lnTo>
                  <a:pt x="5393346" y="503252"/>
                </a:lnTo>
                <a:lnTo>
                  <a:pt x="5431327" y="503252"/>
                </a:lnTo>
                <a:lnTo>
                  <a:pt x="5469308" y="503252"/>
                </a:lnTo>
                <a:lnTo>
                  <a:pt x="5516785" y="512747"/>
                </a:lnTo>
                <a:lnTo>
                  <a:pt x="5554766" y="512747"/>
                </a:lnTo>
                <a:lnTo>
                  <a:pt x="5602243" y="512747"/>
                </a:lnTo>
                <a:lnTo>
                  <a:pt x="5640224" y="512747"/>
                </a:lnTo>
                <a:lnTo>
                  <a:pt x="5687701" y="512747"/>
                </a:lnTo>
                <a:lnTo>
                  <a:pt x="5725682" y="512747"/>
                </a:lnTo>
                <a:lnTo>
                  <a:pt x="5773159" y="512747"/>
                </a:lnTo>
                <a:lnTo>
                  <a:pt x="5811140" y="512747"/>
                </a:lnTo>
                <a:lnTo>
                  <a:pt x="5849122" y="522243"/>
                </a:lnTo>
                <a:lnTo>
                  <a:pt x="5896598" y="522243"/>
                </a:lnTo>
                <a:lnTo>
                  <a:pt x="5934579" y="512747"/>
                </a:lnTo>
                <a:lnTo>
                  <a:pt x="5982056" y="512747"/>
                </a:lnTo>
                <a:lnTo>
                  <a:pt x="6020037" y="522243"/>
                </a:lnTo>
                <a:lnTo>
                  <a:pt x="6067514" y="522243"/>
                </a:lnTo>
                <a:lnTo>
                  <a:pt x="6105495" y="512747"/>
                </a:lnTo>
                <a:lnTo>
                  <a:pt x="6143477" y="522243"/>
                </a:lnTo>
                <a:lnTo>
                  <a:pt x="6190953" y="512747"/>
                </a:lnTo>
                <a:lnTo>
                  <a:pt x="6228934" y="512747"/>
                </a:lnTo>
                <a:lnTo>
                  <a:pt x="6276411" y="512747"/>
                </a:lnTo>
                <a:lnTo>
                  <a:pt x="6314393" y="522243"/>
                </a:lnTo>
                <a:lnTo>
                  <a:pt x="6361869" y="512747"/>
                </a:lnTo>
                <a:lnTo>
                  <a:pt x="6399850" y="522243"/>
                </a:lnTo>
                <a:lnTo>
                  <a:pt x="6447327" y="522243"/>
                </a:lnTo>
                <a:lnTo>
                  <a:pt x="6485308" y="522243"/>
                </a:lnTo>
                <a:lnTo>
                  <a:pt x="6523290" y="522243"/>
                </a:lnTo>
                <a:lnTo>
                  <a:pt x="6570766" y="522243"/>
                </a:lnTo>
                <a:lnTo>
                  <a:pt x="6608747" y="522243"/>
                </a:lnTo>
                <a:lnTo>
                  <a:pt x="6656224" y="522243"/>
                </a:lnTo>
                <a:lnTo>
                  <a:pt x="6694206" y="522243"/>
                </a:lnTo>
                <a:lnTo>
                  <a:pt x="6741682" y="531738"/>
                </a:lnTo>
                <a:lnTo>
                  <a:pt x="6779663" y="531738"/>
                </a:lnTo>
                <a:lnTo>
                  <a:pt x="6817645" y="531738"/>
                </a:lnTo>
                <a:lnTo>
                  <a:pt x="6865122" y="541233"/>
                </a:lnTo>
                <a:lnTo>
                  <a:pt x="6903102" y="531738"/>
                </a:lnTo>
                <a:lnTo>
                  <a:pt x="6950579" y="531738"/>
                </a:lnTo>
                <a:lnTo>
                  <a:pt x="6988561" y="541233"/>
                </a:lnTo>
                <a:lnTo>
                  <a:pt x="7036038" y="550729"/>
                </a:lnTo>
                <a:lnTo>
                  <a:pt x="7074018" y="550729"/>
                </a:lnTo>
                <a:lnTo>
                  <a:pt x="7121495" y="550729"/>
                </a:lnTo>
                <a:lnTo>
                  <a:pt x="7159477" y="550729"/>
                </a:lnTo>
                <a:lnTo>
                  <a:pt x="7197458" y="550729"/>
                </a:lnTo>
                <a:lnTo>
                  <a:pt x="7244934" y="560224"/>
                </a:lnTo>
                <a:lnTo>
                  <a:pt x="7282916" y="560224"/>
                </a:lnTo>
                <a:lnTo>
                  <a:pt x="7330393" y="560224"/>
                </a:lnTo>
                <a:lnTo>
                  <a:pt x="7368374" y="560224"/>
                </a:lnTo>
                <a:lnTo>
                  <a:pt x="7415850" y="560224"/>
                </a:lnTo>
                <a:lnTo>
                  <a:pt x="7453831" y="569719"/>
                </a:lnTo>
                <a:lnTo>
                  <a:pt x="7501308" y="560224"/>
                </a:lnTo>
                <a:lnTo>
                  <a:pt x="7539290" y="569719"/>
                </a:lnTo>
                <a:lnTo>
                  <a:pt x="7577271" y="569719"/>
                </a:lnTo>
                <a:lnTo>
                  <a:pt x="7624747" y="569719"/>
                </a:lnTo>
                <a:lnTo>
                  <a:pt x="7662729" y="569719"/>
                </a:lnTo>
                <a:lnTo>
                  <a:pt x="7710206" y="569719"/>
                </a:lnTo>
                <a:lnTo>
                  <a:pt x="7748186" y="569719"/>
                </a:lnTo>
                <a:lnTo>
                  <a:pt x="7795663" y="579214"/>
                </a:lnTo>
                <a:lnTo>
                  <a:pt x="7833645" y="579214"/>
                </a:lnTo>
                <a:lnTo>
                  <a:pt x="7871626" y="579214"/>
                </a:lnTo>
                <a:lnTo>
                  <a:pt x="7919102" y="579214"/>
                </a:lnTo>
                <a:lnTo>
                  <a:pt x="7957084" y="579214"/>
                </a:lnTo>
                <a:lnTo>
                  <a:pt x="8004561" y="579214"/>
                </a:lnTo>
                <a:lnTo>
                  <a:pt x="8042542" y="579214"/>
                </a:lnTo>
                <a:lnTo>
                  <a:pt x="8090018" y="579214"/>
                </a:lnTo>
                <a:lnTo>
                  <a:pt x="8128000" y="588710"/>
                </a:lnTo>
                <a:lnTo>
                  <a:pt x="8175477" y="588710"/>
                </a:lnTo>
                <a:lnTo>
                  <a:pt x="8213458" y="588710"/>
                </a:lnTo>
                <a:lnTo>
                  <a:pt x="8251439" y="588710"/>
                </a:lnTo>
                <a:lnTo>
                  <a:pt x="8298916" y="588710"/>
                </a:lnTo>
                <a:lnTo>
                  <a:pt x="8336897" y="588710"/>
                </a:lnTo>
                <a:lnTo>
                  <a:pt x="8384374" y="588710"/>
                </a:lnTo>
                <a:lnTo>
                  <a:pt x="8422355" y="588710"/>
                </a:lnTo>
                <a:lnTo>
                  <a:pt x="8469831" y="588710"/>
                </a:lnTo>
                <a:lnTo>
                  <a:pt x="8507813" y="588710"/>
                </a:lnTo>
                <a:lnTo>
                  <a:pt x="8545794" y="588710"/>
                </a:lnTo>
                <a:lnTo>
                  <a:pt x="8593271" y="598205"/>
                </a:lnTo>
                <a:lnTo>
                  <a:pt x="8631252" y="598205"/>
                </a:lnTo>
                <a:lnTo>
                  <a:pt x="8678729" y="598205"/>
                </a:lnTo>
                <a:lnTo>
                  <a:pt x="8716710" y="598205"/>
                </a:lnTo>
                <a:lnTo>
                  <a:pt x="8764187" y="598205"/>
                </a:lnTo>
                <a:lnTo>
                  <a:pt x="8802168" y="598205"/>
                </a:lnTo>
                <a:lnTo>
                  <a:pt x="8849645" y="598205"/>
                </a:lnTo>
                <a:lnTo>
                  <a:pt x="8887626" y="598205"/>
                </a:lnTo>
                <a:lnTo>
                  <a:pt x="8925608" y="598205"/>
                </a:lnTo>
                <a:lnTo>
                  <a:pt x="8973084" y="598205"/>
                </a:lnTo>
                <a:lnTo>
                  <a:pt x="9011065" y="598205"/>
                </a:lnTo>
                <a:lnTo>
                  <a:pt x="9058542" y="607701"/>
                </a:lnTo>
                <a:lnTo>
                  <a:pt x="9096523" y="607701"/>
                </a:lnTo>
                <a:lnTo>
                  <a:pt x="9144000" y="598205"/>
                </a:lnTo>
                <a:lnTo>
                  <a:pt x="9181981" y="607701"/>
                </a:lnTo>
                <a:lnTo>
                  <a:pt x="9229458" y="607701"/>
                </a:lnTo>
                <a:lnTo>
                  <a:pt x="9267439" y="607701"/>
                </a:lnTo>
                <a:lnTo>
                  <a:pt x="9305421" y="607701"/>
                </a:lnTo>
                <a:lnTo>
                  <a:pt x="9352897" y="607701"/>
                </a:lnTo>
                <a:lnTo>
                  <a:pt x="9390878" y="607701"/>
                </a:lnTo>
                <a:lnTo>
                  <a:pt x="9438355" y="607701"/>
                </a:lnTo>
                <a:lnTo>
                  <a:pt x="9476337" y="607701"/>
                </a:lnTo>
                <a:lnTo>
                  <a:pt x="9523813" y="607701"/>
                </a:lnTo>
                <a:lnTo>
                  <a:pt x="9561794" y="607701"/>
                </a:lnTo>
                <a:lnTo>
                  <a:pt x="9599776" y="607701"/>
                </a:lnTo>
                <a:lnTo>
                  <a:pt x="9647252" y="607701"/>
                </a:lnTo>
                <a:lnTo>
                  <a:pt x="9685233" y="607701"/>
                </a:lnTo>
              </a:path>
            </a:pathLst>
          </a:custGeom>
          <a:noFill/>
          <a:ln w="12700" cap="flat" cmpd="sng" algn="ctr">
            <a:solidFill>
              <a:srgbClr val="808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70292C3-30D7-8FDD-E1C3-98C93744E70F}"/>
              </a:ext>
            </a:extLst>
          </p:cNvPr>
          <p:cNvSpPr txBox="1"/>
          <p:nvPr/>
        </p:nvSpPr>
        <p:spPr>
          <a:xfrm>
            <a:off x="1452785" y="2893048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*2 Sep 25-1-1-C-20 um-100-negative-006.tdc - Ions 400µm 80062701 cts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82B1B03-20DE-F3A3-DD27-E28F235A1AFA}"/>
              </a:ext>
            </a:extLst>
          </p:cNvPr>
          <p:cNvSpPr txBox="1"/>
          <p:nvPr/>
        </p:nvSpPr>
        <p:spPr>
          <a:xfrm>
            <a:off x="1336722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1D92CFD-0AE9-CFD0-ECB6-35242CAA5906}"/>
              </a:ext>
            </a:extLst>
          </p:cNvPr>
          <p:cNvSpPr txBox="1"/>
          <p:nvPr/>
        </p:nvSpPr>
        <p:spPr>
          <a:xfrm>
            <a:off x="3758030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21CA4BA-B60D-5BA5-A10A-476B4F9359F3}"/>
              </a:ext>
            </a:extLst>
          </p:cNvPr>
          <p:cNvSpPr txBox="1"/>
          <p:nvPr/>
        </p:nvSpPr>
        <p:spPr>
          <a:xfrm>
            <a:off x="6179339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80A85FD-1424-9304-B18B-4AF981E067AF}"/>
              </a:ext>
            </a:extLst>
          </p:cNvPr>
          <p:cNvSpPr txBox="1"/>
          <p:nvPr/>
        </p:nvSpPr>
        <p:spPr>
          <a:xfrm>
            <a:off x="8610143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91.5</a:t>
            </a:r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E5BB9B04-8B4F-0C7E-2E89-FFEA0C4E1C55}"/>
              </a:ext>
            </a:extLst>
          </p:cNvPr>
          <p:cNvSpPr/>
          <p:nvPr/>
        </p:nvSpPr>
        <p:spPr bwMode="auto">
          <a:xfrm>
            <a:off x="1547738" y="5146467"/>
            <a:ext cx="9713721" cy="75964"/>
          </a:xfrm>
          <a:custGeom>
            <a:avLst/>
            <a:gdLst/>
            <a:ahLst/>
            <a:cxnLst/>
            <a:rect l="0" t="0" r="0" b="0"/>
            <a:pathLst>
              <a:path w="9713721" h="75964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3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7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7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7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7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3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7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7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7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7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75963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7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7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7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7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3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7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7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7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7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D908D48-A6F1-6508-F02E-2DCCFB7D6519}"/>
              </a:ext>
            </a:extLst>
          </p:cNvPr>
          <p:cNvSpPr txBox="1"/>
          <p:nvPr/>
        </p:nvSpPr>
        <p:spPr>
          <a:xfrm>
            <a:off x="5968482" y="5402841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8497218C-007A-A309-A0E8-6DE1B9700CC3}"/>
              </a:ext>
            </a:extLst>
          </p:cNvPr>
          <p:cNvSpPr/>
          <p:nvPr/>
        </p:nvSpPr>
        <p:spPr bwMode="auto">
          <a:xfrm>
            <a:off x="1547738" y="4396336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990C111-AF37-6C88-EE25-197F6E18220F}"/>
              </a:ext>
            </a:extLst>
          </p:cNvPr>
          <p:cNvSpPr txBox="1"/>
          <p:nvPr/>
        </p:nvSpPr>
        <p:spPr>
          <a:xfrm>
            <a:off x="1193617" y="5028104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B5D3453-9E4A-F1D3-0316-539B944128FC}"/>
              </a:ext>
            </a:extLst>
          </p:cNvPr>
          <p:cNvSpPr txBox="1"/>
          <p:nvPr/>
        </p:nvSpPr>
        <p:spPr>
          <a:xfrm>
            <a:off x="1193617" y="4838198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774CA1F-244B-5DDB-A496-93A2C3612F72}"/>
              </a:ext>
            </a:extLst>
          </p:cNvPr>
          <p:cNvSpPr txBox="1"/>
          <p:nvPr/>
        </p:nvSpPr>
        <p:spPr>
          <a:xfrm>
            <a:off x="1193617" y="4648291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733A8D4-7967-CE20-C5F1-6CC3D351E89B}"/>
              </a:ext>
            </a:extLst>
          </p:cNvPr>
          <p:cNvSpPr txBox="1"/>
          <p:nvPr/>
        </p:nvSpPr>
        <p:spPr>
          <a:xfrm>
            <a:off x="1193617" y="4458385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1.5</a:t>
            </a:r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A3EF489F-42ED-9FFB-6102-0A02284D2F94}"/>
              </a:ext>
            </a:extLst>
          </p:cNvPr>
          <p:cNvSpPr/>
          <p:nvPr/>
        </p:nvSpPr>
        <p:spPr bwMode="auto">
          <a:xfrm>
            <a:off x="1471776" y="4396336"/>
            <a:ext cx="75963" cy="759628"/>
          </a:xfrm>
          <a:custGeom>
            <a:avLst/>
            <a:gdLst/>
            <a:ahLst/>
            <a:cxnLst/>
            <a:rect l="0" t="0" r="0" b="0"/>
            <a:pathLst>
              <a:path w="75963" h="759628">
                <a:moveTo>
                  <a:pt x="75962" y="0"/>
                </a:moveTo>
                <a:lnTo>
                  <a:pt x="75962" y="759627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12150"/>
                </a:lnTo>
                <a:lnTo>
                  <a:pt x="28486" y="712150"/>
                </a:lnTo>
                <a:lnTo>
                  <a:pt x="75962" y="712150"/>
                </a:lnTo>
                <a:lnTo>
                  <a:pt x="75962" y="674169"/>
                </a:lnTo>
                <a:lnTo>
                  <a:pt x="28486" y="674169"/>
                </a:lnTo>
                <a:lnTo>
                  <a:pt x="75962" y="674169"/>
                </a:lnTo>
                <a:lnTo>
                  <a:pt x="75962" y="636187"/>
                </a:lnTo>
                <a:lnTo>
                  <a:pt x="28486" y="636187"/>
                </a:lnTo>
                <a:lnTo>
                  <a:pt x="75962" y="636187"/>
                </a:lnTo>
                <a:lnTo>
                  <a:pt x="75962" y="598206"/>
                </a:lnTo>
                <a:lnTo>
                  <a:pt x="28486" y="598206"/>
                </a:lnTo>
                <a:lnTo>
                  <a:pt x="75962" y="598206"/>
                </a:lnTo>
                <a:lnTo>
                  <a:pt x="75962" y="560225"/>
                </a:lnTo>
                <a:lnTo>
                  <a:pt x="0" y="560225"/>
                </a:lnTo>
                <a:lnTo>
                  <a:pt x="75962" y="560225"/>
                </a:lnTo>
                <a:lnTo>
                  <a:pt x="75962" y="522244"/>
                </a:lnTo>
                <a:lnTo>
                  <a:pt x="28486" y="522244"/>
                </a:lnTo>
                <a:lnTo>
                  <a:pt x="75962" y="522244"/>
                </a:lnTo>
                <a:lnTo>
                  <a:pt x="75962" y="484262"/>
                </a:lnTo>
                <a:lnTo>
                  <a:pt x="28486" y="484262"/>
                </a:lnTo>
                <a:lnTo>
                  <a:pt x="75962" y="484262"/>
                </a:lnTo>
                <a:lnTo>
                  <a:pt x="75962" y="446281"/>
                </a:lnTo>
                <a:lnTo>
                  <a:pt x="28486" y="446281"/>
                </a:lnTo>
                <a:lnTo>
                  <a:pt x="75962" y="446281"/>
                </a:lnTo>
                <a:lnTo>
                  <a:pt x="75962" y="408299"/>
                </a:lnTo>
                <a:lnTo>
                  <a:pt x="28486" y="408299"/>
                </a:lnTo>
                <a:lnTo>
                  <a:pt x="75962" y="408299"/>
                </a:lnTo>
                <a:lnTo>
                  <a:pt x="75962" y="370318"/>
                </a:lnTo>
                <a:lnTo>
                  <a:pt x="0" y="370318"/>
                </a:lnTo>
                <a:lnTo>
                  <a:pt x="75962" y="370318"/>
                </a:lnTo>
                <a:lnTo>
                  <a:pt x="75962" y="332337"/>
                </a:lnTo>
                <a:lnTo>
                  <a:pt x="28486" y="332337"/>
                </a:lnTo>
                <a:lnTo>
                  <a:pt x="75962" y="332337"/>
                </a:lnTo>
                <a:lnTo>
                  <a:pt x="75962" y="294356"/>
                </a:lnTo>
                <a:lnTo>
                  <a:pt x="28486" y="294356"/>
                </a:lnTo>
                <a:lnTo>
                  <a:pt x="75962" y="294356"/>
                </a:lnTo>
                <a:lnTo>
                  <a:pt x="75962" y="256374"/>
                </a:lnTo>
                <a:lnTo>
                  <a:pt x="28486" y="256374"/>
                </a:lnTo>
                <a:lnTo>
                  <a:pt x="75962" y="256374"/>
                </a:lnTo>
                <a:lnTo>
                  <a:pt x="75962" y="218393"/>
                </a:lnTo>
                <a:lnTo>
                  <a:pt x="28486" y="218393"/>
                </a:lnTo>
                <a:lnTo>
                  <a:pt x="75962" y="218393"/>
                </a:lnTo>
                <a:lnTo>
                  <a:pt x="75962" y="180412"/>
                </a:lnTo>
                <a:lnTo>
                  <a:pt x="0" y="180412"/>
                </a:lnTo>
                <a:lnTo>
                  <a:pt x="75962" y="180412"/>
                </a:lnTo>
                <a:lnTo>
                  <a:pt x="75962" y="142430"/>
                </a:lnTo>
                <a:lnTo>
                  <a:pt x="28486" y="142430"/>
                </a:lnTo>
                <a:lnTo>
                  <a:pt x="75962" y="142430"/>
                </a:lnTo>
                <a:lnTo>
                  <a:pt x="75962" y="104449"/>
                </a:lnTo>
                <a:lnTo>
                  <a:pt x="28486" y="104449"/>
                </a:lnTo>
                <a:lnTo>
                  <a:pt x="75962" y="104449"/>
                </a:lnTo>
                <a:lnTo>
                  <a:pt x="75962" y="66468"/>
                </a:lnTo>
                <a:lnTo>
                  <a:pt x="28486" y="66468"/>
                </a:lnTo>
                <a:lnTo>
                  <a:pt x="75962" y="66468"/>
                </a:lnTo>
                <a:lnTo>
                  <a:pt x="75962" y="28487"/>
                </a:lnTo>
                <a:lnTo>
                  <a:pt x="28486" y="28487"/>
                </a:lnTo>
                <a:lnTo>
                  <a:pt x="75962" y="28487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B14D2BF-AA06-3CA0-6305-C25B5473AC95}"/>
              </a:ext>
            </a:extLst>
          </p:cNvPr>
          <p:cNvSpPr txBox="1"/>
          <p:nvPr/>
        </p:nvSpPr>
        <p:spPr>
          <a:xfrm>
            <a:off x="891253" y="4418265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Counts/1E4</a:t>
            </a:r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E1E1A668-AD5F-EFC8-B9BA-C2667EC65A73}"/>
              </a:ext>
            </a:extLst>
          </p:cNvPr>
          <p:cNvSpPr/>
          <p:nvPr/>
        </p:nvSpPr>
        <p:spPr bwMode="auto">
          <a:xfrm>
            <a:off x="11251963" y="4396336"/>
            <a:ext cx="1" cy="759628"/>
          </a:xfrm>
          <a:custGeom>
            <a:avLst/>
            <a:gdLst/>
            <a:ahLst/>
            <a:cxnLst/>
            <a:rect l="0" t="0" r="0" b="0"/>
            <a:pathLst>
              <a:path w="1" h="759628">
                <a:moveTo>
                  <a:pt x="0" y="0"/>
                </a:moveTo>
                <a:lnTo>
                  <a:pt x="0" y="759627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1E3C44C5-644A-F8C7-6CC0-9DA1E2E4D992}"/>
              </a:ext>
            </a:extLst>
          </p:cNvPr>
          <p:cNvSpPr/>
          <p:nvPr/>
        </p:nvSpPr>
        <p:spPr bwMode="auto">
          <a:xfrm>
            <a:off x="1547738" y="4510281"/>
            <a:ext cx="9694730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617196"/>
                </a:moveTo>
                <a:lnTo>
                  <a:pt x="9496" y="617196"/>
                </a:lnTo>
                <a:lnTo>
                  <a:pt x="18991" y="617196"/>
                </a:lnTo>
                <a:lnTo>
                  <a:pt x="28486" y="617196"/>
                </a:lnTo>
                <a:lnTo>
                  <a:pt x="37982" y="617196"/>
                </a:lnTo>
                <a:lnTo>
                  <a:pt x="47477" y="617196"/>
                </a:lnTo>
                <a:lnTo>
                  <a:pt x="56972" y="617196"/>
                </a:lnTo>
                <a:lnTo>
                  <a:pt x="66468" y="617196"/>
                </a:lnTo>
                <a:lnTo>
                  <a:pt x="75963" y="617196"/>
                </a:lnTo>
                <a:lnTo>
                  <a:pt x="85458" y="617196"/>
                </a:lnTo>
                <a:lnTo>
                  <a:pt x="94954" y="617196"/>
                </a:lnTo>
                <a:lnTo>
                  <a:pt x="104449" y="617196"/>
                </a:lnTo>
                <a:lnTo>
                  <a:pt x="113944" y="617196"/>
                </a:lnTo>
                <a:lnTo>
                  <a:pt x="123440" y="617196"/>
                </a:lnTo>
                <a:lnTo>
                  <a:pt x="132935" y="617196"/>
                </a:lnTo>
                <a:lnTo>
                  <a:pt x="142430" y="617196"/>
                </a:lnTo>
                <a:lnTo>
                  <a:pt x="151926" y="617196"/>
                </a:lnTo>
                <a:lnTo>
                  <a:pt x="161421" y="617196"/>
                </a:lnTo>
                <a:lnTo>
                  <a:pt x="170916" y="617196"/>
                </a:lnTo>
                <a:lnTo>
                  <a:pt x="180412" y="617196"/>
                </a:lnTo>
                <a:lnTo>
                  <a:pt x="189907" y="617196"/>
                </a:lnTo>
                <a:lnTo>
                  <a:pt x="199402" y="617196"/>
                </a:lnTo>
                <a:lnTo>
                  <a:pt x="208898" y="617196"/>
                </a:lnTo>
                <a:lnTo>
                  <a:pt x="218393" y="617196"/>
                </a:lnTo>
                <a:lnTo>
                  <a:pt x="227888" y="617196"/>
                </a:lnTo>
                <a:lnTo>
                  <a:pt x="237383" y="617196"/>
                </a:lnTo>
                <a:lnTo>
                  <a:pt x="246879" y="617196"/>
                </a:lnTo>
                <a:lnTo>
                  <a:pt x="256374" y="617196"/>
                </a:lnTo>
                <a:lnTo>
                  <a:pt x="265870" y="617196"/>
                </a:lnTo>
                <a:lnTo>
                  <a:pt x="275365" y="617196"/>
                </a:lnTo>
                <a:lnTo>
                  <a:pt x="284860" y="617196"/>
                </a:lnTo>
                <a:lnTo>
                  <a:pt x="294355" y="617196"/>
                </a:lnTo>
                <a:lnTo>
                  <a:pt x="303851" y="617196"/>
                </a:lnTo>
                <a:lnTo>
                  <a:pt x="313346" y="617196"/>
                </a:lnTo>
                <a:lnTo>
                  <a:pt x="322841" y="617196"/>
                </a:lnTo>
                <a:lnTo>
                  <a:pt x="332337" y="617196"/>
                </a:lnTo>
                <a:lnTo>
                  <a:pt x="341832" y="617196"/>
                </a:lnTo>
                <a:lnTo>
                  <a:pt x="351327" y="617196"/>
                </a:lnTo>
                <a:lnTo>
                  <a:pt x="360823" y="617196"/>
                </a:lnTo>
                <a:lnTo>
                  <a:pt x="370318" y="617196"/>
                </a:lnTo>
                <a:lnTo>
                  <a:pt x="379813" y="617196"/>
                </a:lnTo>
                <a:lnTo>
                  <a:pt x="389309" y="617196"/>
                </a:lnTo>
                <a:lnTo>
                  <a:pt x="398804" y="617196"/>
                </a:lnTo>
                <a:lnTo>
                  <a:pt x="408299" y="617196"/>
                </a:lnTo>
                <a:lnTo>
                  <a:pt x="417795" y="617196"/>
                </a:lnTo>
                <a:lnTo>
                  <a:pt x="427290" y="617196"/>
                </a:lnTo>
                <a:lnTo>
                  <a:pt x="436785" y="617196"/>
                </a:lnTo>
                <a:lnTo>
                  <a:pt x="446281" y="617196"/>
                </a:lnTo>
                <a:lnTo>
                  <a:pt x="455776" y="617196"/>
                </a:lnTo>
                <a:lnTo>
                  <a:pt x="465271" y="617196"/>
                </a:lnTo>
                <a:lnTo>
                  <a:pt x="474767" y="617196"/>
                </a:lnTo>
                <a:lnTo>
                  <a:pt x="484262" y="617196"/>
                </a:lnTo>
                <a:lnTo>
                  <a:pt x="493757" y="617196"/>
                </a:lnTo>
                <a:lnTo>
                  <a:pt x="503253" y="617196"/>
                </a:lnTo>
                <a:lnTo>
                  <a:pt x="512748" y="617196"/>
                </a:lnTo>
                <a:lnTo>
                  <a:pt x="522243" y="617196"/>
                </a:lnTo>
                <a:lnTo>
                  <a:pt x="531739" y="617196"/>
                </a:lnTo>
                <a:lnTo>
                  <a:pt x="541234" y="617196"/>
                </a:lnTo>
                <a:lnTo>
                  <a:pt x="550729" y="617196"/>
                </a:lnTo>
                <a:lnTo>
                  <a:pt x="560225" y="617196"/>
                </a:lnTo>
                <a:lnTo>
                  <a:pt x="569720" y="617196"/>
                </a:lnTo>
                <a:lnTo>
                  <a:pt x="579215" y="617196"/>
                </a:lnTo>
                <a:lnTo>
                  <a:pt x="588711" y="617196"/>
                </a:lnTo>
                <a:lnTo>
                  <a:pt x="598206" y="617196"/>
                </a:lnTo>
                <a:lnTo>
                  <a:pt x="607701" y="617196"/>
                </a:lnTo>
                <a:lnTo>
                  <a:pt x="617197" y="617196"/>
                </a:lnTo>
                <a:lnTo>
                  <a:pt x="626692" y="617196"/>
                </a:lnTo>
                <a:lnTo>
                  <a:pt x="636187" y="617196"/>
                </a:lnTo>
                <a:lnTo>
                  <a:pt x="645683" y="617196"/>
                </a:lnTo>
                <a:lnTo>
                  <a:pt x="655178" y="626691"/>
                </a:lnTo>
                <a:lnTo>
                  <a:pt x="664673" y="617196"/>
                </a:lnTo>
                <a:lnTo>
                  <a:pt x="674169" y="617196"/>
                </a:lnTo>
                <a:lnTo>
                  <a:pt x="683664" y="617196"/>
                </a:lnTo>
                <a:lnTo>
                  <a:pt x="693159" y="617196"/>
                </a:lnTo>
                <a:lnTo>
                  <a:pt x="702654" y="617196"/>
                </a:lnTo>
                <a:lnTo>
                  <a:pt x="712150" y="617196"/>
                </a:lnTo>
                <a:lnTo>
                  <a:pt x="721645" y="617196"/>
                </a:lnTo>
                <a:lnTo>
                  <a:pt x="731141" y="617196"/>
                </a:lnTo>
                <a:lnTo>
                  <a:pt x="740636" y="617196"/>
                </a:lnTo>
                <a:lnTo>
                  <a:pt x="750131" y="617196"/>
                </a:lnTo>
                <a:lnTo>
                  <a:pt x="759627" y="617196"/>
                </a:lnTo>
                <a:lnTo>
                  <a:pt x="769122" y="617196"/>
                </a:lnTo>
                <a:lnTo>
                  <a:pt x="778617" y="617196"/>
                </a:lnTo>
                <a:lnTo>
                  <a:pt x="788112" y="617196"/>
                </a:lnTo>
                <a:lnTo>
                  <a:pt x="797608" y="617196"/>
                </a:lnTo>
                <a:lnTo>
                  <a:pt x="807103" y="617196"/>
                </a:lnTo>
                <a:lnTo>
                  <a:pt x="816598" y="617196"/>
                </a:lnTo>
                <a:lnTo>
                  <a:pt x="826094" y="617196"/>
                </a:lnTo>
                <a:lnTo>
                  <a:pt x="835589" y="617196"/>
                </a:lnTo>
                <a:lnTo>
                  <a:pt x="845084" y="617196"/>
                </a:lnTo>
                <a:lnTo>
                  <a:pt x="854580" y="617196"/>
                </a:lnTo>
                <a:lnTo>
                  <a:pt x="864075" y="617196"/>
                </a:lnTo>
                <a:lnTo>
                  <a:pt x="873570" y="617196"/>
                </a:lnTo>
                <a:lnTo>
                  <a:pt x="883066" y="617196"/>
                </a:lnTo>
                <a:lnTo>
                  <a:pt x="892561" y="617196"/>
                </a:lnTo>
                <a:lnTo>
                  <a:pt x="902056" y="617196"/>
                </a:lnTo>
                <a:lnTo>
                  <a:pt x="911552" y="617196"/>
                </a:lnTo>
                <a:lnTo>
                  <a:pt x="921047" y="617196"/>
                </a:lnTo>
                <a:lnTo>
                  <a:pt x="930542" y="617196"/>
                </a:lnTo>
                <a:lnTo>
                  <a:pt x="940038" y="617196"/>
                </a:lnTo>
                <a:lnTo>
                  <a:pt x="949533" y="617196"/>
                </a:lnTo>
                <a:lnTo>
                  <a:pt x="959028" y="617196"/>
                </a:lnTo>
                <a:lnTo>
                  <a:pt x="968524" y="617196"/>
                </a:lnTo>
                <a:lnTo>
                  <a:pt x="978019" y="617196"/>
                </a:lnTo>
                <a:lnTo>
                  <a:pt x="987514" y="617196"/>
                </a:lnTo>
                <a:lnTo>
                  <a:pt x="997010" y="617196"/>
                </a:lnTo>
                <a:lnTo>
                  <a:pt x="1006505" y="617196"/>
                </a:lnTo>
                <a:lnTo>
                  <a:pt x="1016000" y="617196"/>
                </a:lnTo>
                <a:lnTo>
                  <a:pt x="1025496" y="617196"/>
                </a:lnTo>
                <a:lnTo>
                  <a:pt x="1034991" y="617196"/>
                </a:lnTo>
                <a:lnTo>
                  <a:pt x="1044486" y="617196"/>
                </a:lnTo>
                <a:lnTo>
                  <a:pt x="1053982" y="617196"/>
                </a:lnTo>
                <a:lnTo>
                  <a:pt x="1063477" y="626691"/>
                </a:lnTo>
                <a:lnTo>
                  <a:pt x="1072972" y="617196"/>
                </a:lnTo>
                <a:lnTo>
                  <a:pt x="1082468" y="617196"/>
                </a:lnTo>
                <a:lnTo>
                  <a:pt x="1091963" y="617196"/>
                </a:lnTo>
                <a:lnTo>
                  <a:pt x="1101458" y="617196"/>
                </a:lnTo>
                <a:lnTo>
                  <a:pt x="1110954" y="617196"/>
                </a:lnTo>
                <a:lnTo>
                  <a:pt x="1120449" y="617196"/>
                </a:lnTo>
                <a:lnTo>
                  <a:pt x="1129944" y="617196"/>
                </a:lnTo>
                <a:lnTo>
                  <a:pt x="1139440" y="617196"/>
                </a:lnTo>
                <a:lnTo>
                  <a:pt x="1148935" y="617196"/>
                </a:lnTo>
                <a:lnTo>
                  <a:pt x="1158430" y="617196"/>
                </a:lnTo>
                <a:lnTo>
                  <a:pt x="1167926" y="617196"/>
                </a:lnTo>
                <a:lnTo>
                  <a:pt x="1177421" y="617196"/>
                </a:lnTo>
                <a:lnTo>
                  <a:pt x="1186916" y="617196"/>
                </a:lnTo>
                <a:lnTo>
                  <a:pt x="1196412" y="626691"/>
                </a:lnTo>
                <a:lnTo>
                  <a:pt x="1205907" y="617196"/>
                </a:lnTo>
                <a:lnTo>
                  <a:pt x="1215402" y="617196"/>
                </a:lnTo>
                <a:lnTo>
                  <a:pt x="1224898" y="617196"/>
                </a:lnTo>
                <a:lnTo>
                  <a:pt x="1234393" y="617196"/>
                </a:lnTo>
                <a:lnTo>
                  <a:pt x="1243888" y="617196"/>
                </a:lnTo>
                <a:lnTo>
                  <a:pt x="1253383" y="617196"/>
                </a:lnTo>
                <a:lnTo>
                  <a:pt x="1262879" y="617196"/>
                </a:lnTo>
                <a:lnTo>
                  <a:pt x="1272374" y="617196"/>
                </a:lnTo>
                <a:lnTo>
                  <a:pt x="1281870" y="617196"/>
                </a:lnTo>
                <a:lnTo>
                  <a:pt x="1291365" y="617196"/>
                </a:lnTo>
                <a:lnTo>
                  <a:pt x="1300860" y="617196"/>
                </a:lnTo>
                <a:lnTo>
                  <a:pt x="1310356" y="617196"/>
                </a:lnTo>
                <a:lnTo>
                  <a:pt x="1319851" y="617196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17196"/>
                </a:lnTo>
                <a:lnTo>
                  <a:pt x="1357832" y="626691"/>
                </a:lnTo>
                <a:lnTo>
                  <a:pt x="1367327" y="617196"/>
                </a:lnTo>
                <a:lnTo>
                  <a:pt x="1376823" y="617196"/>
                </a:lnTo>
                <a:lnTo>
                  <a:pt x="1386318" y="617196"/>
                </a:lnTo>
                <a:lnTo>
                  <a:pt x="1395813" y="617196"/>
                </a:lnTo>
                <a:lnTo>
                  <a:pt x="1405309" y="617196"/>
                </a:lnTo>
                <a:lnTo>
                  <a:pt x="1414804" y="617196"/>
                </a:lnTo>
                <a:lnTo>
                  <a:pt x="1424299" y="617196"/>
                </a:lnTo>
                <a:lnTo>
                  <a:pt x="1433795" y="617196"/>
                </a:lnTo>
                <a:lnTo>
                  <a:pt x="1443290" y="617196"/>
                </a:lnTo>
                <a:lnTo>
                  <a:pt x="1452785" y="617196"/>
                </a:lnTo>
                <a:lnTo>
                  <a:pt x="1462281" y="617196"/>
                </a:lnTo>
                <a:lnTo>
                  <a:pt x="1471776" y="626691"/>
                </a:lnTo>
                <a:lnTo>
                  <a:pt x="1481271" y="617196"/>
                </a:lnTo>
                <a:lnTo>
                  <a:pt x="1490767" y="617196"/>
                </a:lnTo>
                <a:lnTo>
                  <a:pt x="1500262" y="617196"/>
                </a:lnTo>
                <a:lnTo>
                  <a:pt x="1509757" y="617196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26691"/>
                </a:lnTo>
                <a:lnTo>
                  <a:pt x="1547739" y="626691"/>
                </a:lnTo>
                <a:lnTo>
                  <a:pt x="1557234" y="617196"/>
                </a:lnTo>
                <a:lnTo>
                  <a:pt x="1566729" y="617196"/>
                </a:lnTo>
                <a:lnTo>
                  <a:pt x="1576225" y="617196"/>
                </a:lnTo>
                <a:lnTo>
                  <a:pt x="1585720" y="617196"/>
                </a:lnTo>
                <a:lnTo>
                  <a:pt x="1595215" y="617196"/>
                </a:lnTo>
                <a:lnTo>
                  <a:pt x="1604711" y="617196"/>
                </a:lnTo>
                <a:lnTo>
                  <a:pt x="1614206" y="617196"/>
                </a:lnTo>
                <a:lnTo>
                  <a:pt x="1623701" y="617196"/>
                </a:lnTo>
                <a:lnTo>
                  <a:pt x="1633197" y="626691"/>
                </a:lnTo>
                <a:lnTo>
                  <a:pt x="1642692" y="617196"/>
                </a:lnTo>
                <a:lnTo>
                  <a:pt x="1652187" y="626691"/>
                </a:lnTo>
                <a:lnTo>
                  <a:pt x="1661683" y="617196"/>
                </a:lnTo>
                <a:lnTo>
                  <a:pt x="1671178" y="626691"/>
                </a:lnTo>
                <a:lnTo>
                  <a:pt x="1680673" y="617196"/>
                </a:lnTo>
                <a:lnTo>
                  <a:pt x="1690169" y="626691"/>
                </a:lnTo>
                <a:lnTo>
                  <a:pt x="1699664" y="617196"/>
                </a:lnTo>
                <a:lnTo>
                  <a:pt x="1709159" y="626691"/>
                </a:lnTo>
                <a:lnTo>
                  <a:pt x="1718654" y="617196"/>
                </a:lnTo>
                <a:lnTo>
                  <a:pt x="1728150" y="617196"/>
                </a:lnTo>
                <a:lnTo>
                  <a:pt x="1737645" y="617196"/>
                </a:lnTo>
                <a:lnTo>
                  <a:pt x="1747141" y="617196"/>
                </a:lnTo>
                <a:lnTo>
                  <a:pt x="1756636" y="626691"/>
                </a:lnTo>
                <a:lnTo>
                  <a:pt x="1766131" y="617196"/>
                </a:lnTo>
                <a:lnTo>
                  <a:pt x="1775627" y="617196"/>
                </a:lnTo>
                <a:lnTo>
                  <a:pt x="1785122" y="626691"/>
                </a:lnTo>
                <a:lnTo>
                  <a:pt x="1794617" y="617196"/>
                </a:lnTo>
                <a:lnTo>
                  <a:pt x="1804112" y="626691"/>
                </a:lnTo>
                <a:lnTo>
                  <a:pt x="1813608" y="617196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17196"/>
                </a:lnTo>
                <a:lnTo>
                  <a:pt x="1851589" y="617196"/>
                </a:lnTo>
                <a:lnTo>
                  <a:pt x="1861085" y="617196"/>
                </a:lnTo>
                <a:lnTo>
                  <a:pt x="1870580" y="617196"/>
                </a:lnTo>
                <a:lnTo>
                  <a:pt x="1880075" y="617196"/>
                </a:lnTo>
                <a:lnTo>
                  <a:pt x="1889570" y="617196"/>
                </a:lnTo>
                <a:lnTo>
                  <a:pt x="1899066" y="617196"/>
                </a:lnTo>
                <a:lnTo>
                  <a:pt x="1908561" y="626691"/>
                </a:lnTo>
                <a:lnTo>
                  <a:pt x="1918056" y="617196"/>
                </a:lnTo>
                <a:lnTo>
                  <a:pt x="1927552" y="617196"/>
                </a:lnTo>
                <a:lnTo>
                  <a:pt x="1937047" y="626691"/>
                </a:lnTo>
                <a:lnTo>
                  <a:pt x="1946543" y="617196"/>
                </a:lnTo>
                <a:lnTo>
                  <a:pt x="1956038" y="617196"/>
                </a:lnTo>
                <a:lnTo>
                  <a:pt x="1965533" y="617196"/>
                </a:lnTo>
                <a:lnTo>
                  <a:pt x="1975028" y="626691"/>
                </a:lnTo>
                <a:lnTo>
                  <a:pt x="1984524" y="617196"/>
                </a:lnTo>
                <a:lnTo>
                  <a:pt x="1994019" y="617196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17196"/>
                </a:lnTo>
                <a:lnTo>
                  <a:pt x="2032000" y="626691"/>
                </a:lnTo>
                <a:lnTo>
                  <a:pt x="2041496" y="617196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17196"/>
                </a:lnTo>
                <a:lnTo>
                  <a:pt x="2079477" y="617196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17196"/>
                </a:lnTo>
                <a:lnTo>
                  <a:pt x="2136449" y="617196"/>
                </a:lnTo>
                <a:lnTo>
                  <a:pt x="2145944" y="617196"/>
                </a:lnTo>
                <a:lnTo>
                  <a:pt x="2155439" y="617196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17196"/>
                </a:lnTo>
                <a:lnTo>
                  <a:pt x="2193421" y="617196"/>
                </a:lnTo>
                <a:lnTo>
                  <a:pt x="2202916" y="617196"/>
                </a:lnTo>
                <a:lnTo>
                  <a:pt x="2212412" y="626691"/>
                </a:lnTo>
                <a:lnTo>
                  <a:pt x="2221907" y="626691"/>
                </a:lnTo>
                <a:lnTo>
                  <a:pt x="2231402" y="626691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17196"/>
                </a:lnTo>
                <a:lnTo>
                  <a:pt x="2269384" y="617196"/>
                </a:lnTo>
                <a:lnTo>
                  <a:pt x="2278879" y="617196"/>
                </a:lnTo>
                <a:lnTo>
                  <a:pt x="2288374" y="617196"/>
                </a:lnTo>
                <a:lnTo>
                  <a:pt x="2297870" y="617196"/>
                </a:lnTo>
                <a:lnTo>
                  <a:pt x="2307365" y="617196"/>
                </a:lnTo>
                <a:lnTo>
                  <a:pt x="2316860" y="617196"/>
                </a:lnTo>
                <a:lnTo>
                  <a:pt x="2326355" y="626691"/>
                </a:lnTo>
                <a:lnTo>
                  <a:pt x="2335851" y="617196"/>
                </a:lnTo>
                <a:lnTo>
                  <a:pt x="2345346" y="617196"/>
                </a:lnTo>
                <a:lnTo>
                  <a:pt x="2354842" y="617196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17196"/>
                </a:lnTo>
                <a:lnTo>
                  <a:pt x="2392823" y="617196"/>
                </a:lnTo>
                <a:lnTo>
                  <a:pt x="2402318" y="617196"/>
                </a:lnTo>
                <a:lnTo>
                  <a:pt x="2411813" y="617196"/>
                </a:lnTo>
                <a:lnTo>
                  <a:pt x="2421309" y="617196"/>
                </a:lnTo>
                <a:lnTo>
                  <a:pt x="2430804" y="626691"/>
                </a:lnTo>
                <a:lnTo>
                  <a:pt x="2440300" y="617196"/>
                </a:lnTo>
                <a:lnTo>
                  <a:pt x="2449795" y="617196"/>
                </a:lnTo>
                <a:lnTo>
                  <a:pt x="2459290" y="617196"/>
                </a:lnTo>
                <a:lnTo>
                  <a:pt x="2468785" y="617196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17196"/>
                </a:lnTo>
                <a:lnTo>
                  <a:pt x="2506767" y="626691"/>
                </a:lnTo>
                <a:lnTo>
                  <a:pt x="2516262" y="626691"/>
                </a:lnTo>
                <a:lnTo>
                  <a:pt x="2525758" y="626691"/>
                </a:lnTo>
                <a:lnTo>
                  <a:pt x="2535253" y="617196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17196"/>
                </a:lnTo>
                <a:lnTo>
                  <a:pt x="2573234" y="617196"/>
                </a:lnTo>
                <a:lnTo>
                  <a:pt x="2582729" y="626691"/>
                </a:lnTo>
                <a:lnTo>
                  <a:pt x="2592225" y="617196"/>
                </a:lnTo>
                <a:lnTo>
                  <a:pt x="2601720" y="617196"/>
                </a:lnTo>
                <a:lnTo>
                  <a:pt x="2611216" y="626691"/>
                </a:lnTo>
                <a:lnTo>
                  <a:pt x="2620711" y="617196"/>
                </a:lnTo>
                <a:lnTo>
                  <a:pt x="2630206" y="617196"/>
                </a:lnTo>
                <a:lnTo>
                  <a:pt x="2639701" y="617196"/>
                </a:lnTo>
                <a:lnTo>
                  <a:pt x="2649197" y="617196"/>
                </a:lnTo>
                <a:lnTo>
                  <a:pt x="2658692" y="617196"/>
                </a:lnTo>
                <a:lnTo>
                  <a:pt x="2668187" y="617196"/>
                </a:lnTo>
                <a:lnTo>
                  <a:pt x="2677683" y="617196"/>
                </a:lnTo>
                <a:lnTo>
                  <a:pt x="2687178" y="617196"/>
                </a:lnTo>
                <a:lnTo>
                  <a:pt x="2696673" y="617196"/>
                </a:lnTo>
                <a:lnTo>
                  <a:pt x="2706169" y="617196"/>
                </a:lnTo>
                <a:lnTo>
                  <a:pt x="2715664" y="617196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17196"/>
                </a:lnTo>
                <a:lnTo>
                  <a:pt x="2772636" y="617196"/>
                </a:lnTo>
                <a:lnTo>
                  <a:pt x="2782131" y="626691"/>
                </a:lnTo>
                <a:lnTo>
                  <a:pt x="2791627" y="617196"/>
                </a:lnTo>
                <a:lnTo>
                  <a:pt x="2801122" y="617196"/>
                </a:lnTo>
                <a:lnTo>
                  <a:pt x="2810617" y="626691"/>
                </a:lnTo>
                <a:lnTo>
                  <a:pt x="2820112" y="626691"/>
                </a:lnTo>
                <a:lnTo>
                  <a:pt x="2829608" y="617196"/>
                </a:lnTo>
                <a:lnTo>
                  <a:pt x="2839103" y="617196"/>
                </a:lnTo>
                <a:lnTo>
                  <a:pt x="2848599" y="617196"/>
                </a:lnTo>
                <a:lnTo>
                  <a:pt x="2858094" y="617196"/>
                </a:lnTo>
                <a:lnTo>
                  <a:pt x="2867589" y="617196"/>
                </a:lnTo>
                <a:lnTo>
                  <a:pt x="2877085" y="617196"/>
                </a:lnTo>
                <a:lnTo>
                  <a:pt x="2886580" y="617196"/>
                </a:lnTo>
                <a:lnTo>
                  <a:pt x="2896075" y="626691"/>
                </a:lnTo>
                <a:lnTo>
                  <a:pt x="2905570" y="626691"/>
                </a:lnTo>
                <a:lnTo>
                  <a:pt x="2915066" y="617196"/>
                </a:lnTo>
                <a:lnTo>
                  <a:pt x="2924561" y="617196"/>
                </a:lnTo>
                <a:lnTo>
                  <a:pt x="2934057" y="617196"/>
                </a:lnTo>
                <a:lnTo>
                  <a:pt x="2943552" y="617196"/>
                </a:lnTo>
                <a:lnTo>
                  <a:pt x="2953047" y="626691"/>
                </a:lnTo>
                <a:lnTo>
                  <a:pt x="2962543" y="617196"/>
                </a:lnTo>
                <a:lnTo>
                  <a:pt x="2972038" y="617196"/>
                </a:lnTo>
                <a:lnTo>
                  <a:pt x="2981533" y="617196"/>
                </a:lnTo>
                <a:lnTo>
                  <a:pt x="2991028" y="617196"/>
                </a:lnTo>
                <a:lnTo>
                  <a:pt x="3000524" y="617196"/>
                </a:lnTo>
                <a:lnTo>
                  <a:pt x="3010019" y="617196"/>
                </a:lnTo>
                <a:lnTo>
                  <a:pt x="3019514" y="617196"/>
                </a:lnTo>
                <a:lnTo>
                  <a:pt x="3029010" y="617196"/>
                </a:lnTo>
                <a:lnTo>
                  <a:pt x="3038505" y="617196"/>
                </a:lnTo>
                <a:lnTo>
                  <a:pt x="3048000" y="617196"/>
                </a:lnTo>
                <a:lnTo>
                  <a:pt x="3057496" y="617196"/>
                </a:lnTo>
                <a:lnTo>
                  <a:pt x="3066991" y="617196"/>
                </a:lnTo>
                <a:lnTo>
                  <a:pt x="3076486" y="617196"/>
                </a:lnTo>
                <a:lnTo>
                  <a:pt x="3085982" y="617196"/>
                </a:lnTo>
                <a:lnTo>
                  <a:pt x="3095477" y="617196"/>
                </a:lnTo>
                <a:lnTo>
                  <a:pt x="3104972" y="617196"/>
                </a:lnTo>
                <a:lnTo>
                  <a:pt x="3114468" y="626691"/>
                </a:lnTo>
                <a:lnTo>
                  <a:pt x="3123963" y="617196"/>
                </a:lnTo>
                <a:lnTo>
                  <a:pt x="3133458" y="617196"/>
                </a:lnTo>
                <a:lnTo>
                  <a:pt x="3142954" y="617196"/>
                </a:lnTo>
                <a:lnTo>
                  <a:pt x="3152449" y="617196"/>
                </a:lnTo>
                <a:lnTo>
                  <a:pt x="3161944" y="617196"/>
                </a:lnTo>
                <a:lnTo>
                  <a:pt x="3171440" y="617196"/>
                </a:lnTo>
                <a:lnTo>
                  <a:pt x="3180935" y="617196"/>
                </a:lnTo>
                <a:lnTo>
                  <a:pt x="3190430" y="617196"/>
                </a:lnTo>
                <a:lnTo>
                  <a:pt x="3199926" y="626691"/>
                </a:lnTo>
                <a:lnTo>
                  <a:pt x="3209421" y="617196"/>
                </a:lnTo>
                <a:lnTo>
                  <a:pt x="3218916" y="626691"/>
                </a:lnTo>
                <a:lnTo>
                  <a:pt x="3228412" y="617196"/>
                </a:lnTo>
                <a:lnTo>
                  <a:pt x="3237907" y="617196"/>
                </a:lnTo>
                <a:lnTo>
                  <a:pt x="3247402" y="626691"/>
                </a:lnTo>
                <a:lnTo>
                  <a:pt x="3256897" y="617196"/>
                </a:lnTo>
                <a:lnTo>
                  <a:pt x="3266393" y="617196"/>
                </a:lnTo>
                <a:lnTo>
                  <a:pt x="3275888" y="617196"/>
                </a:lnTo>
                <a:lnTo>
                  <a:pt x="3285384" y="626691"/>
                </a:lnTo>
                <a:lnTo>
                  <a:pt x="3294879" y="617196"/>
                </a:lnTo>
                <a:lnTo>
                  <a:pt x="3304374" y="617196"/>
                </a:lnTo>
                <a:lnTo>
                  <a:pt x="3313870" y="617196"/>
                </a:lnTo>
                <a:lnTo>
                  <a:pt x="3323365" y="626691"/>
                </a:lnTo>
                <a:lnTo>
                  <a:pt x="3332860" y="617196"/>
                </a:lnTo>
                <a:lnTo>
                  <a:pt x="3342355" y="617196"/>
                </a:lnTo>
                <a:lnTo>
                  <a:pt x="3351851" y="626691"/>
                </a:lnTo>
                <a:lnTo>
                  <a:pt x="3361346" y="617196"/>
                </a:lnTo>
                <a:lnTo>
                  <a:pt x="3370842" y="617196"/>
                </a:lnTo>
                <a:lnTo>
                  <a:pt x="3380337" y="617196"/>
                </a:lnTo>
                <a:lnTo>
                  <a:pt x="3389832" y="617196"/>
                </a:lnTo>
                <a:lnTo>
                  <a:pt x="3399327" y="617196"/>
                </a:lnTo>
                <a:lnTo>
                  <a:pt x="3408823" y="626691"/>
                </a:lnTo>
                <a:lnTo>
                  <a:pt x="3418318" y="617196"/>
                </a:lnTo>
                <a:lnTo>
                  <a:pt x="3427813" y="617196"/>
                </a:lnTo>
                <a:lnTo>
                  <a:pt x="3437309" y="617196"/>
                </a:lnTo>
                <a:lnTo>
                  <a:pt x="3446804" y="617196"/>
                </a:lnTo>
                <a:lnTo>
                  <a:pt x="3456300" y="626691"/>
                </a:lnTo>
                <a:lnTo>
                  <a:pt x="3465795" y="617196"/>
                </a:lnTo>
                <a:lnTo>
                  <a:pt x="3475290" y="617196"/>
                </a:lnTo>
                <a:lnTo>
                  <a:pt x="3484785" y="617196"/>
                </a:lnTo>
                <a:lnTo>
                  <a:pt x="3494281" y="617196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17196"/>
                </a:lnTo>
                <a:lnTo>
                  <a:pt x="3532262" y="626691"/>
                </a:lnTo>
                <a:lnTo>
                  <a:pt x="3541758" y="617196"/>
                </a:lnTo>
                <a:lnTo>
                  <a:pt x="3551253" y="617196"/>
                </a:lnTo>
                <a:lnTo>
                  <a:pt x="3560748" y="617196"/>
                </a:lnTo>
                <a:lnTo>
                  <a:pt x="3570243" y="617196"/>
                </a:lnTo>
                <a:lnTo>
                  <a:pt x="3579739" y="617196"/>
                </a:lnTo>
                <a:lnTo>
                  <a:pt x="3589234" y="617196"/>
                </a:lnTo>
                <a:lnTo>
                  <a:pt x="3598729" y="617196"/>
                </a:lnTo>
                <a:lnTo>
                  <a:pt x="3608225" y="617196"/>
                </a:lnTo>
                <a:lnTo>
                  <a:pt x="3617720" y="617196"/>
                </a:lnTo>
                <a:lnTo>
                  <a:pt x="3627216" y="617196"/>
                </a:lnTo>
                <a:lnTo>
                  <a:pt x="3636711" y="617196"/>
                </a:lnTo>
                <a:lnTo>
                  <a:pt x="3646206" y="617196"/>
                </a:lnTo>
                <a:lnTo>
                  <a:pt x="3655701" y="617196"/>
                </a:lnTo>
                <a:lnTo>
                  <a:pt x="3665197" y="617196"/>
                </a:lnTo>
                <a:lnTo>
                  <a:pt x="3674692" y="617196"/>
                </a:lnTo>
                <a:lnTo>
                  <a:pt x="3684187" y="617196"/>
                </a:lnTo>
                <a:lnTo>
                  <a:pt x="3693683" y="617196"/>
                </a:lnTo>
                <a:lnTo>
                  <a:pt x="3703178" y="617196"/>
                </a:lnTo>
                <a:lnTo>
                  <a:pt x="3712673" y="617196"/>
                </a:lnTo>
                <a:lnTo>
                  <a:pt x="3722169" y="617196"/>
                </a:lnTo>
                <a:lnTo>
                  <a:pt x="3731664" y="617196"/>
                </a:lnTo>
                <a:lnTo>
                  <a:pt x="3741159" y="617196"/>
                </a:lnTo>
                <a:lnTo>
                  <a:pt x="3750654" y="617196"/>
                </a:lnTo>
                <a:lnTo>
                  <a:pt x="3760150" y="617196"/>
                </a:lnTo>
                <a:lnTo>
                  <a:pt x="3769645" y="617196"/>
                </a:lnTo>
                <a:lnTo>
                  <a:pt x="3779141" y="617196"/>
                </a:lnTo>
                <a:lnTo>
                  <a:pt x="3788636" y="617196"/>
                </a:lnTo>
                <a:lnTo>
                  <a:pt x="3798131" y="617196"/>
                </a:lnTo>
                <a:lnTo>
                  <a:pt x="3807627" y="617196"/>
                </a:lnTo>
                <a:lnTo>
                  <a:pt x="3817122" y="617196"/>
                </a:lnTo>
                <a:lnTo>
                  <a:pt x="3826617" y="617196"/>
                </a:lnTo>
                <a:lnTo>
                  <a:pt x="3836112" y="617196"/>
                </a:lnTo>
                <a:lnTo>
                  <a:pt x="3845608" y="617196"/>
                </a:lnTo>
                <a:lnTo>
                  <a:pt x="3855103" y="617196"/>
                </a:lnTo>
                <a:lnTo>
                  <a:pt x="3864599" y="617196"/>
                </a:lnTo>
                <a:lnTo>
                  <a:pt x="3874094" y="617196"/>
                </a:lnTo>
                <a:lnTo>
                  <a:pt x="3883589" y="617196"/>
                </a:lnTo>
                <a:lnTo>
                  <a:pt x="3893085" y="617196"/>
                </a:lnTo>
                <a:lnTo>
                  <a:pt x="3902580" y="617196"/>
                </a:lnTo>
                <a:lnTo>
                  <a:pt x="3912075" y="617196"/>
                </a:lnTo>
                <a:lnTo>
                  <a:pt x="3921570" y="617196"/>
                </a:lnTo>
                <a:lnTo>
                  <a:pt x="3931066" y="617196"/>
                </a:lnTo>
                <a:lnTo>
                  <a:pt x="3940561" y="617196"/>
                </a:lnTo>
                <a:lnTo>
                  <a:pt x="3950057" y="617196"/>
                </a:lnTo>
                <a:lnTo>
                  <a:pt x="3959552" y="617196"/>
                </a:lnTo>
                <a:lnTo>
                  <a:pt x="3969047" y="617196"/>
                </a:lnTo>
                <a:lnTo>
                  <a:pt x="3978543" y="617196"/>
                </a:lnTo>
                <a:lnTo>
                  <a:pt x="3988038" y="617196"/>
                </a:lnTo>
                <a:lnTo>
                  <a:pt x="3997533" y="617196"/>
                </a:lnTo>
                <a:lnTo>
                  <a:pt x="4007028" y="617196"/>
                </a:lnTo>
                <a:lnTo>
                  <a:pt x="4016524" y="617196"/>
                </a:lnTo>
                <a:lnTo>
                  <a:pt x="4026019" y="617196"/>
                </a:lnTo>
                <a:lnTo>
                  <a:pt x="4035515" y="607700"/>
                </a:lnTo>
                <a:lnTo>
                  <a:pt x="4045010" y="607700"/>
                </a:lnTo>
                <a:lnTo>
                  <a:pt x="4054505" y="607700"/>
                </a:lnTo>
                <a:lnTo>
                  <a:pt x="4064000" y="598205"/>
                </a:lnTo>
                <a:lnTo>
                  <a:pt x="4073496" y="598205"/>
                </a:lnTo>
                <a:lnTo>
                  <a:pt x="4082991" y="588710"/>
                </a:lnTo>
                <a:lnTo>
                  <a:pt x="4092486" y="579214"/>
                </a:lnTo>
                <a:lnTo>
                  <a:pt x="4101982" y="560224"/>
                </a:lnTo>
                <a:lnTo>
                  <a:pt x="4111477" y="550728"/>
                </a:lnTo>
                <a:lnTo>
                  <a:pt x="4120973" y="522242"/>
                </a:lnTo>
                <a:lnTo>
                  <a:pt x="4130468" y="493757"/>
                </a:lnTo>
                <a:lnTo>
                  <a:pt x="4139963" y="465270"/>
                </a:lnTo>
                <a:lnTo>
                  <a:pt x="4149458" y="417794"/>
                </a:lnTo>
                <a:lnTo>
                  <a:pt x="4158954" y="370317"/>
                </a:lnTo>
                <a:lnTo>
                  <a:pt x="4168449" y="313345"/>
                </a:lnTo>
                <a:lnTo>
                  <a:pt x="4177944" y="256373"/>
                </a:lnTo>
                <a:lnTo>
                  <a:pt x="4187440" y="208896"/>
                </a:lnTo>
                <a:lnTo>
                  <a:pt x="4196935" y="142429"/>
                </a:lnTo>
                <a:lnTo>
                  <a:pt x="4206430" y="85457"/>
                </a:lnTo>
                <a:lnTo>
                  <a:pt x="4215926" y="47476"/>
                </a:lnTo>
                <a:lnTo>
                  <a:pt x="4225421" y="9495"/>
                </a:lnTo>
                <a:lnTo>
                  <a:pt x="4234916" y="9495"/>
                </a:lnTo>
                <a:lnTo>
                  <a:pt x="4244412" y="0"/>
                </a:lnTo>
                <a:lnTo>
                  <a:pt x="4253907" y="9495"/>
                </a:lnTo>
                <a:lnTo>
                  <a:pt x="4263402" y="28485"/>
                </a:lnTo>
                <a:lnTo>
                  <a:pt x="4272898" y="47476"/>
                </a:lnTo>
                <a:lnTo>
                  <a:pt x="4282393" y="75962"/>
                </a:lnTo>
                <a:lnTo>
                  <a:pt x="4291888" y="104448"/>
                </a:lnTo>
                <a:lnTo>
                  <a:pt x="4301384" y="123438"/>
                </a:lnTo>
                <a:lnTo>
                  <a:pt x="4310879" y="161420"/>
                </a:lnTo>
                <a:lnTo>
                  <a:pt x="4320374" y="180411"/>
                </a:lnTo>
                <a:lnTo>
                  <a:pt x="4329870" y="199401"/>
                </a:lnTo>
                <a:lnTo>
                  <a:pt x="4339365" y="218392"/>
                </a:lnTo>
                <a:lnTo>
                  <a:pt x="4348860" y="256373"/>
                </a:lnTo>
                <a:lnTo>
                  <a:pt x="4358356" y="275364"/>
                </a:lnTo>
                <a:lnTo>
                  <a:pt x="4367851" y="284859"/>
                </a:lnTo>
                <a:lnTo>
                  <a:pt x="4377346" y="303850"/>
                </a:lnTo>
                <a:lnTo>
                  <a:pt x="4386842" y="322841"/>
                </a:lnTo>
                <a:lnTo>
                  <a:pt x="4396337" y="332336"/>
                </a:lnTo>
                <a:lnTo>
                  <a:pt x="4405832" y="341831"/>
                </a:lnTo>
                <a:lnTo>
                  <a:pt x="4415327" y="351327"/>
                </a:lnTo>
                <a:lnTo>
                  <a:pt x="4424823" y="351327"/>
                </a:lnTo>
                <a:lnTo>
                  <a:pt x="4434318" y="341831"/>
                </a:lnTo>
                <a:lnTo>
                  <a:pt x="4443813" y="341831"/>
                </a:lnTo>
                <a:lnTo>
                  <a:pt x="4453309" y="351327"/>
                </a:lnTo>
                <a:lnTo>
                  <a:pt x="4462804" y="341831"/>
                </a:lnTo>
                <a:lnTo>
                  <a:pt x="4472300" y="351327"/>
                </a:lnTo>
                <a:lnTo>
                  <a:pt x="4481795" y="360822"/>
                </a:lnTo>
                <a:lnTo>
                  <a:pt x="4491290" y="370317"/>
                </a:lnTo>
                <a:lnTo>
                  <a:pt x="4500785" y="379812"/>
                </a:lnTo>
                <a:lnTo>
                  <a:pt x="4510281" y="398803"/>
                </a:lnTo>
                <a:lnTo>
                  <a:pt x="4519776" y="408299"/>
                </a:lnTo>
                <a:lnTo>
                  <a:pt x="4529271" y="427289"/>
                </a:lnTo>
                <a:lnTo>
                  <a:pt x="4538767" y="436784"/>
                </a:lnTo>
                <a:lnTo>
                  <a:pt x="4548262" y="446280"/>
                </a:lnTo>
                <a:lnTo>
                  <a:pt x="4557758" y="465270"/>
                </a:lnTo>
                <a:lnTo>
                  <a:pt x="4567253" y="474766"/>
                </a:lnTo>
                <a:lnTo>
                  <a:pt x="4576748" y="493757"/>
                </a:lnTo>
                <a:lnTo>
                  <a:pt x="4586243" y="503252"/>
                </a:lnTo>
                <a:lnTo>
                  <a:pt x="4595739" y="512747"/>
                </a:lnTo>
                <a:lnTo>
                  <a:pt x="4605234" y="512747"/>
                </a:lnTo>
                <a:lnTo>
                  <a:pt x="4614729" y="522242"/>
                </a:lnTo>
                <a:lnTo>
                  <a:pt x="4624225" y="531738"/>
                </a:lnTo>
                <a:lnTo>
                  <a:pt x="4633720" y="531738"/>
                </a:lnTo>
                <a:lnTo>
                  <a:pt x="4643216" y="541233"/>
                </a:lnTo>
                <a:lnTo>
                  <a:pt x="4652711" y="550728"/>
                </a:lnTo>
                <a:lnTo>
                  <a:pt x="4662206" y="550728"/>
                </a:lnTo>
                <a:lnTo>
                  <a:pt x="4671701" y="560224"/>
                </a:lnTo>
                <a:lnTo>
                  <a:pt x="4681197" y="560224"/>
                </a:lnTo>
                <a:lnTo>
                  <a:pt x="4690692" y="569719"/>
                </a:lnTo>
                <a:lnTo>
                  <a:pt x="4700187" y="569719"/>
                </a:lnTo>
                <a:lnTo>
                  <a:pt x="4709683" y="569719"/>
                </a:lnTo>
                <a:lnTo>
                  <a:pt x="4719178" y="579214"/>
                </a:lnTo>
                <a:lnTo>
                  <a:pt x="4728673" y="579214"/>
                </a:lnTo>
                <a:lnTo>
                  <a:pt x="4738169" y="588710"/>
                </a:lnTo>
                <a:lnTo>
                  <a:pt x="4747664" y="588710"/>
                </a:lnTo>
                <a:lnTo>
                  <a:pt x="4757159" y="588710"/>
                </a:lnTo>
                <a:lnTo>
                  <a:pt x="4766654" y="598205"/>
                </a:lnTo>
                <a:lnTo>
                  <a:pt x="4776150" y="598205"/>
                </a:lnTo>
                <a:lnTo>
                  <a:pt x="4785645" y="598205"/>
                </a:lnTo>
                <a:lnTo>
                  <a:pt x="4795141" y="598205"/>
                </a:lnTo>
                <a:lnTo>
                  <a:pt x="4804636" y="598205"/>
                </a:lnTo>
                <a:lnTo>
                  <a:pt x="4814131" y="598205"/>
                </a:lnTo>
                <a:lnTo>
                  <a:pt x="4823627" y="607700"/>
                </a:lnTo>
                <a:lnTo>
                  <a:pt x="4833122" y="607700"/>
                </a:lnTo>
                <a:lnTo>
                  <a:pt x="4842617" y="607700"/>
                </a:lnTo>
                <a:lnTo>
                  <a:pt x="4852112" y="607700"/>
                </a:lnTo>
                <a:lnTo>
                  <a:pt x="4861608" y="607700"/>
                </a:lnTo>
                <a:lnTo>
                  <a:pt x="4871103" y="607700"/>
                </a:lnTo>
                <a:lnTo>
                  <a:pt x="4880599" y="607700"/>
                </a:lnTo>
                <a:lnTo>
                  <a:pt x="4890094" y="607700"/>
                </a:lnTo>
                <a:lnTo>
                  <a:pt x="4899589" y="607700"/>
                </a:lnTo>
                <a:lnTo>
                  <a:pt x="4909085" y="607700"/>
                </a:lnTo>
                <a:lnTo>
                  <a:pt x="4918580" y="617196"/>
                </a:lnTo>
                <a:lnTo>
                  <a:pt x="4928075" y="617196"/>
                </a:lnTo>
                <a:lnTo>
                  <a:pt x="4937570" y="617196"/>
                </a:lnTo>
                <a:lnTo>
                  <a:pt x="4947066" y="617196"/>
                </a:lnTo>
                <a:lnTo>
                  <a:pt x="4956561" y="617196"/>
                </a:lnTo>
                <a:lnTo>
                  <a:pt x="4966057" y="617196"/>
                </a:lnTo>
                <a:lnTo>
                  <a:pt x="4975552" y="617196"/>
                </a:lnTo>
                <a:lnTo>
                  <a:pt x="4985047" y="617196"/>
                </a:lnTo>
                <a:lnTo>
                  <a:pt x="4994543" y="617196"/>
                </a:lnTo>
                <a:lnTo>
                  <a:pt x="5004038" y="617196"/>
                </a:lnTo>
                <a:lnTo>
                  <a:pt x="5013533" y="617196"/>
                </a:lnTo>
                <a:lnTo>
                  <a:pt x="5023028" y="617196"/>
                </a:lnTo>
                <a:lnTo>
                  <a:pt x="5032524" y="617196"/>
                </a:lnTo>
                <a:lnTo>
                  <a:pt x="5042019" y="617196"/>
                </a:lnTo>
                <a:lnTo>
                  <a:pt x="5051514" y="617196"/>
                </a:lnTo>
                <a:lnTo>
                  <a:pt x="5061010" y="617196"/>
                </a:lnTo>
                <a:lnTo>
                  <a:pt x="5070505" y="617196"/>
                </a:lnTo>
                <a:lnTo>
                  <a:pt x="5080000" y="617196"/>
                </a:lnTo>
                <a:lnTo>
                  <a:pt x="5089496" y="617196"/>
                </a:lnTo>
                <a:lnTo>
                  <a:pt x="5098991" y="617196"/>
                </a:lnTo>
                <a:lnTo>
                  <a:pt x="5108487" y="617196"/>
                </a:lnTo>
                <a:lnTo>
                  <a:pt x="5117981" y="617196"/>
                </a:lnTo>
                <a:lnTo>
                  <a:pt x="5127477" y="617196"/>
                </a:lnTo>
                <a:lnTo>
                  <a:pt x="5136973" y="617196"/>
                </a:lnTo>
                <a:lnTo>
                  <a:pt x="5146468" y="617196"/>
                </a:lnTo>
                <a:lnTo>
                  <a:pt x="5155963" y="617196"/>
                </a:lnTo>
                <a:lnTo>
                  <a:pt x="5165458" y="617196"/>
                </a:lnTo>
                <a:lnTo>
                  <a:pt x="5174954" y="617196"/>
                </a:lnTo>
                <a:lnTo>
                  <a:pt x="5184449" y="617196"/>
                </a:lnTo>
                <a:lnTo>
                  <a:pt x="5193944" y="617196"/>
                </a:lnTo>
                <a:lnTo>
                  <a:pt x="5203440" y="617196"/>
                </a:lnTo>
                <a:lnTo>
                  <a:pt x="5212935" y="617196"/>
                </a:lnTo>
                <a:lnTo>
                  <a:pt x="5222430" y="617196"/>
                </a:lnTo>
                <a:lnTo>
                  <a:pt x="5231926" y="617196"/>
                </a:lnTo>
                <a:lnTo>
                  <a:pt x="5241421" y="617196"/>
                </a:lnTo>
                <a:lnTo>
                  <a:pt x="5250916" y="617196"/>
                </a:lnTo>
                <a:lnTo>
                  <a:pt x="5260412" y="617196"/>
                </a:lnTo>
                <a:lnTo>
                  <a:pt x="5269907" y="617196"/>
                </a:lnTo>
                <a:lnTo>
                  <a:pt x="5279403" y="617196"/>
                </a:lnTo>
                <a:lnTo>
                  <a:pt x="5288897" y="617196"/>
                </a:lnTo>
                <a:lnTo>
                  <a:pt x="5298393" y="617196"/>
                </a:lnTo>
                <a:lnTo>
                  <a:pt x="5307889" y="617196"/>
                </a:lnTo>
                <a:lnTo>
                  <a:pt x="5317383" y="617196"/>
                </a:lnTo>
                <a:lnTo>
                  <a:pt x="5326879" y="617196"/>
                </a:lnTo>
                <a:lnTo>
                  <a:pt x="5336374" y="617196"/>
                </a:lnTo>
                <a:lnTo>
                  <a:pt x="5345870" y="617196"/>
                </a:lnTo>
                <a:lnTo>
                  <a:pt x="5355365" y="617196"/>
                </a:lnTo>
                <a:lnTo>
                  <a:pt x="5364860" y="617196"/>
                </a:lnTo>
                <a:lnTo>
                  <a:pt x="5374356" y="617196"/>
                </a:lnTo>
                <a:lnTo>
                  <a:pt x="5383851" y="617196"/>
                </a:lnTo>
                <a:lnTo>
                  <a:pt x="5393346" y="617196"/>
                </a:lnTo>
                <a:lnTo>
                  <a:pt x="5402842" y="617196"/>
                </a:lnTo>
                <a:lnTo>
                  <a:pt x="5412337" y="617196"/>
                </a:lnTo>
                <a:lnTo>
                  <a:pt x="5421832" y="617196"/>
                </a:lnTo>
                <a:lnTo>
                  <a:pt x="5431327" y="617196"/>
                </a:lnTo>
                <a:lnTo>
                  <a:pt x="5440823" y="617196"/>
                </a:lnTo>
                <a:lnTo>
                  <a:pt x="5450319" y="617196"/>
                </a:lnTo>
                <a:lnTo>
                  <a:pt x="5459813" y="617196"/>
                </a:lnTo>
                <a:lnTo>
                  <a:pt x="5469309" y="617196"/>
                </a:lnTo>
                <a:lnTo>
                  <a:pt x="5478804" y="617196"/>
                </a:lnTo>
                <a:lnTo>
                  <a:pt x="5488299" y="617196"/>
                </a:lnTo>
                <a:lnTo>
                  <a:pt x="5497795" y="617196"/>
                </a:lnTo>
                <a:lnTo>
                  <a:pt x="5507290" y="617196"/>
                </a:lnTo>
                <a:lnTo>
                  <a:pt x="5516786" y="617196"/>
                </a:lnTo>
                <a:lnTo>
                  <a:pt x="5526281" y="617196"/>
                </a:lnTo>
                <a:lnTo>
                  <a:pt x="5535776" y="617196"/>
                </a:lnTo>
                <a:lnTo>
                  <a:pt x="5545272" y="617196"/>
                </a:lnTo>
                <a:lnTo>
                  <a:pt x="5554766" y="617196"/>
                </a:lnTo>
                <a:lnTo>
                  <a:pt x="5564262" y="617196"/>
                </a:lnTo>
                <a:lnTo>
                  <a:pt x="5573758" y="617196"/>
                </a:lnTo>
                <a:lnTo>
                  <a:pt x="5583253" y="617196"/>
                </a:lnTo>
                <a:lnTo>
                  <a:pt x="5592748" y="617196"/>
                </a:lnTo>
                <a:lnTo>
                  <a:pt x="5602243" y="617196"/>
                </a:lnTo>
                <a:lnTo>
                  <a:pt x="5611739" y="617196"/>
                </a:lnTo>
                <a:lnTo>
                  <a:pt x="5621234" y="617196"/>
                </a:lnTo>
                <a:lnTo>
                  <a:pt x="5630729" y="617196"/>
                </a:lnTo>
                <a:lnTo>
                  <a:pt x="5640225" y="617196"/>
                </a:lnTo>
                <a:lnTo>
                  <a:pt x="5649720" y="617196"/>
                </a:lnTo>
                <a:lnTo>
                  <a:pt x="5659215" y="617196"/>
                </a:lnTo>
                <a:lnTo>
                  <a:pt x="5668711" y="617196"/>
                </a:lnTo>
                <a:lnTo>
                  <a:pt x="5678206" y="617196"/>
                </a:lnTo>
                <a:lnTo>
                  <a:pt x="5687702" y="617196"/>
                </a:lnTo>
                <a:lnTo>
                  <a:pt x="5697197" y="617196"/>
                </a:lnTo>
                <a:lnTo>
                  <a:pt x="5706692" y="617196"/>
                </a:lnTo>
                <a:lnTo>
                  <a:pt x="5716188" y="617196"/>
                </a:lnTo>
                <a:lnTo>
                  <a:pt x="5725682" y="617196"/>
                </a:lnTo>
                <a:lnTo>
                  <a:pt x="5735178" y="617196"/>
                </a:lnTo>
                <a:lnTo>
                  <a:pt x="5744673" y="617196"/>
                </a:lnTo>
                <a:lnTo>
                  <a:pt x="5754169" y="617196"/>
                </a:lnTo>
                <a:lnTo>
                  <a:pt x="5763664" y="617196"/>
                </a:lnTo>
                <a:lnTo>
                  <a:pt x="5773159" y="617196"/>
                </a:lnTo>
                <a:lnTo>
                  <a:pt x="5782655" y="617196"/>
                </a:lnTo>
                <a:lnTo>
                  <a:pt x="5792150" y="617196"/>
                </a:lnTo>
                <a:lnTo>
                  <a:pt x="5801645" y="617196"/>
                </a:lnTo>
                <a:lnTo>
                  <a:pt x="5811141" y="617196"/>
                </a:lnTo>
                <a:lnTo>
                  <a:pt x="5820636" y="617196"/>
                </a:lnTo>
                <a:lnTo>
                  <a:pt x="5830131" y="626691"/>
                </a:lnTo>
                <a:lnTo>
                  <a:pt x="5839627" y="617196"/>
                </a:lnTo>
                <a:lnTo>
                  <a:pt x="5849122" y="617196"/>
                </a:lnTo>
                <a:lnTo>
                  <a:pt x="5858618" y="617196"/>
                </a:lnTo>
                <a:lnTo>
                  <a:pt x="5868112" y="617196"/>
                </a:lnTo>
                <a:lnTo>
                  <a:pt x="5877608" y="617196"/>
                </a:lnTo>
                <a:lnTo>
                  <a:pt x="5887104" y="617196"/>
                </a:lnTo>
                <a:lnTo>
                  <a:pt x="5896598" y="617196"/>
                </a:lnTo>
                <a:lnTo>
                  <a:pt x="5906094" y="626691"/>
                </a:lnTo>
                <a:lnTo>
                  <a:pt x="5915589" y="617196"/>
                </a:lnTo>
                <a:lnTo>
                  <a:pt x="5925085" y="617196"/>
                </a:lnTo>
                <a:lnTo>
                  <a:pt x="5934580" y="617196"/>
                </a:lnTo>
                <a:lnTo>
                  <a:pt x="5944075" y="617196"/>
                </a:lnTo>
                <a:lnTo>
                  <a:pt x="5953571" y="617196"/>
                </a:lnTo>
                <a:lnTo>
                  <a:pt x="5963066" y="617196"/>
                </a:lnTo>
                <a:lnTo>
                  <a:pt x="5972561" y="617196"/>
                </a:lnTo>
                <a:lnTo>
                  <a:pt x="5982057" y="617196"/>
                </a:lnTo>
                <a:lnTo>
                  <a:pt x="5991552" y="617196"/>
                </a:lnTo>
                <a:lnTo>
                  <a:pt x="6001047" y="617196"/>
                </a:lnTo>
                <a:lnTo>
                  <a:pt x="6010543" y="617196"/>
                </a:lnTo>
                <a:lnTo>
                  <a:pt x="6020038" y="617196"/>
                </a:lnTo>
                <a:lnTo>
                  <a:pt x="6029533" y="617196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17196"/>
                </a:lnTo>
                <a:lnTo>
                  <a:pt x="6067514" y="617196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617196"/>
                </a:lnTo>
                <a:lnTo>
                  <a:pt x="6105496" y="626691"/>
                </a:lnTo>
                <a:lnTo>
                  <a:pt x="6114991" y="626691"/>
                </a:lnTo>
                <a:lnTo>
                  <a:pt x="6124487" y="617196"/>
                </a:lnTo>
                <a:lnTo>
                  <a:pt x="6133981" y="617196"/>
                </a:lnTo>
                <a:lnTo>
                  <a:pt x="6143477" y="617196"/>
                </a:lnTo>
                <a:lnTo>
                  <a:pt x="6152973" y="617196"/>
                </a:lnTo>
                <a:lnTo>
                  <a:pt x="6162468" y="617196"/>
                </a:lnTo>
                <a:lnTo>
                  <a:pt x="6171963" y="617196"/>
                </a:lnTo>
                <a:lnTo>
                  <a:pt x="6181458" y="617196"/>
                </a:lnTo>
                <a:lnTo>
                  <a:pt x="6190954" y="617196"/>
                </a:lnTo>
                <a:lnTo>
                  <a:pt x="6200449" y="617196"/>
                </a:lnTo>
                <a:lnTo>
                  <a:pt x="6209944" y="617196"/>
                </a:lnTo>
                <a:lnTo>
                  <a:pt x="6219440" y="617196"/>
                </a:lnTo>
                <a:lnTo>
                  <a:pt x="6228935" y="626691"/>
                </a:lnTo>
                <a:lnTo>
                  <a:pt x="6238430" y="617196"/>
                </a:lnTo>
                <a:lnTo>
                  <a:pt x="6247926" y="617196"/>
                </a:lnTo>
                <a:lnTo>
                  <a:pt x="6257421" y="617196"/>
                </a:lnTo>
                <a:lnTo>
                  <a:pt x="6266916" y="626691"/>
                </a:lnTo>
                <a:lnTo>
                  <a:pt x="6276412" y="617196"/>
                </a:lnTo>
                <a:lnTo>
                  <a:pt x="6285907" y="617196"/>
                </a:lnTo>
                <a:lnTo>
                  <a:pt x="6295403" y="617196"/>
                </a:lnTo>
                <a:lnTo>
                  <a:pt x="6304897" y="617196"/>
                </a:lnTo>
                <a:lnTo>
                  <a:pt x="6314393" y="617196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17196"/>
                </a:lnTo>
                <a:lnTo>
                  <a:pt x="6361870" y="617196"/>
                </a:lnTo>
                <a:lnTo>
                  <a:pt x="6371365" y="617196"/>
                </a:lnTo>
                <a:lnTo>
                  <a:pt x="6380860" y="617196"/>
                </a:lnTo>
                <a:lnTo>
                  <a:pt x="6390356" y="617196"/>
                </a:lnTo>
                <a:lnTo>
                  <a:pt x="6399851" y="626691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17196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617196"/>
                </a:lnTo>
                <a:lnTo>
                  <a:pt x="6504299" y="62669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17196"/>
                </a:lnTo>
                <a:lnTo>
                  <a:pt x="6542281" y="626691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17196"/>
                </a:lnTo>
                <a:lnTo>
                  <a:pt x="6589758" y="626691"/>
                </a:lnTo>
                <a:lnTo>
                  <a:pt x="6599253" y="617196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26691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626691"/>
                </a:lnTo>
                <a:lnTo>
                  <a:pt x="6694206" y="626691"/>
                </a:lnTo>
                <a:lnTo>
                  <a:pt x="6703702" y="626691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17196"/>
                </a:lnTo>
                <a:lnTo>
                  <a:pt x="6846131" y="626691"/>
                </a:lnTo>
                <a:lnTo>
                  <a:pt x="6855627" y="617196"/>
                </a:lnTo>
                <a:lnTo>
                  <a:pt x="6865122" y="626691"/>
                </a:lnTo>
                <a:lnTo>
                  <a:pt x="6874618" y="626691"/>
                </a:lnTo>
                <a:lnTo>
                  <a:pt x="6884112" y="626691"/>
                </a:lnTo>
                <a:lnTo>
                  <a:pt x="6893608" y="626691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17196"/>
                </a:lnTo>
                <a:lnTo>
                  <a:pt x="6960075" y="626691"/>
                </a:lnTo>
                <a:lnTo>
                  <a:pt x="6969571" y="617196"/>
                </a:lnTo>
                <a:lnTo>
                  <a:pt x="6979066" y="626691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626691"/>
                </a:lnTo>
                <a:lnTo>
                  <a:pt x="7083514" y="626691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26691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26691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26691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17196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626691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626691"/>
                </a:lnTo>
                <a:lnTo>
                  <a:pt x="7662729" y="626691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26691"/>
                </a:lnTo>
                <a:lnTo>
                  <a:pt x="7757682" y="626691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26691"/>
                </a:lnTo>
                <a:lnTo>
                  <a:pt x="7852636" y="626691"/>
                </a:lnTo>
                <a:lnTo>
                  <a:pt x="7862131" y="617196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17196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26691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26691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17196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26691"/>
                </a:lnTo>
                <a:lnTo>
                  <a:pt x="8156487" y="617196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17196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26691"/>
                </a:lnTo>
                <a:lnTo>
                  <a:pt x="8241944" y="626691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26691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26691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26691"/>
                </a:lnTo>
                <a:lnTo>
                  <a:pt x="8536300" y="626691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26691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17196"/>
                </a:lnTo>
                <a:lnTo>
                  <a:pt x="8726206" y="626691"/>
                </a:lnTo>
                <a:lnTo>
                  <a:pt x="8735702" y="617196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26691"/>
                </a:lnTo>
                <a:lnTo>
                  <a:pt x="8830655" y="626691"/>
                </a:lnTo>
                <a:lnTo>
                  <a:pt x="8840150" y="617196"/>
                </a:lnTo>
                <a:lnTo>
                  <a:pt x="8849645" y="626691"/>
                </a:lnTo>
                <a:lnTo>
                  <a:pt x="8859141" y="617196"/>
                </a:lnTo>
                <a:lnTo>
                  <a:pt x="8868636" y="617196"/>
                </a:lnTo>
                <a:lnTo>
                  <a:pt x="8878131" y="617196"/>
                </a:lnTo>
                <a:lnTo>
                  <a:pt x="8887627" y="617196"/>
                </a:lnTo>
                <a:lnTo>
                  <a:pt x="8897122" y="617196"/>
                </a:lnTo>
                <a:lnTo>
                  <a:pt x="8906618" y="617196"/>
                </a:lnTo>
                <a:lnTo>
                  <a:pt x="8916112" y="617196"/>
                </a:lnTo>
                <a:lnTo>
                  <a:pt x="8925608" y="617196"/>
                </a:lnTo>
                <a:lnTo>
                  <a:pt x="8935104" y="617196"/>
                </a:lnTo>
                <a:lnTo>
                  <a:pt x="8944598" y="617196"/>
                </a:lnTo>
                <a:lnTo>
                  <a:pt x="8954094" y="617196"/>
                </a:lnTo>
                <a:lnTo>
                  <a:pt x="8963589" y="617196"/>
                </a:lnTo>
                <a:lnTo>
                  <a:pt x="8973085" y="617196"/>
                </a:lnTo>
                <a:lnTo>
                  <a:pt x="8982580" y="617196"/>
                </a:lnTo>
                <a:lnTo>
                  <a:pt x="8992075" y="617196"/>
                </a:lnTo>
                <a:lnTo>
                  <a:pt x="9001571" y="617196"/>
                </a:lnTo>
                <a:lnTo>
                  <a:pt x="9011066" y="607700"/>
                </a:lnTo>
                <a:lnTo>
                  <a:pt x="9020561" y="607700"/>
                </a:lnTo>
                <a:lnTo>
                  <a:pt x="9030057" y="607700"/>
                </a:lnTo>
                <a:lnTo>
                  <a:pt x="9039552" y="598205"/>
                </a:lnTo>
                <a:lnTo>
                  <a:pt x="9049047" y="598205"/>
                </a:lnTo>
                <a:lnTo>
                  <a:pt x="9058543" y="598205"/>
                </a:lnTo>
                <a:lnTo>
                  <a:pt x="9068038" y="598205"/>
                </a:lnTo>
                <a:lnTo>
                  <a:pt x="9077534" y="588710"/>
                </a:lnTo>
                <a:lnTo>
                  <a:pt x="9087028" y="588710"/>
                </a:lnTo>
                <a:lnTo>
                  <a:pt x="9096524" y="588710"/>
                </a:lnTo>
                <a:lnTo>
                  <a:pt x="9106019" y="588710"/>
                </a:lnTo>
                <a:lnTo>
                  <a:pt x="9115514" y="588710"/>
                </a:lnTo>
                <a:lnTo>
                  <a:pt x="9125010" y="588710"/>
                </a:lnTo>
                <a:lnTo>
                  <a:pt x="9134505" y="588710"/>
                </a:lnTo>
                <a:lnTo>
                  <a:pt x="9144001" y="588710"/>
                </a:lnTo>
                <a:lnTo>
                  <a:pt x="9153496" y="588710"/>
                </a:lnTo>
                <a:lnTo>
                  <a:pt x="9162991" y="588710"/>
                </a:lnTo>
                <a:lnTo>
                  <a:pt x="9172487" y="579214"/>
                </a:lnTo>
                <a:lnTo>
                  <a:pt x="9181981" y="579214"/>
                </a:lnTo>
                <a:lnTo>
                  <a:pt x="9191477" y="579214"/>
                </a:lnTo>
                <a:lnTo>
                  <a:pt x="9200973" y="579214"/>
                </a:lnTo>
                <a:lnTo>
                  <a:pt x="9210468" y="569719"/>
                </a:lnTo>
                <a:lnTo>
                  <a:pt x="9219963" y="560224"/>
                </a:lnTo>
                <a:lnTo>
                  <a:pt x="9229458" y="560224"/>
                </a:lnTo>
                <a:lnTo>
                  <a:pt x="9238954" y="550728"/>
                </a:lnTo>
                <a:lnTo>
                  <a:pt x="9248450" y="541233"/>
                </a:lnTo>
                <a:lnTo>
                  <a:pt x="9257944" y="531738"/>
                </a:lnTo>
                <a:lnTo>
                  <a:pt x="9267440" y="522242"/>
                </a:lnTo>
                <a:lnTo>
                  <a:pt x="9276935" y="512747"/>
                </a:lnTo>
                <a:lnTo>
                  <a:pt x="9286430" y="503252"/>
                </a:lnTo>
                <a:lnTo>
                  <a:pt x="9295926" y="493757"/>
                </a:lnTo>
                <a:lnTo>
                  <a:pt x="9305421" y="493757"/>
                </a:lnTo>
                <a:lnTo>
                  <a:pt x="9314917" y="493757"/>
                </a:lnTo>
                <a:lnTo>
                  <a:pt x="9324412" y="493757"/>
                </a:lnTo>
                <a:lnTo>
                  <a:pt x="9333907" y="493757"/>
                </a:lnTo>
                <a:lnTo>
                  <a:pt x="9343403" y="503252"/>
                </a:lnTo>
                <a:lnTo>
                  <a:pt x="9352897" y="503252"/>
                </a:lnTo>
                <a:lnTo>
                  <a:pt x="9362393" y="512747"/>
                </a:lnTo>
                <a:lnTo>
                  <a:pt x="9371889" y="512747"/>
                </a:lnTo>
                <a:lnTo>
                  <a:pt x="9381384" y="522242"/>
                </a:lnTo>
                <a:lnTo>
                  <a:pt x="9390879" y="531738"/>
                </a:lnTo>
                <a:lnTo>
                  <a:pt x="9400374" y="541233"/>
                </a:lnTo>
                <a:lnTo>
                  <a:pt x="9409870" y="550728"/>
                </a:lnTo>
                <a:lnTo>
                  <a:pt x="9419365" y="550728"/>
                </a:lnTo>
                <a:lnTo>
                  <a:pt x="9428860" y="560224"/>
                </a:lnTo>
                <a:lnTo>
                  <a:pt x="9438356" y="560224"/>
                </a:lnTo>
                <a:lnTo>
                  <a:pt x="9447851" y="560224"/>
                </a:lnTo>
                <a:lnTo>
                  <a:pt x="9457346" y="569719"/>
                </a:lnTo>
                <a:lnTo>
                  <a:pt x="9466842" y="569719"/>
                </a:lnTo>
                <a:lnTo>
                  <a:pt x="9476337" y="579214"/>
                </a:lnTo>
                <a:lnTo>
                  <a:pt x="9485833" y="579214"/>
                </a:lnTo>
                <a:lnTo>
                  <a:pt x="9495327" y="579214"/>
                </a:lnTo>
                <a:lnTo>
                  <a:pt x="9504823" y="588710"/>
                </a:lnTo>
                <a:lnTo>
                  <a:pt x="9514319" y="588710"/>
                </a:lnTo>
                <a:lnTo>
                  <a:pt x="9523813" y="598205"/>
                </a:lnTo>
                <a:lnTo>
                  <a:pt x="9533309" y="598205"/>
                </a:lnTo>
                <a:lnTo>
                  <a:pt x="9542804" y="598205"/>
                </a:lnTo>
                <a:lnTo>
                  <a:pt x="9552300" y="598205"/>
                </a:lnTo>
                <a:lnTo>
                  <a:pt x="9561795" y="598205"/>
                </a:lnTo>
                <a:lnTo>
                  <a:pt x="9571290" y="598205"/>
                </a:lnTo>
                <a:lnTo>
                  <a:pt x="9580786" y="607700"/>
                </a:lnTo>
                <a:lnTo>
                  <a:pt x="9590281" y="607700"/>
                </a:lnTo>
                <a:lnTo>
                  <a:pt x="9599776" y="607700"/>
                </a:lnTo>
                <a:lnTo>
                  <a:pt x="9609272" y="607700"/>
                </a:lnTo>
                <a:lnTo>
                  <a:pt x="9618767" y="607700"/>
                </a:lnTo>
                <a:lnTo>
                  <a:pt x="9628262" y="607700"/>
                </a:lnTo>
                <a:lnTo>
                  <a:pt x="9637758" y="607700"/>
                </a:lnTo>
                <a:lnTo>
                  <a:pt x="9647253" y="607700"/>
                </a:lnTo>
                <a:lnTo>
                  <a:pt x="9656748" y="607700"/>
                </a:lnTo>
                <a:lnTo>
                  <a:pt x="9666243" y="617196"/>
                </a:lnTo>
                <a:lnTo>
                  <a:pt x="9675739" y="617196"/>
                </a:lnTo>
                <a:lnTo>
                  <a:pt x="9685234" y="617196"/>
                </a:lnTo>
                <a:lnTo>
                  <a:pt x="9694729" y="617196"/>
                </a:lnTo>
              </a:path>
            </a:pathLst>
          </a:custGeom>
          <a:noFill/>
          <a:ln w="12700" cap="flat" cmpd="sng" algn="ctr">
            <a:solidFill>
              <a:srgbClr val="808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C809CAE-B7D1-0467-63E6-ECEE79AEE001}"/>
              </a:ext>
            </a:extLst>
          </p:cNvPr>
          <p:cNvSpPr txBox="1"/>
          <p:nvPr/>
        </p:nvSpPr>
        <p:spPr>
          <a:xfrm>
            <a:off x="10708767" y="4663041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91.92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4AB01FB-8EC3-8BE7-CC88-567391AEEFF2}"/>
              </a:ext>
            </a:extLst>
          </p:cNvPr>
          <p:cNvSpPr txBox="1"/>
          <p:nvPr/>
        </p:nvSpPr>
        <p:spPr>
          <a:xfrm>
            <a:off x="1452785" y="4279366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*2 Sep 25-1-1-C-20 um-100-negative-006.tdc - Ions 400µm 80062701 cts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7331645-5F54-737B-C468-FE466048D5F4}"/>
              </a:ext>
            </a:extLst>
          </p:cNvPr>
          <p:cNvSpPr txBox="1"/>
          <p:nvPr/>
        </p:nvSpPr>
        <p:spPr>
          <a:xfrm>
            <a:off x="914400" y="5587999"/>
            <a:ext cx="8293100" cy="4064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Enter Slide Comments Here</a:t>
            </a:r>
          </a:p>
        </p:txBody>
      </p:sp>
    </p:spTree>
    <p:extLst>
      <p:ext uri="{BB962C8B-B14F-4D97-AF65-F5344CB8AC3E}">
        <p14:creationId xmlns:p14="http://schemas.microsoft.com/office/powerpoint/2010/main" val="2098369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B5E86-BBD9-2233-C98D-F00284446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43076-ACEE-F03B-1A25-BA2AED0B1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0.1 ppm c-Se-PS-MNPs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49660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7EC58E8-3219-CAFD-37E8-A692E4695FBF}"/>
              </a:ext>
            </a:extLst>
          </p:cNvPr>
          <p:cNvSpPr txBox="1"/>
          <p:nvPr/>
        </p:nvSpPr>
        <p:spPr>
          <a:xfrm>
            <a:off x="1117600" y="990600"/>
            <a:ext cx="10160000" cy="3429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pt-BR" sz="2800" dirty="0">
                <a:latin typeface="Arial" panose="020B0604020202020204" pitchFamily="34" charset="0"/>
              </a:rPr>
              <a:t>3 Sep 25- 0.1-1C-20um-400 um-positive</a:t>
            </a:r>
            <a:endParaRPr lang="en-US" sz="2800" dirty="0"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923EDE-CC63-578C-B3CC-AD5714237C85}"/>
              </a:ext>
            </a:extLst>
          </p:cNvPr>
          <p:cNvSpPr txBox="1"/>
          <p:nvPr/>
        </p:nvSpPr>
        <p:spPr>
          <a:xfrm>
            <a:off x="914400" y="1460499"/>
            <a:ext cx="10363200" cy="2540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+ Ions, xxx µm analysis area (xxx µm scale bar)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67ED2E-072F-F1F8-B795-B61129E55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568651" y="1821917"/>
            <a:ext cx="2563738" cy="25637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FA23ED7-AAF8-601B-2A3A-AAF396757305}"/>
              </a:ext>
            </a:extLst>
          </p:cNvPr>
          <p:cNvSpPr txBox="1"/>
          <p:nvPr/>
        </p:nvSpPr>
        <p:spPr>
          <a:xfrm>
            <a:off x="91155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Total_Ion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32591190; Max: 921; Scale: 100µm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E3E39D2-B0DC-BE6F-5CB8-C63ADA99A6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3341821" y="1915683"/>
            <a:ext cx="2563738" cy="25637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E7992DC-E386-2535-D7CE-59DA2FECAAC9}"/>
              </a:ext>
            </a:extLst>
          </p:cNvPr>
          <p:cNvSpPr txBox="1"/>
          <p:nvPr/>
        </p:nvSpPr>
        <p:spPr>
          <a:xfrm>
            <a:off x="351327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fr-FR" sz="800">
                <a:latin typeface="Arial" panose="020B0604020202020204" pitchFamily="34" charset="0"/>
              </a:rPr>
              <a:t>Se -  79.92 (256x256)</a:t>
            </a:r>
          </a:p>
          <a:p>
            <a:pPr algn="ctr"/>
            <a:r>
              <a:rPr lang="fr-FR" sz="800">
                <a:latin typeface="Arial" panose="020B0604020202020204" pitchFamily="34" charset="0"/>
              </a:rPr>
              <a:t>Cts: 2022; Max: 2; Scale: 100µm</a:t>
            </a:r>
            <a:endParaRPr lang="en-US" sz="800"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8518A75-4723-9376-D0F0-115645AF90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5981523" y="2001732"/>
            <a:ext cx="2563738" cy="25637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A92453A-62B7-E5CB-C00B-BE65F691ABCB}"/>
              </a:ext>
            </a:extLst>
          </p:cNvPr>
          <p:cNvSpPr txBox="1"/>
          <p:nvPr/>
        </p:nvSpPr>
        <p:spPr>
          <a:xfrm>
            <a:off x="611499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91.041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429; Max: 2; Scale: 100µm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2D55252-84E5-7053-681E-C8C7D7D24D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8716711" y="2011971"/>
            <a:ext cx="2563738" cy="256373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2C59B7B-C73C-B27C-F878-26BFB87BA46D}"/>
              </a:ext>
            </a:extLst>
          </p:cNvPr>
          <p:cNvSpPr txBox="1"/>
          <p:nvPr/>
        </p:nvSpPr>
        <p:spPr>
          <a:xfrm>
            <a:off x="871671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OVERLAY</a:t>
            </a:r>
          </a:p>
          <a:p>
            <a:pPr algn="ctr"/>
            <a:endParaRPr lang="en-US" sz="800"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5F7ACD-38ED-A2F8-63D9-621210F45D1B}"/>
              </a:ext>
            </a:extLst>
          </p:cNvPr>
          <p:cNvSpPr txBox="1"/>
          <p:nvPr/>
        </p:nvSpPr>
        <p:spPr>
          <a:xfrm>
            <a:off x="914400" y="5587999"/>
            <a:ext cx="8293100" cy="4064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Enter Slide Comments Here</a:t>
            </a:r>
          </a:p>
        </p:txBody>
      </p:sp>
    </p:spTree>
    <p:extLst>
      <p:ext uri="{BB962C8B-B14F-4D97-AF65-F5344CB8AC3E}">
        <p14:creationId xmlns:p14="http://schemas.microsoft.com/office/powerpoint/2010/main" val="3352457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C65F79D-91B8-F10E-F797-C42D192DD416}"/>
              </a:ext>
            </a:extLst>
          </p:cNvPr>
          <p:cNvSpPr txBox="1"/>
          <p:nvPr/>
        </p:nvSpPr>
        <p:spPr>
          <a:xfrm>
            <a:off x="1420139" y="2459290"/>
            <a:ext cx="25519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9B7FD3-78CC-B294-6DD1-0452D4B58245}"/>
              </a:ext>
            </a:extLst>
          </p:cNvPr>
          <p:cNvSpPr txBox="1"/>
          <p:nvPr/>
        </p:nvSpPr>
        <p:spPr>
          <a:xfrm>
            <a:off x="3326668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A4B94B-CA63-0FF1-9F7B-9D1CA067DCA8}"/>
              </a:ext>
            </a:extLst>
          </p:cNvPr>
          <p:cNvSpPr txBox="1"/>
          <p:nvPr/>
        </p:nvSpPr>
        <p:spPr>
          <a:xfrm>
            <a:off x="5263715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476403-307D-2362-407A-071C9003D12C}"/>
              </a:ext>
            </a:extLst>
          </p:cNvPr>
          <p:cNvSpPr txBox="1"/>
          <p:nvPr/>
        </p:nvSpPr>
        <p:spPr>
          <a:xfrm>
            <a:off x="7210257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D0D841-2B88-BF14-957C-0840ED4FB40F}"/>
              </a:ext>
            </a:extLst>
          </p:cNvPr>
          <p:cNvSpPr txBox="1"/>
          <p:nvPr/>
        </p:nvSpPr>
        <p:spPr>
          <a:xfrm>
            <a:off x="9147303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80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86D76C9-4FEA-FE36-20AA-10090FB5CA33}"/>
              </a:ext>
            </a:extLst>
          </p:cNvPr>
          <p:cNvSpPr/>
          <p:nvPr/>
        </p:nvSpPr>
        <p:spPr bwMode="auto">
          <a:xfrm>
            <a:off x="1547738" y="2373832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75962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47476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75962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47476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75962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47476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75962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DCA0F3-B6BF-C82D-E3A5-E280B0BE8BED}"/>
              </a:ext>
            </a:extLst>
          </p:cNvPr>
          <p:cNvSpPr txBox="1"/>
          <p:nvPr/>
        </p:nvSpPr>
        <p:spPr>
          <a:xfrm>
            <a:off x="5968482" y="2630206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CD69B6C-64E2-8740-74B1-3B2F3B2063BA}"/>
              </a:ext>
            </a:extLst>
          </p:cNvPr>
          <p:cNvSpPr/>
          <p:nvPr/>
        </p:nvSpPr>
        <p:spPr bwMode="auto">
          <a:xfrm>
            <a:off x="1547738" y="1623701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63FFA9-D5D0-B10E-7608-023A8B098EF1}"/>
              </a:ext>
            </a:extLst>
          </p:cNvPr>
          <p:cNvSpPr txBox="1"/>
          <p:nvPr/>
        </p:nvSpPr>
        <p:spPr>
          <a:xfrm>
            <a:off x="1299415" y="2250721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CC0E40-37CA-FA6C-1A69-5EE6E5B03CB3}"/>
              </a:ext>
            </a:extLst>
          </p:cNvPr>
          <p:cNvSpPr txBox="1"/>
          <p:nvPr/>
        </p:nvSpPr>
        <p:spPr>
          <a:xfrm>
            <a:off x="1299415" y="2136777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C93FC3-5E60-0D4C-3B14-6FF5F4A127BA}"/>
              </a:ext>
            </a:extLst>
          </p:cNvPr>
          <p:cNvSpPr txBox="1"/>
          <p:nvPr/>
        </p:nvSpPr>
        <p:spPr>
          <a:xfrm>
            <a:off x="1299415" y="2032329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1EE247-C636-3439-9CF1-A979FC7715CC}"/>
              </a:ext>
            </a:extLst>
          </p:cNvPr>
          <p:cNvSpPr txBox="1"/>
          <p:nvPr/>
        </p:nvSpPr>
        <p:spPr>
          <a:xfrm>
            <a:off x="1299415" y="1918385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F6AED9-3015-01C0-0DA1-0EE94CBDEE24}"/>
              </a:ext>
            </a:extLst>
          </p:cNvPr>
          <p:cNvSpPr txBox="1"/>
          <p:nvPr/>
        </p:nvSpPr>
        <p:spPr>
          <a:xfrm>
            <a:off x="1299415" y="1813936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2B8C6C-01DF-5942-6704-4897F5A33399}"/>
              </a:ext>
            </a:extLst>
          </p:cNvPr>
          <p:cNvSpPr txBox="1"/>
          <p:nvPr/>
        </p:nvSpPr>
        <p:spPr>
          <a:xfrm>
            <a:off x="1299415" y="1699992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A92EC6-8BA5-1D73-E00C-B9287F979FA9}"/>
              </a:ext>
            </a:extLst>
          </p:cNvPr>
          <p:cNvSpPr txBox="1"/>
          <p:nvPr/>
        </p:nvSpPr>
        <p:spPr>
          <a:xfrm>
            <a:off x="1299415" y="1595544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47111E92-69CC-CB8F-33D2-653E0A980A7A}"/>
              </a:ext>
            </a:extLst>
          </p:cNvPr>
          <p:cNvSpPr/>
          <p:nvPr/>
        </p:nvSpPr>
        <p:spPr bwMode="auto">
          <a:xfrm>
            <a:off x="1471776" y="1623701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21645"/>
                </a:lnTo>
                <a:lnTo>
                  <a:pt x="28486" y="721645"/>
                </a:lnTo>
                <a:lnTo>
                  <a:pt x="75962" y="721645"/>
                </a:lnTo>
                <a:lnTo>
                  <a:pt x="75962" y="702654"/>
                </a:lnTo>
                <a:lnTo>
                  <a:pt x="28486" y="702654"/>
                </a:lnTo>
                <a:lnTo>
                  <a:pt x="75962" y="702654"/>
                </a:lnTo>
                <a:lnTo>
                  <a:pt x="75962" y="683664"/>
                </a:lnTo>
                <a:lnTo>
                  <a:pt x="28486" y="683664"/>
                </a:lnTo>
                <a:lnTo>
                  <a:pt x="75962" y="683664"/>
                </a:lnTo>
                <a:lnTo>
                  <a:pt x="75962" y="655178"/>
                </a:lnTo>
                <a:lnTo>
                  <a:pt x="28486" y="655178"/>
                </a:lnTo>
                <a:lnTo>
                  <a:pt x="75962" y="655178"/>
                </a:lnTo>
                <a:lnTo>
                  <a:pt x="75962" y="636187"/>
                </a:lnTo>
                <a:lnTo>
                  <a:pt x="0" y="636187"/>
                </a:lnTo>
                <a:lnTo>
                  <a:pt x="75962" y="636187"/>
                </a:lnTo>
                <a:lnTo>
                  <a:pt x="75962" y="617196"/>
                </a:lnTo>
                <a:lnTo>
                  <a:pt x="28486" y="617196"/>
                </a:lnTo>
                <a:lnTo>
                  <a:pt x="75962" y="617196"/>
                </a:lnTo>
                <a:lnTo>
                  <a:pt x="75962" y="588710"/>
                </a:lnTo>
                <a:lnTo>
                  <a:pt x="28486" y="588710"/>
                </a:lnTo>
                <a:lnTo>
                  <a:pt x="75962" y="588710"/>
                </a:lnTo>
                <a:lnTo>
                  <a:pt x="75962" y="569720"/>
                </a:lnTo>
                <a:lnTo>
                  <a:pt x="28486" y="569720"/>
                </a:lnTo>
                <a:lnTo>
                  <a:pt x="75962" y="569720"/>
                </a:lnTo>
                <a:lnTo>
                  <a:pt x="75962" y="550729"/>
                </a:lnTo>
                <a:lnTo>
                  <a:pt x="28486" y="550729"/>
                </a:lnTo>
                <a:lnTo>
                  <a:pt x="75962" y="550729"/>
                </a:lnTo>
                <a:lnTo>
                  <a:pt x="75962" y="531738"/>
                </a:lnTo>
                <a:lnTo>
                  <a:pt x="0" y="531738"/>
                </a:lnTo>
                <a:lnTo>
                  <a:pt x="75962" y="531738"/>
                </a:lnTo>
                <a:lnTo>
                  <a:pt x="75962" y="503252"/>
                </a:lnTo>
                <a:lnTo>
                  <a:pt x="28486" y="503252"/>
                </a:lnTo>
                <a:lnTo>
                  <a:pt x="75962" y="503252"/>
                </a:lnTo>
                <a:lnTo>
                  <a:pt x="75962" y="484262"/>
                </a:lnTo>
                <a:lnTo>
                  <a:pt x="28486" y="484262"/>
                </a:lnTo>
                <a:lnTo>
                  <a:pt x="75962" y="484262"/>
                </a:lnTo>
                <a:lnTo>
                  <a:pt x="75962" y="465271"/>
                </a:lnTo>
                <a:lnTo>
                  <a:pt x="28486" y="465271"/>
                </a:lnTo>
                <a:lnTo>
                  <a:pt x="75962" y="465271"/>
                </a:lnTo>
                <a:lnTo>
                  <a:pt x="75962" y="436785"/>
                </a:lnTo>
                <a:lnTo>
                  <a:pt x="28486" y="436785"/>
                </a:lnTo>
                <a:lnTo>
                  <a:pt x="75962" y="436785"/>
                </a:lnTo>
                <a:lnTo>
                  <a:pt x="75962" y="417794"/>
                </a:lnTo>
                <a:lnTo>
                  <a:pt x="0" y="417794"/>
                </a:lnTo>
                <a:lnTo>
                  <a:pt x="75962" y="417794"/>
                </a:lnTo>
                <a:lnTo>
                  <a:pt x="75962" y="398804"/>
                </a:lnTo>
                <a:lnTo>
                  <a:pt x="28486" y="398804"/>
                </a:lnTo>
                <a:lnTo>
                  <a:pt x="75962" y="398804"/>
                </a:lnTo>
                <a:lnTo>
                  <a:pt x="75962" y="379813"/>
                </a:lnTo>
                <a:lnTo>
                  <a:pt x="28486" y="379813"/>
                </a:lnTo>
                <a:lnTo>
                  <a:pt x="75962" y="379813"/>
                </a:lnTo>
                <a:lnTo>
                  <a:pt x="75962" y="351327"/>
                </a:lnTo>
                <a:lnTo>
                  <a:pt x="28486" y="351327"/>
                </a:lnTo>
                <a:lnTo>
                  <a:pt x="75962" y="351327"/>
                </a:lnTo>
                <a:lnTo>
                  <a:pt x="75962" y="332336"/>
                </a:lnTo>
                <a:lnTo>
                  <a:pt x="28486" y="332336"/>
                </a:lnTo>
                <a:lnTo>
                  <a:pt x="75962" y="332336"/>
                </a:lnTo>
                <a:lnTo>
                  <a:pt x="75962" y="313346"/>
                </a:lnTo>
                <a:lnTo>
                  <a:pt x="0" y="313346"/>
                </a:lnTo>
                <a:lnTo>
                  <a:pt x="75962" y="313346"/>
                </a:lnTo>
                <a:lnTo>
                  <a:pt x="75962" y="284860"/>
                </a:lnTo>
                <a:lnTo>
                  <a:pt x="28486" y="284860"/>
                </a:lnTo>
                <a:lnTo>
                  <a:pt x="75962" y="284860"/>
                </a:lnTo>
                <a:lnTo>
                  <a:pt x="75962" y="265869"/>
                </a:lnTo>
                <a:lnTo>
                  <a:pt x="28486" y="265869"/>
                </a:lnTo>
                <a:lnTo>
                  <a:pt x="75962" y="265869"/>
                </a:lnTo>
                <a:lnTo>
                  <a:pt x="75962" y="246878"/>
                </a:lnTo>
                <a:lnTo>
                  <a:pt x="28486" y="246878"/>
                </a:lnTo>
                <a:lnTo>
                  <a:pt x="75962" y="246878"/>
                </a:lnTo>
                <a:lnTo>
                  <a:pt x="75962" y="227888"/>
                </a:lnTo>
                <a:lnTo>
                  <a:pt x="28486" y="227888"/>
                </a:lnTo>
                <a:lnTo>
                  <a:pt x="75962" y="227888"/>
                </a:lnTo>
                <a:lnTo>
                  <a:pt x="75962" y="199402"/>
                </a:lnTo>
                <a:lnTo>
                  <a:pt x="0" y="199402"/>
                </a:lnTo>
                <a:lnTo>
                  <a:pt x="75962" y="199402"/>
                </a:lnTo>
                <a:lnTo>
                  <a:pt x="75962" y="180411"/>
                </a:lnTo>
                <a:lnTo>
                  <a:pt x="28486" y="180411"/>
                </a:lnTo>
                <a:lnTo>
                  <a:pt x="75962" y="180411"/>
                </a:lnTo>
                <a:lnTo>
                  <a:pt x="75962" y="161420"/>
                </a:lnTo>
                <a:lnTo>
                  <a:pt x="28486" y="161420"/>
                </a:lnTo>
                <a:lnTo>
                  <a:pt x="75962" y="161420"/>
                </a:lnTo>
                <a:lnTo>
                  <a:pt x="75962" y="132935"/>
                </a:lnTo>
                <a:lnTo>
                  <a:pt x="28486" y="132935"/>
                </a:lnTo>
                <a:lnTo>
                  <a:pt x="75962" y="132935"/>
                </a:lnTo>
                <a:lnTo>
                  <a:pt x="75962" y="113944"/>
                </a:lnTo>
                <a:lnTo>
                  <a:pt x="28486" y="113944"/>
                </a:lnTo>
                <a:lnTo>
                  <a:pt x="75962" y="113944"/>
                </a:lnTo>
                <a:lnTo>
                  <a:pt x="75962" y="94953"/>
                </a:lnTo>
                <a:lnTo>
                  <a:pt x="0" y="94953"/>
                </a:lnTo>
                <a:lnTo>
                  <a:pt x="75962" y="94953"/>
                </a:lnTo>
                <a:lnTo>
                  <a:pt x="75962" y="75963"/>
                </a:lnTo>
                <a:lnTo>
                  <a:pt x="28486" y="75963"/>
                </a:lnTo>
                <a:lnTo>
                  <a:pt x="75962" y="75963"/>
                </a:lnTo>
                <a:lnTo>
                  <a:pt x="75962" y="47477"/>
                </a:lnTo>
                <a:lnTo>
                  <a:pt x="28486" y="47477"/>
                </a:lnTo>
                <a:lnTo>
                  <a:pt x="75962" y="47477"/>
                </a:lnTo>
                <a:lnTo>
                  <a:pt x="75962" y="28486"/>
                </a:lnTo>
                <a:lnTo>
                  <a:pt x="28486" y="28486"/>
                </a:lnTo>
                <a:lnTo>
                  <a:pt x="75962" y="28486"/>
                </a:lnTo>
                <a:lnTo>
                  <a:pt x="75962" y="9495"/>
                </a:lnTo>
                <a:lnTo>
                  <a:pt x="28486" y="9495"/>
                </a:lnTo>
                <a:lnTo>
                  <a:pt x="75962" y="9495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B3E78BA-7F72-0952-23C3-0A37BC598E0D}"/>
              </a:ext>
            </a:extLst>
          </p:cNvPr>
          <p:cNvSpPr txBox="1"/>
          <p:nvPr/>
        </p:nvSpPr>
        <p:spPr>
          <a:xfrm>
            <a:off x="914991" y="1669367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Counts/1E6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823299B-CE4C-948B-CA89-3676A6906128}"/>
              </a:ext>
            </a:extLst>
          </p:cNvPr>
          <p:cNvSpPr/>
          <p:nvPr/>
        </p:nvSpPr>
        <p:spPr bwMode="auto">
          <a:xfrm>
            <a:off x="11251963" y="1623701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F13927E-59E0-79C2-FCDF-3817F5926F5E}"/>
              </a:ext>
            </a:extLst>
          </p:cNvPr>
          <p:cNvSpPr/>
          <p:nvPr/>
        </p:nvSpPr>
        <p:spPr bwMode="auto">
          <a:xfrm>
            <a:off x="1547738" y="1737645"/>
            <a:ext cx="9694730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626691"/>
                </a:moveTo>
                <a:lnTo>
                  <a:pt x="9496" y="626691"/>
                </a:lnTo>
                <a:lnTo>
                  <a:pt x="18991" y="626691"/>
                </a:lnTo>
                <a:lnTo>
                  <a:pt x="28486" y="626691"/>
                </a:lnTo>
                <a:lnTo>
                  <a:pt x="37982" y="626691"/>
                </a:lnTo>
                <a:lnTo>
                  <a:pt x="47477" y="626691"/>
                </a:lnTo>
                <a:lnTo>
                  <a:pt x="56972" y="626691"/>
                </a:lnTo>
                <a:lnTo>
                  <a:pt x="66468" y="626691"/>
                </a:lnTo>
                <a:lnTo>
                  <a:pt x="75963" y="626691"/>
                </a:lnTo>
                <a:lnTo>
                  <a:pt x="85458" y="626691"/>
                </a:lnTo>
                <a:lnTo>
                  <a:pt x="94954" y="607701"/>
                </a:lnTo>
                <a:lnTo>
                  <a:pt x="104449" y="626691"/>
                </a:lnTo>
                <a:lnTo>
                  <a:pt x="113944" y="626691"/>
                </a:lnTo>
                <a:lnTo>
                  <a:pt x="123440" y="626691"/>
                </a:lnTo>
                <a:lnTo>
                  <a:pt x="132935" y="626691"/>
                </a:lnTo>
                <a:lnTo>
                  <a:pt x="142430" y="626691"/>
                </a:lnTo>
                <a:lnTo>
                  <a:pt x="151926" y="626691"/>
                </a:lnTo>
                <a:lnTo>
                  <a:pt x="161421" y="626691"/>
                </a:lnTo>
                <a:lnTo>
                  <a:pt x="170916" y="626691"/>
                </a:lnTo>
                <a:lnTo>
                  <a:pt x="180412" y="626691"/>
                </a:lnTo>
                <a:lnTo>
                  <a:pt x="189907" y="626691"/>
                </a:lnTo>
                <a:lnTo>
                  <a:pt x="199402" y="626691"/>
                </a:lnTo>
                <a:lnTo>
                  <a:pt x="208898" y="626691"/>
                </a:lnTo>
                <a:lnTo>
                  <a:pt x="218393" y="626691"/>
                </a:lnTo>
                <a:lnTo>
                  <a:pt x="227888" y="626691"/>
                </a:lnTo>
                <a:lnTo>
                  <a:pt x="237383" y="626691"/>
                </a:lnTo>
                <a:lnTo>
                  <a:pt x="246879" y="626691"/>
                </a:lnTo>
                <a:lnTo>
                  <a:pt x="256374" y="626691"/>
                </a:lnTo>
                <a:lnTo>
                  <a:pt x="265870" y="626691"/>
                </a:lnTo>
                <a:lnTo>
                  <a:pt x="275365" y="626691"/>
                </a:lnTo>
                <a:lnTo>
                  <a:pt x="284860" y="626691"/>
                </a:lnTo>
                <a:lnTo>
                  <a:pt x="294355" y="626691"/>
                </a:lnTo>
                <a:lnTo>
                  <a:pt x="303851" y="626691"/>
                </a:lnTo>
                <a:lnTo>
                  <a:pt x="313346" y="626691"/>
                </a:lnTo>
                <a:lnTo>
                  <a:pt x="322841" y="626691"/>
                </a:lnTo>
                <a:lnTo>
                  <a:pt x="332337" y="626691"/>
                </a:lnTo>
                <a:lnTo>
                  <a:pt x="341832" y="626691"/>
                </a:lnTo>
                <a:lnTo>
                  <a:pt x="351327" y="626691"/>
                </a:lnTo>
                <a:lnTo>
                  <a:pt x="360823" y="626691"/>
                </a:lnTo>
                <a:lnTo>
                  <a:pt x="370318" y="626691"/>
                </a:lnTo>
                <a:lnTo>
                  <a:pt x="379813" y="626691"/>
                </a:lnTo>
                <a:lnTo>
                  <a:pt x="389309" y="626691"/>
                </a:lnTo>
                <a:lnTo>
                  <a:pt x="398804" y="626691"/>
                </a:lnTo>
                <a:lnTo>
                  <a:pt x="408299" y="626691"/>
                </a:lnTo>
                <a:lnTo>
                  <a:pt x="417795" y="626691"/>
                </a:lnTo>
                <a:lnTo>
                  <a:pt x="427290" y="626691"/>
                </a:lnTo>
                <a:lnTo>
                  <a:pt x="436785" y="626691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26691"/>
                </a:lnTo>
                <a:lnTo>
                  <a:pt x="522243" y="626691"/>
                </a:lnTo>
                <a:lnTo>
                  <a:pt x="531739" y="626691"/>
                </a:lnTo>
                <a:lnTo>
                  <a:pt x="541234" y="626691"/>
                </a:lnTo>
                <a:lnTo>
                  <a:pt x="550729" y="626691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626691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626691"/>
                </a:lnTo>
                <a:lnTo>
                  <a:pt x="636187" y="626691"/>
                </a:lnTo>
                <a:lnTo>
                  <a:pt x="645683" y="626691"/>
                </a:lnTo>
                <a:lnTo>
                  <a:pt x="655178" y="626691"/>
                </a:lnTo>
                <a:lnTo>
                  <a:pt x="664673" y="626691"/>
                </a:lnTo>
                <a:lnTo>
                  <a:pt x="674169" y="626691"/>
                </a:lnTo>
                <a:lnTo>
                  <a:pt x="683664" y="626691"/>
                </a:lnTo>
                <a:lnTo>
                  <a:pt x="693159" y="626691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26691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26691"/>
                </a:lnTo>
                <a:lnTo>
                  <a:pt x="769122" y="626691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617196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626691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617196"/>
                </a:lnTo>
                <a:lnTo>
                  <a:pt x="1262879" y="626691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2669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26691"/>
                </a:lnTo>
                <a:lnTo>
                  <a:pt x="1357832" y="617196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26691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17196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26691"/>
                </a:lnTo>
                <a:lnTo>
                  <a:pt x="1547739" y="626691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26691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626691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2669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2669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2669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2669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626691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26691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626691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26691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626691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2669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379813"/>
                </a:lnTo>
                <a:lnTo>
                  <a:pt x="2231402" y="569720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626691"/>
                </a:lnTo>
                <a:lnTo>
                  <a:pt x="2326355" y="598205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26691"/>
                </a:lnTo>
                <a:lnTo>
                  <a:pt x="2421309" y="617196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617196"/>
                </a:lnTo>
                <a:lnTo>
                  <a:pt x="2525758" y="626691"/>
                </a:lnTo>
                <a:lnTo>
                  <a:pt x="2535253" y="626691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07701"/>
                </a:lnTo>
                <a:lnTo>
                  <a:pt x="2620711" y="617196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2669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550729"/>
                </a:lnTo>
                <a:lnTo>
                  <a:pt x="2715664" y="607701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26691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26691"/>
                </a:lnTo>
                <a:lnTo>
                  <a:pt x="2810617" y="598205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26691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17196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26691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2669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626691"/>
                </a:lnTo>
                <a:lnTo>
                  <a:pt x="3104972" y="62669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26691"/>
                </a:lnTo>
                <a:lnTo>
                  <a:pt x="3199926" y="626691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26691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2669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626691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26691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26691"/>
                </a:lnTo>
                <a:lnTo>
                  <a:pt x="3494281" y="626691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26691"/>
                </a:lnTo>
                <a:lnTo>
                  <a:pt x="3589234" y="62669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26691"/>
                </a:lnTo>
                <a:lnTo>
                  <a:pt x="3684187" y="626691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569720"/>
                </a:lnTo>
                <a:lnTo>
                  <a:pt x="3779141" y="0"/>
                </a:lnTo>
                <a:lnTo>
                  <a:pt x="3788636" y="617196"/>
                </a:lnTo>
                <a:lnTo>
                  <a:pt x="3798131" y="569720"/>
                </a:lnTo>
                <a:lnTo>
                  <a:pt x="3807627" y="617196"/>
                </a:lnTo>
                <a:lnTo>
                  <a:pt x="3817122" y="626691"/>
                </a:lnTo>
                <a:lnTo>
                  <a:pt x="3826617" y="626691"/>
                </a:lnTo>
                <a:lnTo>
                  <a:pt x="3836112" y="626691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588710"/>
                </a:lnTo>
                <a:lnTo>
                  <a:pt x="3883589" y="626691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26691"/>
                </a:lnTo>
                <a:lnTo>
                  <a:pt x="3931066" y="626691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341832"/>
                </a:lnTo>
                <a:lnTo>
                  <a:pt x="3978543" y="607701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626691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626691"/>
                </a:lnTo>
                <a:lnTo>
                  <a:pt x="4073496" y="626691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626691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626691"/>
                </a:lnTo>
                <a:lnTo>
                  <a:pt x="4168449" y="617196"/>
                </a:lnTo>
                <a:lnTo>
                  <a:pt x="4177944" y="626691"/>
                </a:lnTo>
                <a:lnTo>
                  <a:pt x="4187440" y="626691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626691"/>
                </a:lnTo>
                <a:lnTo>
                  <a:pt x="4225421" y="626691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617196"/>
                </a:lnTo>
                <a:lnTo>
                  <a:pt x="4272898" y="626691"/>
                </a:lnTo>
                <a:lnTo>
                  <a:pt x="4282393" y="626691"/>
                </a:lnTo>
                <a:lnTo>
                  <a:pt x="4291888" y="626691"/>
                </a:lnTo>
                <a:lnTo>
                  <a:pt x="4301384" y="626691"/>
                </a:lnTo>
                <a:lnTo>
                  <a:pt x="4310879" y="626691"/>
                </a:lnTo>
                <a:lnTo>
                  <a:pt x="4320374" y="626691"/>
                </a:lnTo>
                <a:lnTo>
                  <a:pt x="4329870" y="626691"/>
                </a:lnTo>
                <a:lnTo>
                  <a:pt x="4339365" y="626691"/>
                </a:lnTo>
                <a:lnTo>
                  <a:pt x="4348860" y="626691"/>
                </a:lnTo>
                <a:lnTo>
                  <a:pt x="4358356" y="617196"/>
                </a:lnTo>
                <a:lnTo>
                  <a:pt x="4367851" y="626691"/>
                </a:lnTo>
                <a:lnTo>
                  <a:pt x="4377346" y="626691"/>
                </a:lnTo>
                <a:lnTo>
                  <a:pt x="4386842" y="626691"/>
                </a:lnTo>
                <a:lnTo>
                  <a:pt x="4396337" y="626691"/>
                </a:lnTo>
                <a:lnTo>
                  <a:pt x="4405832" y="626691"/>
                </a:lnTo>
                <a:lnTo>
                  <a:pt x="4415327" y="626691"/>
                </a:lnTo>
                <a:lnTo>
                  <a:pt x="4424823" y="626691"/>
                </a:lnTo>
                <a:lnTo>
                  <a:pt x="4434318" y="626691"/>
                </a:lnTo>
                <a:lnTo>
                  <a:pt x="4443813" y="626691"/>
                </a:lnTo>
                <a:lnTo>
                  <a:pt x="4453309" y="626691"/>
                </a:lnTo>
                <a:lnTo>
                  <a:pt x="4462804" y="626691"/>
                </a:lnTo>
                <a:lnTo>
                  <a:pt x="4472300" y="626691"/>
                </a:lnTo>
                <a:lnTo>
                  <a:pt x="4481795" y="626691"/>
                </a:lnTo>
                <a:lnTo>
                  <a:pt x="4491290" y="626691"/>
                </a:lnTo>
                <a:lnTo>
                  <a:pt x="4500785" y="626691"/>
                </a:lnTo>
                <a:lnTo>
                  <a:pt x="4510281" y="626691"/>
                </a:lnTo>
                <a:lnTo>
                  <a:pt x="4519776" y="626691"/>
                </a:lnTo>
                <a:lnTo>
                  <a:pt x="4529271" y="626691"/>
                </a:lnTo>
                <a:lnTo>
                  <a:pt x="4538767" y="626691"/>
                </a:lnTo>
                <a:lnTo>
                  <a:pt x="4548262" y="626691"/>
                </a:lnTo>
                <a:lnTo>
                  <a:pt x="4557758" y="626691"/>
                </a:lnTo>
                <a:lnTo>
                  <a:pt x="4567253" y="626691"/>
                </a:lnTo>
                <a:lnTo>
                  <a:pt x="4576748" y="626691"/>
                </a:lnTo>
                <a:lnTo>
                  <a:pt x="4586243" y="626691"/>
                </a:lnTo>
                <a:lnTo>
                  <a:pt x="4595739" y="626691"/>
                </a:lnTo>
                <a:lnTo>
                  <a:pt x="4605234" y="626691"/>
                </a:lnTo>
                <a:lnTo>
                  <a:pt x="4614729" y="626691"/>
                </a:lnTo>
                <a:lnTo>
                  <a:pt x="4624225" y="626691"/>
                </a:lnTo>
                <a:lnTo>
                  <a:pt x="4633720" y="626691"/>
                </a:lnTo>
                <a:lnTo>
                  <a:pt x="4643216" y="626691"/>
                </a:lnTo>
                <a:lnTo>
                  <a:pt x="4652711" y="626691"/>
                </a:lnTo>
                <a:lnTo>
                  <a:pt x="4662206" y="626691"/>
                </a:lnTo>
                <a:lnTo>
                  <a:pt x="4671701" y="626691"/>
                </a:lnTo>
                <a:lnTo>
                  <a:pt x="4681197" y="626691"/>
                </a:lnTo>
                <a:lnTo>
                  <a:pt x="4690692" y="626691"/>
                </a:lnTo>
                <a:lnTo>
                  <a:pt x="4700187" y="626691"/>
                </a:lnTo>
                <a:lnTo>
                  <a:pt x="4709683" y="626691"/>
                </a:lnTo>
                <a:lnTo>
                  <a:pt x="4719178" y="626691"/>
                </a:lnTo>
                <a:lnTo>
                  <a:pt x="4728673" y="626691"/>
                </a:lnTo>
                <a:lnTo>
                  <a:pt x="4738169" y="626691"/>
                </a:lnTo>
                <a:lnTo>
                  <a:pt x="4747664" y="626691"/>
                </a:lnTo>
                <a:lnTo>
                  <a:pt x="4757159" y="626691"/>
                </a:lnTo>
                <a:lnTo>
                  <a:pt x="4766654" y="626691"/>
                </a:lnTo>
                <a:lnTo>
                  <a:pt x="4776150" y="626691"/>
                </a:lnTo>
                <a:lnTo>
                  <a:pt x="4785645" y="626691"/>
                </a:lnTo>
                <a:lnTo>
                  <a:pt x="4795141" y="626691"/>
                </a:lnTo>
                <a:lnTo>
                  <a:pt x="4804636" y="626691"/>
                </a:lnTo>
                <a:lnTo>
                  <a:pt x="4814131" y="626691"/>
                </a:lnTo>
                <a:lnTo>
                  <a:pt x="4823627" y="626691"/>
                </a:lnTo>
                <a:lnTo>
                  <a:pt x="4833122" y="626691"/>
                </a:lnTo>
                <a:lnTo>
                  <a:pt x="4842617" y="626691"/>
                </a:lnTo>
                <a:lnTo>
                  <a:pt x="4852112" y="626691"/>
                </a:lnTo>
                <a:lnTo>
                  <a:pt x="4861608" y="626691"/>
                </a:lnTo>
                <a:lnTo>
                  <a:pt x="4871103" y="626691"/>
                </a:lnTo>
                <a:lnTo>
                  <a:pt x="4880599" y="626691"/>
                </a:lnTo>
                <a:lnTo>
                  <a:pt x="4890094" y="626691"/>
                </a:lnTo>
                <a:lnTo>
                  <a:pt x="4899589" y="626691"/>
                </a:lnTo>
                <a:lnTo>
                  <a:pt x="4909085" y="626691"/>
                </a:lnTo>
                <a:lnTo>
                  <a:pt x="4918580" y="626691"/>
                </a:lnTo>
                <a:lnTo>
                  <a:pt x="4928075" y="626691"/>
                </a:lnTo>
                <a:lnTo>
                  <a:pt x="4937570" y="626691"/>
                </a:lnTo>
                <a:lnTo>
                  <a:pt x="4947066" y="626691"/>
                </a:lnTo>
                <a:lnTo>
                  <a:pt x="4956561" y="626691"/>
                </a:lnTo>
                <a:lnTo>
                  <a:pt x="4966057" y="626691"/>
                </a:lnTo>
                <a:lnTo>
                  <a:pt x="4975552" y="626691"/>
                </a:lnTo>
                <a:lnTo>
                  <a:pt x="4985047" y="626691"/>
                </a:lnTo>
                <a:lnTo>
                  <a:pt x="4994543" y="626691"/>
                </a:lnTo>
                <a:lnTo>
                  <a:pt x="5004038" y="626691"/>
                </a:lnTo>
                <a:lnTo>
                  <a:pt x="5013533" y="626691"/>
                </a:lnTo>
                <a:lnTo>
                  <a:pt x="5023028" y="626691"/>
                </a:lnTo>
                <a:lnTo>
                  <a:pt x="5032524" y="626691"/>
                </a:lnTo>
                <a:lnTo>
                  <a:pt x="5042019" y="626691"/>
                </a:lnTo>
                <a:lnTo>
                  <a:pt x="5051514" y="626691"/>
                </a:lnTo>
                <a:lnTo>
                  <a:pt x="5061010" y="626691"/>
                </a:lnTo>
                <a:lnTo>
                  <a:pt x="5070505" y="626691"/>
                </a:lnTo>
                <a:lnTo>
                  <a:pt x="5080000" y="626691"/>
                </a:lnTo>
                <a:lnTo>
                  <a:pt x="5089496" y="626691"/>
                </a:lnTo>
                <a:lnTo>
                  <a:pt x="5098991" y="626691"/>
                </a:lnTo>
                <a:lnTo>
                  <a:pt x="5108487" y="626691"/>
                </a:lnTo>
                <a:lnTo>
                  <a:pt x="5117981" y="626691"/>
                </a:lnTo>
                <a:lnTo>
                  <a:pt x="5127477" y="626691"/>
                </a:lnTo>
                <a:lnTo>
                  <a:pt x="5136973" y="626691"/>
                </a:lnTo>
                <a:lnTo>
                  <a:pt x="5146468" y="626691"/>
                </a:lnTo>
                <a:lnTo>
                  <a:pt x="5155963" y="626691"/>
                </a:lnTo>
                <a:lnTo>
                  <a:pt x="5165458" y="626691"/>
                </a:lnTo>
                <a:lnTo>
                  <a:pt x="5174954" y="626691"/>
                </a:lnTo>
                <a:lnTo>
                  <a:pt x="5184449" y="626691"/>
                </a:lnTo>
                <a:lnTo>
                  <a:pt x="5193944" y="626691"/>
                </a:lnTo>
                <a:lnTo>
                  <a:pt x="5203440" y="626691"/>
                </a:lnTo>
                <a:lnTo>
                  <a:pt x="5212935" y="626691"/>
                </a:lnTo>
                <a:lnTo>
                  <a:pt x="5222430" y="626691"/>
                </a:lnTo>
                <a:lnTo>
                  <a:pt x="5231926" y="626691"/>
                </a:lnTo>
                <a:lnTo>
                  <a:pt x="5241421" y="626691"/>
                </a:lnTo>
                <a:lnTo>
                  <a:pt x="5250916" y="626691"/>
                </a:lnTo>
                <a:lnTo>
                  <a:pt x="5260412" y="626691"/>
                </a:lnTo>
                <a:lnTo>
                  <a:pt x="5269907" y="626691"/>
                </a:lnTo>
                <a:lnTo>
                  <a:pt x="5279403" y="626691"/>
                </a:lnTo>
                <a:lnTo>
                  <a:pt x="5288897" y="626691"/>
                </a:lnTo>
                <a:lnTo>
                  <a:pt x="5298393" y="626691"/>
                </a:lnTo>
                <a:lnTo>
                  <a:pt x="5307889" y="626691"/>
                </a:lnTo>
                <a:lnTo>
                  <a:pt x="5317383" y="626691"/>
                </a:lnTo>
                <a:lnTo>
                  <a:pt x="5326879" y="626691"/>
                </a:lnTo>
                <a:lnTo>
                  <a:pt x="5336374" y="617196"/>
                </a:lnTo>
                <a:lnTo>
                  <a:pt x="5345870" y="626691"/>
                </a:lnTo>
                <a:lnTo>
                  <a:pt x="5355365" y="626691"/>
                </a:lnTo>
                <a:lnTo>
                  <a:pt x="5364860" y="626691"/>
                </a:lnTo>
                <a:lnTo>
                  <a:pt x="5374356" y="626691"/>
                </a:lnTo>
                <a:lnTo>
                  <a:pt x="5383851" y="626691"/>
                </a:lnTo>
                <a:lnTo>
                  <a:pt x="5393346" y="626691"/>
                </a:lnTo>
                <a:lnTo>
                  <a:pt x="5402842" y="626691"/>
                </a:lnTo>
                <a:lnTo>
                  <a:pt x="5412337" y="626691"/>
                </a:lnTo>
                <a:lnTo>
                  <a:pt x="5421832" y="626691"/>
                </a:lnTo>
                <a:lnTo>
                  <a:pt x="5431327" y="626691"/>
                </a:lnTo>
                <a:lnTo>
                  <a:pt x="5440823" y="626691"/>
                </a:lnTo>
                <a:lnTo>
                  <a:pt x="5450319" y="626691"/>
                </a:lnTo>
                <a:lnTo>
                  <a:pt x="5459813" y="626691"/>
                </a:lnTo>
                <a:lnTo>
                  <a:pt x="5469309" y="626691"/>
                </a:lnTo>
                <a:lnTo>
                  <a:pt x="5478804" y="626691"/>
                </a:lnTo>
                <a:lnTo>
                  <a:pt x="5488299" y="626691"/>
                </a:lnTo>
                <a:lnTo>
                  <a:pt x="5497795" y="626691"/>
                </a:lnTo>
                <a:lnTo>
                  <a:pt x="5507290" y="626691"/>
                </a:lnTo>
                <a:lnTo>
                  <a:pt x="5516786" y="626691"/>
                </a:lnTo>
                <a:lnTo>
                  <a:pt x="5526281" y="626691"/>
                </a:lnTo>
                <a:lnTo>
                  <a:pt x="5535776" y="626691"/>
                </a:lnTo>
                <a:lnTo>
                  <a:pt x="5545272" y="626691"/>
                </a:lnTo>
                <a:lnTo>
                  <a:pt x="5554766" y="626691"/>
                </a:lnTo>
                <a:lnTo>
                  <a:pt x="5564262" y="626691"/>
                </a:lnTo>
                <a:lnTo>
                  <a:pt x="5573758" y="626691"/>
                </a:lnTo>
                <a:lnTo>
                  <a:pt x="5583253" y="626691"/>
                </a:lnTo>
                <a:lnTo>
                  <a:pt x="5592748" y="626691"/>
                </a:lnTo>
                <a:lnTo>
                  <a:pt x="5602243" y="626691"/>
                </a:lnTo>
                <a:lnTo>
                  <a:pt x="5611739" y="626691"/>
                </a:lnTo>
                <a:lnTo>
                  <a:pt x="5621234" y="626691"/>
                </a:lnTo>
                <a:lnTo>
                  <a:pt x="5630729" y="626691"/>
                </a:lnTo>
                <a:lnTo>
                  <a:pt x="5640225" y="626691"/>
                </a:lnTo>
                <a:lnTo>
                  <a:pt x="5649720" y="626691"/>
                </a:lnTo>
                <a:lnTo>
                  <a:pt x="5659215" y="626691"/>
                </a:lnTo>
                <a:lnTo>
                  <a:pt x="5668711" y="626691"/>
                </a:lnTo>
                <a:lnTo>
                  <a:pt x="5678206" y="626691"/>
                </a:lnTo>
                <a:lnTo>
                  <a:pt x="5687702" y="626691"/>
                </a:lnTo>
                <a:lnTo>
                  <a:pt x="5697197" y="626691"/>
                </a:lnTo>
                <a:lnTo>
                  <a:pt x="5706692" y="626691"/>
                </a:lnTo>
                <a:lnTo>
                  <a:pt x="5716188" y="626691"/>
                </a:lnTo>
                <a:lnTo>
                  <a:pt x="5725682" y="626691"/>
                </a:lnTo>
                <a:lnTo>
                  <a:pt x="5735178" y="626691"/>
                </a:lnTo>
                <a:lnTo>
                  <a:pt x="5744673" y="626691"/>
                </a:lnTo>
                <a:lnTo>
                  <a:pt x="5754169" y="626691"/>
                </a:lnTo>
                <a:lnTo>
                  <a:pt x="5763664" y="626691"/>
                </a:lnTo>
                <a:lnTo>
                  <a:pt x="5773159" y="626691"/>
                </a:lnTo>
                <a:lnTo>
                  <a:pt x="5782655" y="626691"/>
                </a:lnTo>
                <a:lnTo>
                  <a:pt x="5792150" y="626691"/>
                </a:lnTo>
                <a:lnTo>
                  <a:pt x="5801645" y="626691"/>
                </a:lnTo>
                <a:lnTo>
                  <a:pt x="5811141" y="626691"/>
                </a:lnTo>
                <a:lnTo>
                  <a:pt x="5820636" y="626691"/>
                </a:lnTo>
                <a:lnTo>
                  <a:pt x="5830131" y="626691"/>
                </a:lnTo>
                <a:lnTo>
                  <a:pt x="5839627" y="626691"/>
                </a:lnTo>
                <a:lnTo>
                  <a:pt x="5849122" y="626691"/>
                </a:lnTo>
                <a:lnTo>
                  <a:pt x="5858618" y="626691"/>
                </a:lnTo>
                <a:lnTo>
                  <a:pt x="5868112" y="626691"/>
                </a:lnTo>
                <a:lnTo>
                  <a:pt x="5877608" y="626691"/>
                </a:lnTo>
                <a:lnTo>
                  <a:pt x="5887104" y="626691"/>
                </a:lnTo>
                <a:lnTo>
                  <a:pt x="5896598" y="626691"/>
                </a:lnTo>
                <a:lnTo>
                  <a:pt x="5906094" y="626691"/>
                </a:lnTo>
                <a:lnTo>
                  <a:pt x="5915589" y="626691"/>
                </a:lnTo>
                <a:lnTo>
                  <a:pt x="5925085" y="626691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626691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26691"/>
                </a:lnTo>
                <a:lnTo>
                  <a:pt x="6010543" y="617196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26691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626691"/>
                </a:lnTo>
                <a:lnTo>
                  <a:pt x="6105496" y="617196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26691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26691"/>
                </a:lnTo>
                <a:lnTo>
                  <a:pt x="6200449" y="626691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626691"/>
                </a:lnTo>
                <a:lnTo>
                  <a:pt x="6304897" y="626691"/>
                </a:lnTo>
                <a:lnTo>
                  <a:pt x="6314393" y="62669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26691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626691"/>
                </a:lnTo>
                <a:lnTo>
                  <a:pt x="6399851" y="626691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617196"/>
                </a:lnTo>
                <a:lnTo>
                  <a:pt x="6504299" y="62669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26691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26691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26691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626691"/>
                </a:lnTo>
                <a:lnTo>
                  <a:pt x="6694206" y="626691"/>
                </a:lnTo>
                <a:lnTo>
                  <a:pt x="6703702" y="626691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26691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626691"/>
                </a:lnTo>
                <a:lnTo>
                  <a:pt x="6884112" y="626691"/>
                </a:lnTo>
                <a:lnTo>
                  <a:pt x="6893608" y="626691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26691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626691"/>
                </a:lnTo>
                <a:lnTo>
                  <a:pt x="7083514" y="626691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26691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26691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26691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569720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569720"/>
                </a:lnTo>
                <a:lnTo>
                  <a:pt x="7662729" y="607701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17196"/>
                </a:lnTo>
                <a:lnTo>
                  <a:pt x="7757682" y="626691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26691"/>
                </a:lnTo>
                <a:lnTo>
                  <a:pt x="7852636" y="617196"/>
                </a:lnTo>
                <a:lnTo>
                  <a:pt x="7862131" y="626691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26691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17196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26691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26691"/>
                </a:lnTo>
                <a:lnTo>
                  <a:pt x="8241944" y="626691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26691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26691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17196"/>
                </a:lnTo>
                <a:lnTo>
                  <a:pt x="8536300" y="617196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26691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26691"/>
                </a:lnTo>
                <a:lnTo>
                  <a:pt x="8726206" y="626691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26691"/>
                </a:lnTo>
                <a:lnTo>
                  <a:pt x="8830655" y="626691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26691"/>
                </a:lnTo>
                <a:lnTo>
                  <a:pt x="9020561" y="626691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07701"/>
                </a:lnTo>
                <a:lnTo>
                  <a:pt x="9115514" y="617196"/>
                </a:lnTo>
                <a:lnTo>
                  <a:pt x="9125010" y="626691"/>
                </a:lnTo>
                <a:lnTo>
                  <a:pt x="9134505" y="626691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26691"/>
                </a:lnTo>
                <a:lnTo>
                  <a:pt x="9191477" y="626691"/>
                </a:lnTo>
                <a:lnTo>
                  <a:pt x="9200973" y="617196"/>
                </a:lnTo>
                <a:lnTo>
                  <a:pt x="9210468" y="398804"/>
                </a:lnTo>
                <a:lnTo>
                  <a:pt x="9219963" y="626691"/>
                </a:lnTo>
                <a:lnTo>
                  <a:pt x="9229458" y="626691"/>
                </a:lnTo>
                <a:lnTo>
                  <a:pt x="9238954" y="626691"/>
                </a:lnTo>
                <a:lnTo>
                  <a:pt x="9248450" y="626691"/>
                </a:lnTo>
                <a:lnTo>
                  <a:pt x="9257944" y="626691"/>
                </a:lnTo>
                <a:lnTo>
                  <a:pt x="9267440" y="626691"/>
                </a:lnTo>
                <a:lnTo>
                  <a:pt x="9276935" y="626691"/>
                </a:lnTo>
                <a:lnTo>
                  <a:pt x="9286430" y="626691"/>
                </a:lnTo>
                <a:lnTo>
                  <a:pt x="9295926" y="626691"/>
                </a:lnTo>
                <a:lnTo>
                  <a:pt x="9305421" y="626691"/>
                </a:lnTo>
                <a:lnTo>
                  <a:pt x="9314917" y="626691"/>
                </a:lnTo>
                <a:lnTo>
                  <a:pt x="9324412" y="626691"/>
                </a:lnTo>
                <a:lnTo>
                  <a:pt x="9333907" y="626691"/>
                </a:lnTo>
                <a:lnTo>
                  <a:pt x="9343403" y="626691"/>
                </a:lnTo>
                <a:lnTo>
                  <a:pt x="9352897" y="626691"/>
                </a:lnTo>
                <a:lnTo>
                  <a:pt x="9362393" y="626691"/>
                </a:lnTo>
                <a:lnTo>
                  <a:pt x="9371889" y="626691"/>
                </a:lnTo>
                <a:lnTo>
                  <a:pt x="9381384" y="626691"/>
                </a:lnTo>
                <a:lnTo>
                  <a:pt x="9390879" y="626691"/>
                </a:lnTo>
                <a:lnTo>
                  <a:pt x="9400374" y="579215"/>
                </a:lnTo>
                <a:lnTo>
                  <a:pt x="9409870" y="626691"/>
                </a:lnTo>
                <a:lnTo>
                  <a:pt x="9419365" y="626691"/>
                </a:lnTo>
                <a:lnTo>
                  <a:pt x="9428860" y="626691"/>
                </a:lnTo>
                <a:lnTo>
                  <a:pt x="9438356" y="626691"/>
                </a:lnTo>
                <a:lnTo>
                  <a:pt x="9447851" y="626691"/>
                </a:lnTo>
                <a:lnTo>
                  <a:pt x="9457346" y="626691"/>
                </a:lnTo>
                <a:lnTo>
                  <a:pt x="9466842" y="626691"/>
                </a:lnTo>
                <a:lnTo>
                  <a:pt x="9476337" y="626691"/>
                </a:lnTo>
                <a:lnTo>
                  <a:pt x="9485833" y="626691"/>
                </a:lnTo>
                <a:lnTo>
                  <a:pt x="9495327" y="626691"/>
                </a:lnTo>
                <a:lnTo>
                  <a:pt x="9504823" y="626691"/>
                </a:lnTo>
                <a:lnTo>
                  <a:pt x="9514319" y="626691"/>
                </a:lnTo>
                <a:lnTo>
                  <a:pt x="9523813" y="626691"/>
                </a:lnTo>
                <a:lnTo>
                  <a:pt x="9533309" y="626691"/>
                </a:lnTo>
                <a:lnTo>
                  <a:pt x="9542804" y="626691"/>
                </a:lnTo>
                <a:lnTo>
                  <a:pt x="9552300" y="626691"/>
                </a:lnTo>
                <a:lnTo>
                  <a:pt x="9561795" y="626691"/>
                </a:lnTo>
                <a:lnTo>
                  <a:pt x="9571290" y="626691"/>
                </a:lnTo>
                <a:lnTo>
                  <a:pt x="9580786" y="626691"/>
                </a:lnTo>
                <a:lnTo>
                  <a:pt x="9590281" y="626691"/>
                </a:lnTo>
                <a:lnTo>
                  <a:pt x="9599776" y="626691"/>
                </a:lnTo>
                <a:lnTo>
                  <a:pt x="9609272" y="626691"/>
                </a:lnTo>
                <a:lnTo>
                  <a:pt x="9618767" y="626691"/>
                </a:lnTo>
                <a:lnTo>
                  <a:pt x="9628262" y="626691"/>
                </a:lnTo>
                <a:lnTo>
                  <a:pt x="9637758" y="626691"/>
                </a:lnTo>
                <a:lnTo>
                  <a:pt x="9647253" y="626691"/>
                </a:lnTo>
                <a:lnTo>
                  <a:pt x="9656748" y="626691"/>
                </a:lnTo>
                <a:lnTo>
                  <a:pt x="9666243" y="626691"/>
                </a:lnTo>
                <a:lnTo>
                  <a:pt x="9675739" y="626691"/>
                </a:lnTo>
                <a:lnTo>
                  <a:pt x="9685234" y="626691"/>
                </a:lnTo>
                <a:lnTo>
                  <a:pt x="9694729" y="626691"/>
                </a:lnTo>
              </a:path>
            </a:pathLst>
          </a:custGeom>
          <a:noFill/>
          <a:ln w="12700" cap="flat" cmpd="sng" algn="ctr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495A4F-836E-0EB7-808F-AED103A40B93}"/>
              </a:ext>
            </a:extLst>
          </p:cNvPr>
          <p:cNvSpPr txBox="1"/>
          <p:nvPr/>
        </p:nvSpPr>
        <p:spPr>
          <a:xfrm>
            <a:off x="5372392" y="1882750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41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B00817A-3684-687E-83F6-2D4BCD7D3F74}"/>
              </a:ext>
            </a:extLst>
          </p:cNvPr>
          <p:cNvSpPr txBox="1"/>
          <p:nvPr/>
        </p:nvSpPr>
        <p:spPr>
          <a:xfrm>
            <a:off x="3625252" y="1920732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0F443E8-1EB3-EF6C-EAC7-D1F34ECD01AA}"/>
              </a:ext>
            </a:extLst>
          </p:cNvPr>
          <p:cNvSpPr txBox="1"/>
          <p:nvPr/>
        </p:nvSpPr>
        <p:spPr>
          <a:xfrm>
            <a:off x="10604318" y="1939722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506AF3D-A712-AA07-519F-2236A79DD26D}"/>
              </a:ext>
            </a:extLst>
          </p:cNvPr>
          <p:cNvSpPr txBox="1"/>
          <p:nvPr/>
        </p:nvSpPr>
        <p:spPr>
          <a:xfrm>
            <a:off x="4109513" y="209164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8E74F1-CCBF-517D-031C-6400F3B46065}"/>
              </a:ext>
            </a:extLst>
          </p:cNvPr>
          <p:cNvSpPr txBox="1"/>
          <p:nvPr/>
        </p:nvSpPr>
        <p:spPr>
          <a:xfrm>
            <a:off x="8952130" y="211063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C151C5A-9216-3FD7-6CF5-CB5C9C4B5CF9}"/>
              </a:ext>
            </a:extLst>
          </p:cNvPr>
          <p:cNvSpPr txBox="1"/>
          <p:nvPr/>
        </p:nvSpPr>
        <p:spPr>
          <a:xfrm>
            <a:off x="9056579" y="194921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79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13349A-19FC-EBBD-B63B-4314696BC625}"/>
              </a:ext>
            </a:extLst>
          </p:cNvPr>
          <p:cNvSpPr txBox="1"/>
          <p:nvPr/>
        </p:nvSpPr>
        <p:spPr>
          <a:xfrm>
            <a:off x="10803720" y="2120134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0DA0DA0-F229-613E-01C8-BA0D167E5D34}"/>
              </a:ext>
            </a:extLst>
          </p:cNvPr>
          <p:cNvSpPr txBox="1"/>
          <p:nvPr/>
        </p:nvSpPr>
        <p:spPr>
          <a:xfrm>
            <a:off x="5267943" y="2129629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40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C71719-48C5-C16A-D12C-9600595D320C}"/>
              </a:ext>
            </a:extLst>
          </p:cNvPr>
          <p:cNvSpPr txBox="1"/>
          <p:nvPr/>
        </p:nvSpPr>
        <p:spPr>
          <a:xfrm>
            <a:off x="4204467" y="1930227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E54BAEA-68A6-F48A-2C26-0A97B2141B1C}"/>
              </a:ext>
            </a:extLst>
          </p:cNvPr>
          <p:cNvSpPr txBox="1"/>
          <p:nvPr/>
        </p:nvSpPr>
        <p:spPr>
          <a:xfrm>
            <a:off x="3720205" y="2139124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70C7EC4-2A27-C26F-774A-85FC08CD0996}"/>
              </a:ext>
            </a:extLst>
          </p:cNvPr>
          <p:cNvSpPr txBox="1"/>
          <p:nvPr/>
        </p:nvSpPr>
        <p:spPr>
          <a:xfrm>
            <a:off x="1488803" y="2206327"/>
            <a:ext cx="307777" cy="129523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3107A23-AEC7-6187-8D72-120B8F7BA2E6}"/>
              </a:ext>
            </a:extLst>
          </p:cNvPr>
          <p:cNvSpPr txBox="1"/>
          <p:nvPr/>
        </p:nvSpPr>
        <p:spPr>
          <a:xfrm>
            <a:off x="1452785" y="1506730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*3 Sep 25-1-0.1-C-20 um-400-positive-after puttering 30 se-005.tdc + Ions 400µm 32591190 cts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6531FCF-7F5E-DE55-217B-D7EDD810814C}"/>
              </a:ext>
            </a:extLst>
          </p:cNvPr>
          <p:cNvSpPr txBox="1"/>
          <p:nvPr/>
        </p:nvSpPr>
        <p:spPr>
          <a:xfrm>
            <a:off x="1296708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79.80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E3E4D5C-9992-AA3B-2E15-3451DC21E2CF}"/>
              </a:ext>
            </a:extLst>
          </p:cNvPr>
          <p:cNvSpPr txBox="1"/>
          <p:nvPr/>
        </p:nvSpPr>
        <p:spPr>
          <a:xfrm>
            <a:off x="3718016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79.85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05A2525-CF91-B712-F077-3878FD3F1110}"/>
              </a:ext>
            </a:extLst>
          </p:cNvPr>
          <p:cNvSpPr txBox="1"/>
          <p:nvPr/>
        </p:nvSpPr>
        <p:spPr>
          <a:xfrm>
            <a:off x="6148820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79.90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F318E62-059A-6FF9-DD9A-02A014ECE2C5}"/>
              </a:ext>
            </a:extLst>
          </p:cNvPr>
          <p:cNvSpPr txBox="1"/>
          <p:nvPr/>
        </p:nvSpPr>
        <p:spPr>
          <a:xfrm>
            <a:off x="8570129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79.95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600682D9-D3E9-8248-4027-7F02263DB2C6}"/>
              </a:ext>
            </a:extLst>
          </p:cNvPr>
          <p:cNvSpPr/>
          <p:nvPr/>
        </p:nvSpPr>
        <p:spPr bwMode="auto">
          <a:xfrm>
            <a:off x="1547738" y="3760150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6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2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6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52112" y="0"/>
                </a:lnTo>
                <a:lnTo>
                  <a:pt x="4852112" y="75962"/>
                </a:lnTo>
                <a:lnTo>
                  <a:pt x="4852112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6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2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6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6D3E61D-DEF6-8898-175A-EE3AEEC50B3B}"/>
              </a:ext>
            </a:extLst>
          </p:cNvPr>
          <p:cNvSpPr txBox="1"/>
          <p:nvPr/>
        </p:nvSpPr>
        <p:spPr>
          <a:xfrm>
            <a:off x="5968482" y="4016523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A9CFF68D-E296-A9A6-B1F3-8ED67C62CF0B}"/>
              </a:ext>
            </a:extLst>
          </p:cNvPr>
          <p:cNvSpPr/>
          <p:nvPr/>
        </p:nvSpPr>
        <p:spPr bwMode="auto">
          <a:xfrm>
            <a:off x="1547738" y="3010019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E02F177-4538-3582-5F11-B9DF970EC930}"/>
              </a:ext>
            </a:extLst>
          </p:cNvPr>
          <p:cNvSpPr txBox="1"/>
          <p:nvPr/>
        </p:nvSpPr>
        <p:spPr>
          <a:xfrm>
            <a:off x="1193617" y="3641787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214C852-E319-4856-B7CE-4A8C906E9481}"/>
              </a:ext>
            </a:extLst>
          </p:cNvPr>
          <p:cNvSpPr txBox="1"/>
          <p:nvPr/>
        </p:nvSpPr>
        <p:spPr>
          <a:xfrm>
            <a:off x="1193617" y="3489861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D6019D9-2185-1BDC-47F4-EBFB36555D18}"/>
              </a:ext>
            </a:extLst>
          </p:cNvPr>
          <p:cNvSpPr txBox="1"/>
          <p:nvPr/>
        </p:nvSpPr>
        <p:spPr>
          <a:xfrm>
            <a:off x="1193617" y="3347432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E6D6566-8E60-808B-1E27-4533B684CF43}"/>
              </a:ext>
            </a:extLst>
          </p:cNvPr>
          <p:cNvSpPr txBox="1"/>
          <p:nvPr/>
        </p:nvSpPr>
        <p:spPr>
          <a:xfrm>
            <a:off x="1193617" y="3205002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660F421-5EB0-B3A0-A061-4D9D03DAA203}"/>
              </a:ext>
            </a:extLst>
          </p:cNvPr>
          <p:cNvSpPr txBox="1"/>
          <p:nvPr/>
        </p:nvSpPr>
        <p:spPr>
          <a:xfrm>
            <a:off x="1193617" y="3062572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2.0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CD7D4AF-ABBF-1486-F513-2E02BF20AB73}"/>
              </a:ext>
            </a:extLst>
          </p:cNvPr>
          <p:cNvSpPr txBox="1"/>
          <p:nvPr/>
        </p:nvSpPr>
        <p:spPr>
          <a:xfrm>
            <a:off x="1193617" y="2920142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2.5</a:t>
            </a: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CD9E3225-0783-713E-0D4B-A4ABA275C802}"/>
              </a:ext>
            </a:extLst>
          </p:cNvPr>
          <p:cNvSpPr/>
          <p:nvPr/>
        </p:nvSpPr>
        <p:spPr bwMode="auto">
          <a:xfrm>
            <a:off x="1471776" y="3010019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12149"/>
                </a:lnTo>
                <a:lnTo>
                  <a:pt x="28486" y="712149"/>
                </a:lnTo>
                <a:lnTo>
                  <a:pt x="75962" y="712149"/>
                </a:lnTo>
                <a:lnTo>
                  <a:pt x="75962" y="683663"/>
                </a:lnTo>
                <a:lnTo>
                  <a:pt x="28486" y="683663"/>
                </a:lnTo>
                <a:lnTo>
                  <a:pt x="75962" y="683663"/>
                </a:lnTo>
                <a:lnTo>
                  <a:pt x="75962" y="655177"/>
                </a:lnTo>
                <a:lnTo>
                  <a:pt x="28486" y="655177"/>
                </a:lnTo>
                <a:lnTo>
                  <a:pt x="75962" y="655177"/>
                </a:lnTo>
                <a:lnTo>
                  <a:pt x="75962" y="626691"/>
                </a:lnTo>
                <a:lnTo>
                  <a:pt x="28486" y="626691"/>
                </a:lnTo>
                <a:lnTo>
                  <a:pt x="75962" y="626691"/>
                </a:lnTo>
                <a:lnTo>
                  <a:pt x="75962" y="598205"/>
                </a:lnTo>
                <a:lnTo>
                  <a:pt x="0" y="598205"/>
                </a:lnTo>
                <a:lnTo>
                  <a:pt x="75962" y="598205"/>
                </a:lnTo>
                <a:lnTo>
                  <a:pt x="75962" y="569719"/>
                </a:lnTo>
                <a:lnTo>
                  <a:pt x="28486" y="569719"/>
                </a:lnTo>
                <a:lnTo>
                  <a:pt x="75962" y="569719"/>
                </a:lnTo>
                <a:lnTo>
                  <a:pt x="75962" y="541233"/>
                </a:lnTo>
                <a:lnTo>
                  <a:pt x="28486" y="541233"/>
                </a:lnTo>
                <a:lnTo>
                  <a:pt x="75962" y="541233"/>
                </a:lnTo>
                <a:lnTo>
                  <a:pt x="75962" y="512747"/>
                </a:lnTo>
                <a:lnTo>
                  <a:pt x="28486" y="512747"/>
                </a:lnTo>
                <a:lnTo>
                  <a:pt x="75962" y="512747"/>
                </a:lnTo>
                <a:lnTo>
                  <a:pt x="75962" y="484262"/>
                </a:lnTo>
                <a:lnTo>
                  <a:pt x="28486" y="484262"/>
                </a:lnTo>
                <a:lnTo>
                  <a:pt x="75962" y="484262"/>
                </a:lnTo>
                <a:lnTo>
                  <a:pt x="75962" y="455775"/>
                </a:lnTo>
                <a:lnTo>
                  <a:pt x="0" y="455775"/>
                </a:lnTo>
                <a:lnTo>
                  <a:pt x="75962" y="455775"/>
                </a:lnTo>
                <a:lnTo>
                  <a:pt x="75962" y="427289"/>
                </a:lnTo>
                <a:lnTo>
                  <a:pt x="28486" y="427289"/>
                </a:lnTo>
                <a:lnTo>
                  <a:pt x="75962" y="427289"/>
                </a:lnTo>
                <a:lnTo>
                  <a:pt x="75962" y="398804"/>
                </a:lnTo>
                <a:lnTo>
                  <a:pt x="28486" y="398804"/>
                </a:lnTo>
                <a:lnTo>
                  <a:pt x="75962" y="398804"/>
                </a:lnTo>
                <a:lnTo>
                  <a:pt x="75962" y="370318"/>
                </a:lnTo>
                <a:lnTo>
                  <a:pt x="28486" y="370318"/>
                </a:lnTo>
                <a:lnTo>
                  <a:pt x="75962" y="370318"/>
                </a:lnTo>
                <a:lnTo>
                  <a:pt x="75962" y="341831"/>
                </a:lnTo>
                <a:lnTo>
                  <a:pt x="28486" y="341831"/>
                </a:lnTo>
                <a:lnTo>
                  <a:pt x="75962" y="341831"/>
                </a:lnTo>
                <a:lnTo>
                  <a:pt x="75962" y="313346"/>
                </a:lnTo>
                <a:lnTo>
                  <a:pt x="0" y="313346"/>
                </a:lnTo>
                <a:lnTo>
                  <a:pt x="75962" y="313346"/>
                </a:lnTo>
                <a:lnTo>
                  <a:pt x="75962" y="284860"/>
                </a:lnTo>
                <a:lnTo>
                  <a:pt x="28486" y="284860"/>
                </a:lnTo>
                <a:lnTo>
                  <a:pt x="75962" y="284860"/>
                </a:lnTo>
                <a:lnTo>
                  <a:pt x="75962" y="256373"/>
                </a:lnTo>
                <a:lnTo>
                  <a:pt x="28486" y="256373"/>
                </a:lnTo>
                <a:lnTo>
                  <a:pt x="75962" y="256373"/>
                </a:lnTo>
                <a:lnTo>
                  <a:pt x="75962" y="227888"/>
                </a:lnTo>
                <a:lnTo>
                  <a:pt x="28486" y="227888"/>
                </a:lnTo>
                <a:lnTo>
                  <a:pt x="75962" y="227888"/>
                </a:lnTo>
                <a:lnTo>
                  <a:pt x="75962" y="199402"/>
                </a:lnTo>
                <a:lnTo>
                  <a:pt x="28486" y="199402"/>
                </a:lnTo>
                <a:lnTo>
                  <a:pt x="75962" y="199402"/>
                </a:lnTo>
                <a:lnTo>
                  <a:pt x="75962" y="170916"/>
                </a:lnTo>
                <a:lnTo>
                  <a:pt x="0" y="170916"/>
                </a:lnTo>
                <a:lnTo>
                  <a:pt x="75962" y="170916"/>
                </a:lnTo>
                <a:lnTo>
                  <a:pt x="75962" y="142430"/>
                </a:lnTo>
                <a:lnTo>
                  <a:pt x="28486" y="142430"/>
                </a:lnTo>
                <a:lnTo>
                  <a:pt x="75962" y="142430"/>
                </a:lnTo>
                <a:lnTo>
                  <a:pt x="75962" y="113944"/>
                </a:lnTo>
                <a:lnTo>
                  <a:pt x="28486" y="113944"/>
                </a:lnTo>
                <a:lnTo>
                  <a:pt x="75962" y="113944"/>
                </a:lnTo>
                <a:lnTo>
                  <a:pt x="75962" y="85458"/>
                </a:lnTo>
                <a:lnTo>
                  <a:pt x="28486" y="85458"/>
                </a:lnTo>
                <a:lnTo>
                  <a:pt x="75962" y="85458"/>
                </a:lnTo>
                <a:lnTo>
                  <a:pt x="75962" y="56972"/>
                </a:lnTo>
                <a:lnTo>
                  <a:pt x="28486" y="56972"/>
                </a:lnTo>
                <a:lnTo>
                  <a:pt x="75962" y="56972"/>
                </a:lnTo>
                <a:lnTo>
                  <a:pt x="75962" y="28486"/>
                </a:lnTo>
                <a:lnTo>
                  <a:pt x="0" y="28486"/>
                </a:lnTo>
                <a:lnTo>
                  <a:pt x="75962" y="28486"/>
                </a:lnTo>
                <a:lnTo>
                  <a:pt x="75962" y="0"/>
                </a:lnTo>
                <a:lnTo>
                  <a:pt x="28486" y="0"/>
                </a:lnTo>
                <a:close/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EB9DEEB-8B49-FB0A-53A7-147E4687CB9D}"/>
              </a:ext>
            </a:extLst>
          </p:cNvPr>
          <p:cNvSpPr txBox="1"/>
          <p:nvPr/>
        </p:nvSpPr>
        <p:spPr>
          <a:xfrm>
            <a:off x="891253" y="3031947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Counts/1E3</a:t>
            </a: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3AFDCF81-7F83-210D-9371-08ADECDB149B}"/>
              </a:ext>
            </a:extLst>
          </p:cNvPr>
          <p:cNvSpPr/>
          <p:nvPr/>
        </p:nvSpPr>
        <p:spPr bwMode="auto">
          <a:xfrm>
            <a:off x="11251963" y="3010019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4D6D62E6-37DF-A930-64C1-9D43CAFE777E}"/>
              </a:ext>
            </a:extLst>
          </p:cNvPr>
          <p:cNvSpPr/>
          <p:nvPr/>
        </p:nvSpPr>
        <p:spPr bwMode="auto">
          <a:xfrm>
            <a:off x="1576224" y="3123963"/>
            <a:ext cx="9647254" cy="626692"/>
          </a:xfrm>
          <a:custGeom>
            <a:avLst/>
            <a:gdLst/>
            <a:ahLst/>
            <a:cxnLst/>
            <a:rect l="0" t="0" r="0" b="0"/>
            <a:pathLst>
              <a:path w="9647254" h="626692">
                <a:moveTo>
                  <a:pt x="0" y="626691"/>
                </a:moveTo>
                <a:lnTo>
                  <a:pt x="47477" y="626691"/>
                </a:lnTo>
                <a:lnTo>
                  <a:pt x="85458" y="626691"/>
                </a:lnTo>
                <a:lnTo>
                  <a:pt x="132935" y="626691"/>
                </a:lnTo>
                <a:lnTo>
                  <a:pt x="170916" y="626691"/>
                </a:lnTo>
                <a:lnTo>
                  <a:pt x="218393" y="626691"/>
                </a:lnTo>
                <a:lnTo>
                  <a:pt x="256374" y="626691"/>
                </a:lnTo>
                <a:lnTo>
                  <a:pt x="294355" y="626691"/>
                </a:lnTo>
                <a:lnTo>
                  <a:pt x="341832" y="626691"/>
                </a:lnTo>
                <a:lnTo>
                  <a:pt x="379813" y="626691"/>
                </a:lnTo>
                <a:lnTo>
                  <a:pt x="427290" y="626691"/>
                </a:lnTo>
                <a:lnTo>
                  <a:pt x="465271" y="626691"/>
                </a:lnTo>
                <a:lnTo>
                  <a:pt x="512748" y="626691"/>
                </a:lnTo>
                <a:lnTo>
                  <a:pt x="550729" y="626691"/>
                </a:lnTo>
                <a:lnTo>
                  <a:pt x="598206" y="626691"/>
                </a:lnTo>
                <a:lnTo>
                  <a:pt x="636187" y="626691"/>
                </a:lnTo>
                <a:lnTo>
                  <a:pt x="674168" y="626691"/>
                </a:lnTo>
                <a:lnTo>
                  <a:pt x="721645" y="626691"/>
                </a:lnTo>
                <a:lnTo>
                  <a:pt x="759626" y="626691"/>
                </a:lnTo>
                <a:lnTo>
                  <a:pt x="807103" y="626691"/>
                </a:lnTo>
                <a:lnTo>
                  <a:pt x="845084" y="626691"/>
                </a:lnTo>
                <a:lnTo>
                  <a:pt x="892561" y="626691"/>
                </a:lnTo>
                <a:lnTo>
                  <a:pt x="930542" y="626691"/>
                </a:lnTo>
                <a:lnTo>
                  <a:pt x="968524" y="626691"/>
                </a:lnTo>
                <a:lnTo>
                  <a:pt x="1016000" y="626691"/>
                </a:lnTo>
                <a:lnTo>
                  <a:pt x="1053982" y="626691"/>
                </a:lnTo>
                <a:lnTo>
                  <a:pt x="1101458" y="626691"/>
                </a:lnTo>
                <a:lnTo>
                  <a:pt x="1139440" y="626691"/>
                </a:lnTo>
                <a:lnTo>
                  <a:pt x="1186916" y="626691"/>
                </a:lnTo>
                <a:lnTo>
                  <a:pt x="1224897" y="626691"/>
                </a:lnTo>
                <a:lnTo>
                  <a:pt x="1262879" y="626691"/>
                </a:lnTo>
                <a:lnTo>
                  <a:pt x="1310355" y="626691"/>
                </a:lnTo>
                <a:lnTo>
                  <a:pt x="1348337" y="626691"/>
                </a:lnTo>
                <a:lnTo>
                  <a:pt x="1395813" y="626691"/>
                </a:lnTo>
                <a:lnTo>
                  <a:pt x="1433795" y="626691"/>
                </a:lnTo>
                <a:lnTo>
                  <a:pt x="1481271" y="626691"/>
                </a:lnTo>
                <a:lnTo>
                  <a:pt x="1519253" y="626691"/>
                </a:lnTo>
                <a:lnTo>
                  <a:pt x="1557234" y="626691"/>
                </a:lnTo>
                <a:lnTo>
                  <a:pt x="1604711" y="626691"/>
                </a:lnTo>
                <a:lnTo>
                  <a:pt x="1642692" y="626691"/>
                </a:lnTo>
                <a:lnTo>
                  <a:pt x="1690168" y="626691"/>
                </a:lnTo>
                <a:lnTo>
                  <a:pt x="1728150" y="626691"/>
                </a:lnTo>
                <a:lnTo>
                  <a:pt x="1775626" y="626691"/>
                </a:lnTo>
                <a:lnTo>
                  <a:pt x="1813608" y="626691"/>
                </a:lnTo>
                <a:lnTo>
                  <a:pt x="1861084" y="626691"/>
                </a:lnTo>
                <a:lnTo>
                  <a:pt x="1899066" y="626691"/>
                </a:lnTo>
                <a:lnTo>
                  <a:pt x="1937047" y="626691"/>
                </a:lnTo>
                <a:lnTo>
                  <a:pt x="1984524" y="626691"/>
                </a:lnTo>
                <a:lnTo>
                  <a:pt x="2022505" y="626691"/>
                </a:lnTo>
                <a:lnTo>
                  <a:pt x="2069982" y="626691"/>
                </a:lnTo>
                <a:lnTo>
                  <a:pt x="2107963" y="626691"/>
                </a:lnTo>
                <a:lnTo>
                  <a:pt x="2155440" y="626691"/>
                </a:lnTo>
                <a:lnTo>
                  <a:pt x="2193421" y="626691"/>
                </a:lnTo>
                <a:lnTo>
                  <a:pt x="2231402" y="626691"/>
                </a:lnTo>
                <a:lnTo>
                  <a:pt x="2278879" y="626691"/>
                </a:lnTo>
                <a:lnTo>
                  <a:pt x="2316860" y="626691"/>
                </a:lnTo>
                <a:lnTo>
                  <a:pt x="2364337" y="626691"/>
                </a:lnTo>
                <a:lnTo>
                  <a:pt x="2402318" y="626691"/>
                </a:lnTo>
                <a:lnTo>
                  <a:pt x="2449795" y="626691"/>
                </a:lnTo>
                <a:lnTo>
                  <a:pt x="2487776" y="626691"/>
                </a:lnTo>
                <a:lnTo>
                  <a:pt x="2525757" y="626691"/>
                </a:lnTo>
                <a:lnTo>
                  <a:pt x="2573234" y="626691"/>
                </a:lnTo>
                <a:lnTo>
                  <a:pt x="2611215" y="626691"/>
                </a:lnTo>
                <a:lnTo>
                  <a:pt x="2658692" y="626691"/>
                </a:lnTo>
                <a:lnTo>
                  <a:pt x="2696673" y="626691"/>
                </a:lnTo>
                <a:lnTo>
                  <a:pt x="2744150" y="626691"/>
                </a:lnTo>
                <a:lnTo>
                  <a:pt x="2782131" y="626691"/>
                </a:lnTo>
                <a:lnTo>
                  <a:pt x="2820113" y="626691"/>
                </a:lnTo>
                <a:lnTo>
                  <a:pt x="2867589" y="626691"/>
                </a:lnTo>
                <a:lnTo>
                  <a:pt x="2905571" y="626691"/>
                </a:lnTo>
                <a:lnTo>
                  <a:pt x="2953047" y="626691"/>
                </a:lnTo>
                <a:lnTo>
                  <a:pt x="2991028" y="626691"/>
                </a:lnTo>
                <a:lnTo>
                  <a:pt x="3038505" y="626691"/>
                </a:lnTo>
                <a:lnTo>
                  <a:pt x="3076486" y="626691"/>
                </a:lnTo>
                <a:lnTo>
                  <a:pt x="3123963" y="626691"/>
                </a:lnTo>
                <a:lnTo>
                  <a:pt x="3161944" y="626691"/>
                </a:lnTo>
                <a:lnTo>
                  <a:pt x="3199926" y="626691"/>
                </a:lnTo>
                <a:lnTo>
                  <a:pt x="3247402" y="626691"/>
                </a:lnTo>
                <a:lnTo>
                  <a:pt x="3285384" y="626691"/>
                </a:lnTo>
                <a:lnTo>
                  <a:pt x="3332860" y="626691"/>
                </a:lnTo>
                <a:lnTo>
                  <a:pt x="3370841" y="626691"/>
                </a:lnTo>
                <a:lnTo>
                  <a:pt x="3418318" y="626691"/>
                </a:lnTo>
                <a:lnTo>
                  <a:pt x="3456299" y="626691"/>
                </a:lnTo>
                <a:lnTo>
                  <a:pt x="3494281" y="626691"/>
                </a:lnTo>
                <a:lnTo>
                  <a:pt x="3541757" y="626691"/>
                </a:lnTo>
                <a:lnTo>
                  <a:pt x="3579739" y="626691"/>
                </a:lnTo>
                <a:lnTo>
                  <a:pt x="3627215" y="626691"/>
                </a:lnTo>
                <a:lnTo>
                  <a:pt x="3665197" y="626691"/>
                </a:lnTo>
                <a:lnTo>
                  <a:pt x="3712673" y="626691"/>
                </a:lnTo>
                <a:lnTo>
                  <a:pt x="3750655" y="626691"/>
                </a:lnTo>
                <a:lnTo>
                  <a:pt x="3788636" y="626691"/>
                </a:lnTo>
                <a:lnTo>
                  <a:pt x="3836113" y="626691"/>
                </a:lnTo>
                <a:lnTo>
                  <a:pt x="3874094" y="626691"/>
                </a:lnTo>
                <a:lnTo>
                  <a:pt x="3921571" y="626691"/>
                </a:lnTo>
                <a:lnTo>
                  <a:pt x="3959552" y="626691"/>
                </a:lnTo>
                <a:lnTo>
                  <a:pt x="4007029" y="626691"/>
                </a:lnTo>
                <a:lnTo>
                  <a:pt x="4045010" y="626691"/>
                </a:lnTo>
                <a:lnTo>
                  <a:pt x="4082991" y="626691"/>
                </a:lnTo>
                <a:lnTo>
                  <a:pt x="4130468" y="626691"/>
                </a:lnTo>
                <a:lnTo>
                  <a:pt x="4168449" y="617196"/>
                </a:lnTo>
                <a:lnTo>
                  <a:pt x="4215926" y="617196"/>
                </a:lnTo>
                <a:lnTo>
                  <a:pt x="4253907" y="626691"/>
                </a:lnTo>
                <a:lnTo>
                  <a:pt x="4301384" y="626691"/>
                </a:lnTo>
                <a:lnTo>
                  <a:pt x="4339365" y="617196"/>
                </a:lnTo>
                <a:lnTo>
                  <a:pt x="4386841" y="617196"/>
                </a:lnTo>
                <a:lnTo>
                  <a:pt x="4424823" y="617196"/>
                </a:lnTo>
                <a:lnTo>
                  <a:pt x="4462804" y="617196"/>
                </a:lnTo>
                <a:lnTo>
                  <a:pt x="4510281" y="617196"/>
                </a:lnTo>
                <a:lnTo>
                  <a:pt x="4548262" y="617196"/>
                </a:lnTo>
                <a:lnTo>
                  <a:pt x="4595739" y="617196"/>
                </a:lnTo>
                <a:lnTo>
                  <a:pt x="4633720" y="607701"/>
                </a:lnTo>
                <a:lnTo>
                  <a:pt x="4681197" y="617196"/>
                </a:lnTo>
                <a:lnTo>
                  <a:pt x="4719178" y="617196"/>
                </a:lnTo>
                <a:lnTo>
                  <a:pt x="4757159" y="607701"/>
                </a:lnTo>
                <a:lnTo>
                  <a:pt x="4804636" y="607701"/>
                </a:lnTo>
                <a:lnTo>
                  <a:pt x="4842617" y="607701"/>
                </a:lnTo>
                <a:lnTo>
                  <a:pt x="4890094" y="598205"/>
                </a:lnTo>
                <a:lnTo>
                  <a:pt x="4928075" y="598205"/>
                </a:lnTo>
                <a:lnTo>
                  <a:pt x="4975552" y="588710"/>
                </a:lnTo>
                <a:lnTo>
                  <a:pt x="5013533" y="579214"/>
                </a:lnTo>
                <a:lnTo>
                  <a:pt x="5051514" y="569719"/>
                </a:lnTo>
                <a:lnTo>
                  <a:pt x="5098991" y="560224"/>
                </a:lnTo>
                <a:lnTo>
                  <a:pt x="5136972" y="560224"/>
                </a:lnTo>
                <a:lnTo>
                  <a:pt x="5184449" y="541233"/>
                </a:lnTo>
                <a:lnTo>
                  <a:pt x="5222430" y="522243"/>
                </a:lnTo>
                <a:lnTo>
                  <a:pt x="5269907" y="503252"/>
                </a:lnTo>
                <a:lnTo>
                  <a:pt x="5307888" y="493757"/>
                </a:lnTo>
                <a:lnTo>
                  <a:pt x="5355365" y="474766"/>
                </a:lnTo>
                <a:lnTo>
                  <a:pt x="5393346" y="436785"/>
                </a:lnTo>
                <a:lnTo>
                  <a:pt x="5431327" y="408299"/>
                </a:lnTo>
                <a:lnTo>
                  <a:pt x="5478804" y="389308"/>
                </a:lnTo>
                <a:lnTo>
                  <a:pt x="5516786" y="379813"/>
                </a:lnTo>
                <a:lnTo>
                  <a:pt x="5564262" y="341831"/>
                </a:lnTo>
                <a:lnTo>
                  <a:pt x="5602243" y="332336"/>
                </a:lnTo>
                <a:lnTo>
                  <a:pt x="5649720" y="284860"/>
                </a:lnTo>
                <a:lnTo>
                  <a:pt x="5687702" y="265869"/>
                </a:lnTo>
                <a:lnTo>
                  <a:pt x="5725683" y="237383"/>
                </a:lnTo>
                <a:lnTo>
                  <a:pt x="5773159" y="208897"/>
                </a:lnTo>
                <a:lnTo>
                  <a:pt x="5811141" y="189906"/>
                </a:lnTo>
                <a:lnTo>
                  <a:pt x="5858618" y="170916"/>
                </a:lnTo>
                <a:lnTo>
                  <a:pt x="5896599" y="132934"/>
                </a:lnTo>
                <a:lnTo>
                  <a:pt x="5944075" y="123439"/>
                </a:lnTo>
                <a:lnTo>
                  <a:pt x="5982057" y="104448"/>
                </a:lnTo>
                <a:lnTo>
                  <a:pt x="6029533" y="75962"/>
                </a:lnTo>
                <a:lnTo>
                  <a:pt x="6067515" y="47476"/>
                </a:lnTo>
                <a:lnTo>
                  <a:pt x="6105495" y="47476"/>
                </a:lnTo>
                <a:lnTo>
                  <a:pt x="6152972" y="28486"/>
                </a:lnTo>
                <a:lnTo>
                  <a:pt x="6190954" y="47476"/>
                </a:lnTo>
                <a:lnTo>
                  <a:pt x="6238430" y="0"/>
                </a:lnTo>
                <a:lnTo>
                  <a:pt x="6276411" y="37981"/>
                </a:lnTo>
                <a:lnTo>
                  <a:pt x="6323888" y="18990"/>
                </a:lnTo>
                <a:lnTo>
                  <a:pt x="6361870" y="37981"/>
                </a:lnTo>
                <a:lnTo>
                  <a:pt x="6399851" y="47476"/>
                </a:lnTo>
                <a:lnTo>
                  <a:pt x="6447327" y="47476"/>
                </a:lnTo>
                <a:lnTo>
                  <a:pt x="6485309" y="75962"/>
                </a:lnTo>
                <a:lnTo>
                  <a:pt x="6532786" y="85458"/>
                </a:lnTo>
                <a:lnTo>
                  <a:pt x="6570767" y="94953"/>
                </a:lnTo>
                <a:lnTo>
                  <a:pt x="6618243" y="104448"/>
                </a:lnTo>
                <a:lnTo>
                  <a:pt x="6656225" y="170916"/>
                </a:lnTo>
                <a:lnTo>
                  <a:pt x="6694206" y="161420"/>
                </a:lnTo>
                <a:lnTo>
                  <a:pt x="6741683" y="189906"/>
                </a:lnTo>
                <a:lnTo>
                  <a:pt x="6779664" y="208897"/>
                </a:lnTo>
                <a:lnTo>
                  <a:pt x="6827141" y="218392"/>
                </a:lnTo>
                <a:lnTo>
                  <a:pt x="6865122" y="218392"/>
                </a:lnTo>
                <a:lnTo>
                  <a:pt x="6912599" y="256374"/>
                </a:lnTo>
                <a:lnTo>
                  <a:pt x="6950580" y="294355"/>
                </a:lnTo>
                <a:lnTo>
                  <a:pt x="6998057" y="322841"/>
                </a:lnTo>
                <a:lnTo>
                  <a:pt x="7036038" y="322841"/>
                </a:lnTo>
                <a:lnTo>
                  <a:pt x="7074019" y="341831"/>
                </a:lnTo>
                <a:lnTo>
                  <a:pt x="7121495" y="341831"/>
                </a:lnTo>
                <a:lnTo>
                  <a:pt x="7159477" y="379813"/>
                </a:lnTo>
                <a:lnTo>
                  <a:pt x="7206954" y="379813"/>
                </a:lnTo>
                <a:lnTo>
                  <a:pt x="7244935" y="427289"/>
                </a:lnTo>
                <a:lnTo>
                  <a:pt x="7292411" y="427289"/>
                </a:lnTo>
                <a:lnTo>
                  <a:pt x="7330393" y="436785"/>
                </a:lnTo>
                <a:lnTo>
                  <a:pt x="7368374" y="455775"/>
                </a:lnTo>
                <a:lnTo>
                  <a:pt x="7415851" y="455775"/>
                </a:lnTo>
                <a:lnTo>
                  <a:pt x="7453833" y="474766"/>
                </a:lnTo>
                <a:lnTo>
                  <a:pt x="7501309" y="484261"/>
                </a:lnTo>
                <a:lnTo>
                  <a:pt x="7539290" y="493757"/>
                </a:lnTo>
                <a:lnTo>
                  <a:pt x="7586767" y="503252"/>
                </a:lnTo>
                <a:lnTo>
                  <a:pt x="7624748" y="522243"/>
                </a:lnTo>
                <a:lnTo>
                  <a:pt x="7672225" y="531738"/>
                </a:lnTo>
                <a:lnTo>
                  <a:pt x="7710206" y="522243"/>
                </a:lnTo>
                <a:lnTo>
                  <a:pt x="7748187" y="522243"/>
                </a:lnTo>
                <a:lnTo>
                  <a:pt x="7795664" y="531738"/>
                </a:lnTo>
                <a:lnTo>
                  <a:pt x="7833645" y="541233"/>
                </a:lnTo>
                <a:lnTo>
                  <a:pt x="7881122" y="550729"/>
                </a:lnTo>
                <a:lnTo>
                  <a:pt x="7919103" y="550729"/>
                </a:lnTo>
                <a:lnTo>
                  <a:pt x="7966580" y="560224"/>
                </a:lnTo>
                <a:lnTo>
                  <a:pt x="8004561" y="569719"/>
                </a:lnTo>
                <a:lnTo>
                  <a:pt x="8042542" y="560224"/>
                </a:lnTo>
                <a:lnTo>
                  <a:pt x="8090019" y="579214"/>
                </a:lnTo>
                <a:lnTo>
                  <a:pt x="8128001" y="569719"/>
                </a:lnTo>
                <a:lnTo>
                  <a:pt x="8175477" y="579214"/>
                </a:lnTo>
                <a:lnTo>
                  <a:pt x="8213458" y="588710"/>
                </a:lnTo>
                <a:lnTo>
                  <a:pt x="8260935" y="579214"/>
                </a:lnTo>
                <a:lnTo>
                  <a:pt x="8298917" y="588710"/>
                </a:lnTo>
                <a:lnTo>
                  <a:pt x="8336898" y="598205"/>
                </a:lnTo>
                <a:lnTo>
                  <a:pt x="8384374" y="598205"/>
                </a:lnTo>
                <a:lnTo>
                  <a:pt x="8422356" y="588710"/>
                </a:lnTo>
                <a:lnTo>
                  <a:pt x="8469833" y="598205"/>
                </a:lnTo>
                <a:lnTo>
                  <a:pt x="8507814" y="598205"/>
                </a:lnTo>
                <a:lnTo>
                  <a:pt x="8555290" y="588710"/>
                </a:lnTo>
                <a:lnTo>
                  <a:pt x="8593272" y="598205"/>
                </a:lnTo>
                <a:lnTo>
                  <a:pt x="8640748" y="598205"/>
                </a:lnTo>
                <a:lnTo>
                  <a:pt x="8678729" y="598205"/>
                </a:lnTo>
                <a:lnTo>
                  <a:pt x="8716711" y="607701"/>
                </a:lnTo>
                <a:lnTo>
                  <a:pt x="8764187" y="598205"/>
                </a:lnTo>
                <a:lnTo>
                  <a:pt x="8802169" y="598205"/>
                </a:lnTo>
                <a:lnTo>
                  <a:pt x="8849645" y="607701"/>
                </a:lnTo>
                <a:lnTo>
                  <a:pt x="8887626" y="607701"/>
                </a:lnTo>
                <a:lnTo>
                  <a:pt x="8935103" y="607701"/>
                </a:lnTo>
                <a:lnTo>
                  <a:pt x="8973085" y="607701"/>
                </a:lnTo>
                <a:lnTo>
                  <a:pt x="9011066" y="607701"/>
                </a:lnTo>
                <a:lnTo>
                  <a:pt x="9058542" y="607701"/>
                </a:lnTo>
                <a:lnTo>
                  <a:pt x="9096524" y="607701"/>
                </a:lnTo>
                <a:lnTo>
                  <a:pt x="9144001" y="607701"/>
                </a:lnTo>
                <a:lnTo>
                  <a:pt x="9181982" y="617196"/>
                </a:lnTo>
                <a:lnTo>
                  <a:pt x="9229458" y="607701"/>
                </a:lnTo>
                <a:lnTo>
                  <a:pt x="9267440" y="617196"/>
                </a:lnTo>
                <a:lnTo>
                  <a:pt x="9314917" y="607701"/>
                </a:lnTo>
                <a:lnTo>
                  <a:pt x="9352898" y="617196"/>
                </a:lnTo>
                <a:lnTo>
                  <a:pt x="9390879" y="617196"/>
                </a:lnTo>
                <a:lnTo>
                  <a:pt x="9438356" y="607701"/>
                </a:lnTo>
                <a:lnTo>
                  <a:pt x="9476337" y="617196"/>
                </a:lnTo>
                <a:lnTo>
                  <a:pt x="9523814" y="617196"/>
                </a:lnTo>
                <a:lnTo>
                  <a:pt x="9561795" y="617196"/>
                </a:lnTo>
                <a:lnTo>
                  <a:pt x="9609272" y="617196"/>
                </a:lnTo>
                <a:lnTo>
                  <a:pt x="9647253" y="617196"/>
                </a:lnTo>
              </a:path>
            </a:pathLst>
          </a:custGeom>
          <a:noFill/>
          <a:ln w="12700" cap="flat" cmpd="sng" algn="ctr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1060020-EAFF-1687-79FD-1815612EB286}"/>
              </a:ext>
            </a:extLst>
          </p:cNvPr>
          <p:cNvSpPr txBox="1"/>
          <p:nvPr/>
        </p:nvSpPr>
        <p:spPr>
          <a:xfrm>
            <a:off x="9968130" y="3256261"/>
            <a:ext cx="307777" cy="446917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79.9767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A4EFCA0-7A23-35D9-F12D-12A436A783AD}"/>
              </a:ext>
            </a:extLst>
          </p:cNvPr>
          <p:cNvSpPr txBox="1"/>
          <p:nvPr/>
        </p:nvSpPr>
        <p:spPr>
          <a:xfrm>
            <a:off x="1452785" y="2893048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*3 Sep 25-1-0.1-C-20 um-400-positive-after puttering 30 se-005.tdc + Ions 400µm 32591190 cts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09D5EA8-870D-CD8E-56A7-22D1A17ED998}"/>
              </a:ext>
            </a:extLst>
          </p:cNvPr>
          <p:cNvSpPr txBox="1"/>
          <p:nvPr/>
        </p:nvSpPr>
        <p:spPr>
          <a:xfrm>
            <a:off x="1336722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97352DB-C63B-EA32-F082-E98757607AFC}"/>
              </a:ext>
            </a:extLst>
          </p:cNvPr>
          <p:cNvSpPr txBox="1"/>
          <p:nvPr/>
        </p:nvSpPr>
        <p:spPr>
          <a:xfrm>
            <a:off x="3758030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0DA1C36-0A6D-6647-8E3E-CDE911E59848}"/>
              </a:ext>
            </a:extLst>
          </p:cNvPr>
          <p:cNvSpPr txBox="1"/>
          <p:nvPr/>
        </p:nvSpPr>
        <p:spPr>
          <a:xfrm>
            <a:off x="6179339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91.0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380C497-780F-1583-07C5-E677C88F4D3A}"/>
              </a:ext>
            </a:extLst>
          </p:cNvPr>
          <p:cNvSpPr txBox="1"/>
          <p:nvPr/>
        </p:nvSpPr>
        <p:spPr>
          <a:xfrm>
            <a:off x="8610143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91.5</a:t>
            </a:r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1BC8D3A7-5191-C7C0-EA1E-8A5296B3DE5A}"/>
              </a:ext>
            </a:extLst>
          </p:cNvPr>
          <p:cNvSpPr/>
          <p:nvPr/>
        </p:nvSpPr>
        <p:spPr bwMode="auto">
          <a:xfrm>
            <a:off x="1547738" y="5146467"/>
            <a:ext cx="9713721" cy="75964"/>
          </a:xfrm>
          <a:custGeom>
            <a:avLst/>
            <a:gdLst/>
            <a:ahLst/>
            <a:cxnLst/>
            <a:rect l="0" t="0" r="0" b="0"/>
            <a:pathLst>
              <a:path w="9713721" h="75964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3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7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7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7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7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3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7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7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7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7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75963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7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7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7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7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3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7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7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7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7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37CDCC2-6FB7-9DC4-CF85-9136D4E4BF73}"/>
              </a:ext>
            </a:extLst>
          </p:cNvPr>
          <p:cNvSpPr txBox="1"/>
          <p:nvPr/>
        </p:nvSpPr>
        <p:spPr>
          <a:xfrm>
            <a:off x="5968482" y="5402841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AC796CBD-88EC-CAF8-363D-AD522D96B725}"/>
              </a:ext>
            </a:extLst>
          </p:cNvPr>
          <p:cNvSpPr/>
          <p:nvPr/>
        </p:nvSpPr>
        <p:spPr bwMode="auto">
          <a:xfrm>
            <a:off x="1547738" y="4396336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F08A771-390E-9E01-5CC7-6430A3A2560E}"/>
              </a:ext>
            </a:extLst>
          </p:cNvPr>
          <p:cNvSpPr txBox="1"/>
          <p:nvPr/>
        </p:nvSpPr>
        <p:spPr>
          <a:xfrm>
            <a:off x="1193617" y="5028104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CAAE04B-B2E8-EA37-C97A-AE90F7BE1D10}"/>
              </a:ext>
            </a:extLst>
          </p:cNvPr>
          <p:cNvSpPr txBox="1"/>
          <p:nvPr/>
        </p:nvSpPr>
        <p:spPr>
          <a:xfrm>
            <a:off x="1193617" y="4933151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2C08A68-B2B8-07ED-37FE-0FAB7ACF20B0}"/>
              </a:ext>
            </a:extLst>
          </p:cNvPr>
          <p:cNvSpPr txBox="1"/>
          <p:nvPr/>
        </p:nvSpPr>
        <p:spPr>
          <a:xfrm>
            <a:off x="1193617" y="4847693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5C17DA4-B2A8-816B-D208-0624EB408855}"/>
              </a:ext>
            </a:extLst>
          </p:cNvPr>
          <p:cNvSpPr txBox="1"/>
          <p:nvPr/>
        </p:nvSpPr>
        <p:spPr>
          <a:xfrm>
            <a:off x="1193617" y="4762235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A052FF8-7E76-9542-F699-8B2E83E28CC7}"/>
              </a:ext>
            </a:extLst>
          </p:cNvPr>
          <p:cNvSpPr txBox="1"/>
          <p:nvPr/>
        </p:nvSpPr>
        <p:spPr>
          <a:xfrm>
            <a:off x="1193617" y="4667282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0B1DD86-735C-295F-D8BB-61F391E96602}"/>
              </a:ext>
            </a:extLst>
          </p:cNvPr>
          <p:cNvSpPr txBox="1"/>
          <p:nvPr/>
        </p:nvSpPr>
        <p:spPr>
          <a:xfrm>
            <a:off x="1193617" y="4581824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1.0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D3F2B53-9585-8623-3189-E5E1A76771B3}"/>
              </a:ext>
            </a:extLst>
          </p:cNvPr>
          <p:cNvSpPr txBox="1"/>
          <p:nvPr/>
        </p:nvSpPr>
        <p:spPr>
          <a:xfrm>
            <a:off x="1193617" y="4496366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014DB2B-6D61-FCB5-BBC5-26B52D2A442B}"/>
              </a:ext>
            </a:extLst>
          </p:cNvPr>
          <p:cNvSpPr txBox="1"/>
          <p:nvPr/>
        </p:nvSpPr>
        <p:spPr>
          <a:xfrm>
            <a:off x="1193617" y="4401413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03989B5-414A-BB60-290B-B36875B10079}"/>
              </a:ext>
            </a:extLst>
          </p:cNvPr>
          <p:cNvSpPr txBox="1"/>
          <p:nvPr/>
        </p:nvSpPr>
        <p:spPr>
          <a:xfrm>
            <a:off x="1193617" y="4315955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1.6</a:t>
            </a: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F3CC4A3B-52C8-415E-815E-EEF0DE949854}"/>
              </a:ext>
            </a:extLst>
          </p:cNvPr>
          <p:cNvSpPr/>
          <p:nvPr/>
        </p:nvSpPr>
        <p:spPr bwMode="auto">
          <a:xfrm>
            <a:off x="1471776" y="4396336"/>
            <a:ext cx="75963" cy="759628"/>
          </a:xfrm>
          <a:custGeom>
            <a:avLst/>
            <a:gdLst/>
            <a:ahLst/>
            <a:cxnLst/>
            <a:rect l="0" t="0" r="0" b="0"/>
            <a:pathLst>
              <a:path w="75963" h="759628">
                <a:moveTo>
                  <a:pt x="75962" y="0"/>
                </a:moveTo>
                <a:lnTo>
                  <a:pt x="75962" y="759627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21645"/>
                </a:lnTo>
                <a:lnTo>
                  <a:pt x="28486" y="721645"/>
                </a:lnTo>
                <a:lnTo>
                  <a:pt x="75962" y="721645"/>
                </a:lnTo>
                <a:lnTo>
                  <a:pt x="75962" y="702655"/>
                </a:lnTo>
                <a:lnTo>
                  <a:pt x="28486" y="702655"/>
                </a:lnTo>
                <a:lnTo>
                  <a:pt x="75962" y="702655"/>
                </a:lnTo>
                <a:lnTo>
                  <a:pt x="75962" y="683664"/>
                </a:lnTo>
                <a:lnTo>
                  <a:pt x="28486" y="683664"/>
                </a:lnTo>
                <a:lnTo>
                  <a:pt x="75962" y="683664"/>
                </a:lnTo>
                <a:lnTo>
                  <a:pt x="75962" y="655178"/>
                </a:lnTo>
                <a:lnTo>
                  <a:pt x="0" y="655178"/>
                </a:lnTo>
                <a:lnTo>
                  <a:pt x="75962" y="655178"/>
                </a:lnTo>
                <a:lnTo>
                  <a:pt x="75962" y="636187"/>
                </a:lnTo>
                <a:lnTo>
                  <a:pt x="28486" y="636187"/>
                </a:lnTo>
                <a:lnTo>
                  <a:pt x="75962" y="636187"/>
                </a:lnTo>
                <a:lnTo>
                  <a:pt x="75962" y="617197"/>
                </a:lnTo>
                <a:lnTo>
                  <a:pt x="28486" y="617197"/>
                </a:lnTo>
                <a:lnTo>
                  <a:pt x="75962" y="617197"/>
                </a:lnTo>
                <a:lnTo>
                  <a:pt x="75962" y="588711"/>
                </a:lnTo>
                <a:lnTo>
                  <a:pt x="28486" y="588711"/>
                </a:lnTo>
                <a:lnTo>
                  <a:pt x="75962" y="588711"/>
                </a:lnTo>
                <a:lnTo>
                  <a:pt x="75962" y="569720"/>
                </a:lnTo>
                <a:lnTo>
                  <a:pt x="0" y="569720"/>
                </a:lnTo>
                <a:lnTo>
                  <a:pt x="75962" y="569720"/>
                </a:lnTo>
                <a:lnTo>
                  <a:pt x="75962" y="550729"/>
                </a:lnTo>
                <a:lnTo>
                  <a:pt x="28486" y="550729"/>
                </a:lnTo>
                <a:lnTo>
                  <a:pt x="75962" y="550729"/>
                </a:lnTo>
                <a:lnTo>
                  <a:pt x="75962" y="522244"/>
                </a:lnTo>
                <a:lnTo>
                  <a:pt x="28486" y="522244"/>
                </a:lnTo>
                <a:lnTo>
                  <a:pt x="75962" y="522244"/>
                </a:lnTo>
                <a:lnTo>
                  <a:pt x="75962" y="503253"/>
                </a:lnTo>
                <a:lnTo>
                  <a:pt x="28486" y="503253"/>
                </a:lnTo>
                <a:lnTo>
                  <a:pt x="75962" y="503253"/>
                </a:lnTo>
                <a:lnTo>
                  <a:pt x="75962" y="484262"/>
                </a:lnTo>
                <a:lnTo>
                  <a:pt x="0" y="484262"/>
                </a:lnTo>
                <a:lnTo>
                  <a:pt x="75962" y="484262"/>
                </a:lnTo>
                <a:lnTo>
                  <a:pt x="75962" y="455776"/>
                </a:lnTo>
                <a:lnTo>
                  <a:pt x="28486" y="455776"/>
                </a:lnTo>
                <a:lnTo>
                  <a:pt x="75962" y="455776"/>
                </a:lnTo>
                <a:lnTo>
                  <a:pt x="75962" y="436786"/>
                </a:lnTo>
                <a:lnTo>
                  <a:pt x="28486" y="436786"/>
                </a:lnTo>
                <a:lnTo>
                  <a:pt x="75962" y="436786"/>
                </a:lnTo>
                <a:lnTo>
                  <a:pt x="75962" y="417795"/>
                </a:lnTo>
                <a:lnTo>
                  <a:pt x="28486" y="417795"/>
                </a:lnTo>
                <a:lnTo>
                  <a:pt x="75962" y="417795"/>
                </a:lnTo>
                <a:lnTo>
                  <a:pt x="75962" y="389309"/>
                </a:lnTo>
                <a:lnTo>
                  <a:pt x="0" y="389309"/>
                </a:lnTo>
                <a:lnTo>
                  <a:pt x="75962" y="389309"/>
                </a:lnTo>
                <a:lnTo>
                  <a:pt x="75962" y="370318"/>
                </a:lnTo>
                <a:lnTo>
                  <a:pt x="28486" y="370318"/>
                </a:lnTo>
                <a:lnTo>
                  <a:pt x="75962" y="370318"/>
                </a:lnTo>
                <a:lnTo>
                  <a:pt x="75962" y="351328"/>
                </a:lnTo>
                <a:lnTo>
                  <a:pt x="28486" y="351328"/>
                </a:lnTo>
                <a:lnTo>
                  <a:pt x="75962" y="351328"/>
                </a:lnTo>
                <a:lnTo>
                  <a:pt x="75962" y="322841"/>
                </a:lnTo>
                <a:lnTo>
                  <a:pt x="28486" y="322841"/>
                </a:lnTo>
                <a:lnTo>
                  <a:pt x="75962" y="322841"/>
                </a:lnTo>
                <a:lnTo>
                  <a:pt x="75962" y="303851"/>
                </a:lnTo>
                <a:lnTo>
                  <a:pt x="0" y="303851"/>
                </a:lnTo>
                <a:lnTo>
                  <a:pt x="75962" y="303851"/>
                </a:lnTo>
                <a:lnTo>
                  <a:pt x="75962" y="284860"/>
                </a:lnTo>
                <a:lnTo>
                  <a:pt x="28486" y="284860"/>
                </a:lnTo>
                <a:lnTo>
                  <a:pt x="75962" y="284860"/>
                </a:lnTo>
                <a:lnTo>
                  <a:pt x="75962" y="256374"/>
                </a:lnTo>
                <a:lnTo>
                  <a:pt x="28486" y="256374"/>
                </a:lnTo>
                <a:lnTo>
                  <a:pt x="75962" y="256374"/>
                </a:lnTo>
                <a:lnTo>
                  <a:pt x="75962" y="237383"/>
                </a:lnTo>
                <a:lnTo>
                  <a:pt x="28486" y="237383"/>
                </a:lnTo>
                <a:lnTo>
                  <a:pt x="75962" y="237383"/>
                </a:lnTo>
                <a:lnTo>
                  <a:pt x="75962" y="218393"/>
                </a:lnTo>
                <a:lnTo>
                  <a:pt x="0" y="218393"/>
                </a:lnTo>
                <a:lnTo>
                  <a:pt x="75962" y="218393"/>
                </a:lnTo>
                <a:lnTo>
                  <a:pt x="75962" y="189907"/>
                </a:lnTo>
                <a:lnTo>
                  <a:pt x="28486" y="189907"/>
                </a:lnTo>
                <a:lnTo>
                  <a:pt x="75962" y="189907"/>
                </a:lnTo>
                <a:lnTo>
                  <a:pt x="75962" y="170916"/>
                </a:lnTo>
                <a:lnTo>
                  <a:pt x="28486" y="170916"/>
                </a:lnTo>
                <a:lnTo>
                  <a:pt x="75962" y="170916"/>
                </a:lnTo>
                <a:lnTo>
                  <a:pt x="75962" y="151926"/>
                </a:lnTo>
                <a:lnTo>
                  <a:pt x="28486" y="151926"/>
                </a:lnTo>
                <a:lnTo>
                  <a:pt x="75962" y="151926"/>
                </a:lnTo>
                <a:lnTo>
                  <a:pt x="75962" y="123440"/>
                </a:lnTo>
                <a:lnTo>
                  <a:pt x="0" y="123440"/>
                </a:lnTo>
                <a:lnTo>
                  <a:pt x="75962" y="123440"/>
                </a:lnTo>
                <a:lnTo>
                  <a:pt x="75962" y="104449"/>
                </a:lnTo>
                <a:lnTo>
                  <a:pt x="28486" y="104449"/>
                </a:lnTo>
                <a:lnTo>
                  <a:pt x="75962" y="104449"/>
                </a:lnTo>
                <a:lnTo>
                  <a:pt x="75962" y="85458"/>
                </a:lnTo>
                <a:lnTo>
                  <a:pt x="28486" y="85458"/>
                </a:lnTo>
                <a:lnTo>
                  <a:pt x="75962" y="85458"/>
                </a:lnTo>
                <a:lnTo>
                  <a:pt x="75962" y="56972"/>
                </a:lnTo>
                <a:lnTo>
                  <a:pt x="28486" y="56972"/>
                </a:lnTo>
                <a:lnTo>
                  <a:pt x="75962" y="56972"/>
                </a:lnTo>
                <a:lnTo>
                  <a:pt x="75962" y="37982"/>
                </a:lnTo>
                <a:lnTo>
                  <a:pt x="0" y="37982"/>
                </a:lnTo>
                <a:lnTo>
                  <a:pt x="75962" y="37982"/>
                </a:lnTo>
                <a:lnTo>
                  <a:pt x="75962" y="18991"/>
                </a:lnTo>
                <a:lnTo>
                  <a:pt x="28486" y="18991"/>
                </a:lnTo>
                <a:lnTo>
                  <a:pt x="75962" y="18991"/>
                </a:lnTo>
                <a:lnTo>
                  <a:pt x="75962" y="0"/>
                </a:lnTo>
                <a:lnTo>
                  <a:pt x="28486" y="0"/>
                </a:lnTo>
                <a:close/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DD48C9F-6DD1-1A83-15FA-DA839B92DDE3}"/>
              </a:ext>
            </a:extLst>
          </p:cNvPr>
          <p:cNvSpPr txBox="1"/>
          <p:nvPr/>
        </p:nvSpPr>
        <p:spPr>
          <a:xfrm>
            <a:off x="891253" y="4418265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Counts/1E3</a:t>
            </a:r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B2A3F213-9B7B-5FE2-5F10-0D66BF9E974F}"/>
              </a:ext>
            </a:extLst>
          </p:cNvPr>
          <p:cNvSpPr/>
          <p:nvPr/>
        </p:nvSpPr>
        <p:spPr bwMode="auto">
          <a:xfrm>
            <a:off x="11251963" y="4396336"/>
            <a:ext cx="1" cy="759628"/>
          </a:xfrm>
          <a:custGeom>
            <a:avLst/>
            <a:gdLst/>
            <a:ahLst/>
            <a:cxnLst/>
            <a:rect l="0" t="0" r="0" b="0"/>
            <a:pathLst>
              <a:path w="1" h="759628">
                <a:moveTo>
                  <a:pt x="0" y="0"/>
                </a:moveTo>
                <a:lnTo>
                  <a:pt x="0" y="759627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BB612AB6-6CB1-C5A7-8344-8EED9E3453AF}"/>
              </a:ext>
            </a:extLst>
          </p:cNvPr>
          <p:cNvSpPr/>
          <p:nvPr/>
        </p:nvSpPr>
        <p:spPr bwMode="auto">
          <a:xfrm>
            <a:off x="1547738" y="4510281"/>
            <a:ext cx="9694730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598205"/>
                </a:moveTo>
                <a:lnTo>
                  <a:pt x="9496" y="598205"/>
                </a:lnTo>
                <a:lnTo>
                  <a:pt x="18991" y="607700"/>
                </a:lnTo>
                <a:lnTo>
                  <a:pt x="28486" y="607700"/>
                </a:lnTo>
                <a:lnTo>
                  <a:pt x="37982" y="607700"/>
                </a:lnTo>
                <a:lnTo>
                  <a:pt x="47477" y="617196"/>
                </a:lnTo>
                <a:lnTo>
                  <a:pt x="56972" y="607700"/>
                </a:lnTo>
                <a:lnTo>
                  <a:pt x="66468" y="607700"/>
                </a:lnTo>
                <a:lnTo>
                  <a:pt x="75963" y="607700"/>
                </a:lnTo>
                <a:lnTo>
                  <a:pt x="85458" y="607700"/>
                </a:lnTo>
                <a:lnTo>
                  <a:pt x="94954" y="617196"/>
                </a:lnTo>
                <a:lnTo>
                  <a:pt x="104449" y="617196"/>
                </a:lnTo>
                <a:lnTo>
                  <a:pt x="113944" y="617196"/>
                </a:lnTo>
                <a:lnTo>
                  <a:pt x="123440" y="617196"/>
                </a:lnTo>
                <a:lnTo>
                  <a:pt x="132935" y="617196"/>
                </a:lnTo>
                <a:lnTo>
                  <a:pt x="142430" y="617196"/>
                </a:lnTo>
                <a:lnTo>
                  <a:pt x="151926" y="617196"/>
                </a:lnTo>
                <a:lnTo>
                  <a:pt x="161421" y="617196"/>
                </a:lnTo>
                <a:lnTo>
                  <a:pt x="170916" y="617196"/>
                </a:lnTo>
                <a:lnTo>
                  <a:pt x="180412" y="617196"/>
                </a:lnTo>
                <a:lnTo>
                  <a:pt x="189907" y="617196"/>
                </a:lnTo>
                <a:lnTo>
                  <a:pt x="199402" y="607700"/>
                </a:lnTo>
                <a:lnTo>
                  <a:pt x="208898" y="617196"/>
                </a:lnTo>
                <a:lnTo>
                  <a:pt x="218393" y="607700"/>
                </a:lnTo>
                <a:lnTo>
                  <a:pt x="227888" y="617196"/>
                </a:lnTo>
                <a:lnTo>
                  <a:pt x="237383" y="617196"/>
                </a:lnTo>
                <a:lnTo>
                  <a:pt x="246879" y="617196"/>
                </a:lnTo>
                <a:lnTo>
                  <a:pt x="256374" y="617196"/>
                </a:lnTo>
                <a:lnTo>
                  <a:pt x="265870" y="617196"/>
                </a:lnTo>
                <a:lnTo>
                  <a:pt x="275365" y="617196"/>
                </a:lnTo>
                <a:lnTo>
                  <a:pt x="284860" y="617196"/>
                </a:lnTo>
                <a:lnTo>
                  <a:pt x="294355" y="617196"/>
                </a:lnTo>
                <a:lnTo>
                  <a:pt x="303851" y="617196"/>
                </a:lnTo>
                <a:lnTo>
                  <a:pt x="313346" y="626691"/>
                </a:lnTo>
                <a:lnTo>
                  <a:pt x="322841" y="626691"/>
                </a:lnTo>
                <a:lnTo>
                  <a:pt x="332337" y="626691"/>
                </a:lnTo>
                <a:lnTo>
                  <a:pt x="341832" y="626691"/>
                </a:lnTo>
                <a:lnTo>
                  <a:pt x="351327" y="626691"/>
                </a:lnTo>
                <a:lnTo>
                  <a:pt x="360823" y="617196"/>
                </a:lnTo>
                <a:lnTo>
                  <a:pt x="370318" y="617196"/>
                </a:lnTo>
                <a:lnTo>
                  <a:pt x="379813" y="617196"/>
                </a:lnTo>
                <a:lnTo>
                  <a:pt x="389309" y="626691"/>
                </a:lnTo>
                <a:lnTo>
                  <a:pt x="398804" y="626691"/>
                </a:lnTo>
                <a:lnTo>
                  <a:pt x="408299" y="626691"/>
                </a:lnTo>
                <a:lnTo>
                  <a:pt x="417795" y="626691"/>
                </a:lnTo>
                <a:lnTo>
                  <a:pt x="427290" y="626691"/>
                </a:lnTo>
                <a:lnTo>
                  <a:pt x="436785" y="626691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26691"/>
                </a:lnTo>
                <a:lnTo>
                  <a:pt x="522243" y="626691"/>
                </a:lnTo>
                <a:lnTo>
                  <a:pt x="531739" y="626691"/>
                </a:lnTo>
                <a:lnTo>
                  <a:pt x="541234" y="626691"/>
                </a:lnTo>
                <a:lnTo>
                  <a:pt x="550729" y="626691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626691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626691"/>
                </a:lnTo>
                <a:lnTo>
                  <a:pt x="636187" y="626691"/>
                </a:lnTo>
                <a:lnTo>
                  <a:pt x="645683" y="626691"/>
                </a:lnTo>
                <a:lnTo>
                  <a:pt x="655178" y="626691"/>
                </a:lnTo>
                <a:lnTo>
                  <a:pt x="664673" y="626691"/>
                </a:lnTo>
                <a:lnTo>
                  <a:pt x="674169" y="626691"/>
                </a:lnTo>
                <a:lnTo>
                  <a:pt x="683664" y="626691"/>
                </a:lnTo>
                <a:lnTo>
                  <a:pt x="693159" y="626691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26691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26691"/>
                </a:lnTo>
                <a:lnTo>
                  <a:pt x="769122" y="626691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626691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626691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626691"/>
                </a:lnTo>
                <a:lnTo>
                  <a:pt x="1262879" y="626691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2669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26691"/>
                </a:lnTo>
                <a:lnTo>
                  <a:pt x="1357832" y="626691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26691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26691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26691"/>
                </a:lnTo>
                <a:lnTo>
                  <a:pt x="1547739" y="626691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26691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626691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2669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2669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2669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2669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626691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26691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626691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26691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626691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2669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626691"/>
                </a:lnTo>
                <a:lnTo>
                  <a:pt x="2231402" y="626691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626691"/>
                </a:lnTo>
                <a:lnTo>
                  <a:pt x="2326355" y="626691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26691"/>
                </a:lnTo>
                <a:lnTo>
                  <a:pt x="2421309" y="626691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626691"/>
                </a:lnTo>
                <a:lnTo>
                  <a:pt x="2525758" y="626691"/>
                </a:lnTo>
                <a:lnTo>
                  <a:pt x="2535253" y="626691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26691"/>
                </a:lnTo>
                <a:lnTo>
                  <a:pt x="2620711" y="626691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2669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626691"/>
                </a:lnTo>
                <a:lnTo>
                  <a:pt x="2715664" y="626691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26691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26691"/>
                </a:lnTo>
                <a:lnTo>
                  <a:pt x="2810617" y="626691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26691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26691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26691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2669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626691"/>
                </a:lnTo>
                <a:lnTo>
                  <a:pt x="3104972" y="62669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26691"/>
                </a:lnTo>
                <a:lnTo>
                  <a:pt x="3199926" y="626691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26691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2669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626691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26691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26691"/>
                </a:lnTo>
                <a:lnTo>
                  <a:pt x="3494281" y="626691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26691"/>
                </a:lnTo>
                <a:lnTo>
                  <a:pt x="3589234" y="62669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26691"/>
                </a:lnTo>
                <a:lnTo>
                  <a:pt x="3684187" y="626691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626691"/>
                </a:lnTo>
                <a:lnTo>
                  <a:pt x="3779141" y="626691"/>
                </a:lnTo>
                <a:lnTo>
                  <a:pt x="3788636" y="626691"/>
                </a:lnTo>
                <a:lnTo>
                  <a:pt x="3798131" y="626691"/>
                </a:lnTo>
                <a:lnTo>
                  <a:pt x="3807627" y="626691"/>
                </a:lnTo>
                <a:lnTo>
                  <a:pt x="3817122" y="626691"/>
                </a:lnTo>
                <a:lnTo>
                  <a:pt x="3826617" y="626691"/>
                </a:lnTo>
                <a:lnTo>
                  <a:pt x="3836112" y="626691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626691"/>
                </a:lnTo>
                <a:lnTo>
                  <a:pt x="3883589" y="626691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26691"/>
                </a:lnTo>
                <a:lnTo>
                  <a:pt x="3931066" y="626691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626691"/>
                </a:lnTo>
                <a:lnTo>
                  <a:pt x="3978543" y="626691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626691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626691"/>
                </a:lnTo>
                <a:lnTo>
                  <a:pt x="4073496" y="626691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626691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626691"/>
                </a:lnTo>
                <a:lnTo>
                  <a:pt x="4168449" y="626691"/>
                </a:lnTo>
                <a:lnTo>
                  <a:pt x="4177944" y="626691"/>
                </a:lnTo>
                <a:lnTo>
                  <a:pt x="4187440" y="626691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626691"/>
                </a:lnTo>
                <a:lnTo>
                  <a:pt x="4225421" y="626691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626691"/>
                </a:lnTo>
                <a:lnTo>
                  <a:pt x="4272898" y="626691"/>
                </a:lnTo>
                <a:lnTo>
                  <a:pt x="4282393" y="626691"/>
                </a:lnTo>
                <a:lnTo>
                  <a:pt x="4291888" y="626691"/>
                </a:lnTo>
                <a:lnTo>
                  <a:pt x="4301384" y="626691"/>
                </a:lnTo>
                <a:lnTo>
                  <a:pt x="4310879" y="617196"/>
                </a:lnTo>
                <a:lnTo>
                  <a:pt x="4320374" y="617196"/>
                </a:lnTo>
                <a:lnTo>
                  <a:pt x="4329870" y="626691"/>
                </a:lnTo>
                <a:lnTo>
                  <a:pt x="4339365" y="626691"/>
                </a:lnTo>
                <a:lnTo>
                  <a:pt x="4348860" y="626691"/>
                </a:lnTo>
                <a:lnTo>
                  <a:pt x="4358356" y="626691"/>
                </a:lnTo>
                <a:lnTo>
                  <a:pt x="4367851" y="617196"/>
                </a:lnTo>
                <a:lnTo>
                  <a:pt x="4377346" y="617196"/>
                </a:lnTo>
                <a:lnTo>
                  <a:pt x="4386842" y="617196"/>
                </a:lnTo>
                <a:lnTo>
                  <a:pt x="4396337" y="617196"/>
                </a:lnTo>
                <a:lnTo>
                  <a:pt x="4405832" y="607700"/>
                </a:lnTo>
                <a:lnTo>
                  <a:pt x="4415327" y="598205"/>
                </a:lnTo>
                <a:lnTo>
                  <a:pt x="4424823" y="588710"/>
                </a:lnTo>
                <a:lnTo>
                  <a:pt x="4434318" y="569719"/>
                </a:lnTo>
                <a:lnTo>
                  <a:pt x="4443813" y="550728"/>
                </a:lnTo>
                <a:lnTo>
                  <a:pt x="4453309" y="531738"/>
                </a:lnTo>
                <a:lnTo>
                  <a:pt x="4462804" y="503252"/>
                </a:lnTo>
                <a:lnTo>
                  <a:pt x="4472300" y="455775"/>
                </a:lnTo>
                <a:lnTo>
                  <a:pt x="4481795" y="427289"/>
                </a:lnTo>
                <a:lnTo>
                  <a:pt x="4491290" y="379812"/>
                </a:lnTo>
                <a:lnTo>
                  <a:pt x="4500785" y="332336"/>
                </a:lnTo>
                <a:lnTo>
                  <a:pt x="4510281" y="313345"/>
                </a:lnTo>
                <a:lnTo>
                  <a:pt x="4519776" y="275364"/>
                </a:lnTo>
                <a:lnTo>
                  <a:pt x="4529271" y="246878"/>
                </a:lnTo>
                <a:lnTo>
                  <a:pt x="4538767" y="237383"/>
                </a:lnTo>
                <a:lnTo>
                  <a:pt x="4548262" y="218392"/>
                </a:lnTo>
                <a:lnTo>
                  <a:pt x="4557758" y="199401"/>
                </a:lnTo>
                <a:lnTo>
                  <a:pt x="4567253" y="208896"/>
                </a:lnTo>
                <a:lnTo>
                  <a:pt x="4576748" y="218392"/>
                </a:lnTo>
                <a:lnTo>
                  <a:pt x="4586243" y="256373"/>
                </a:lnTo>
                <a:lnTo>
                  <a:pt x="4595739" y="275364"/>
                </a:lnTo>
                <a:lnTo>
                  <a:pt x="4605234" y="284859"/>
                </a:lnTo>
                <a:lnTo>
                  <a:pt x="4614729" y="313345"/>
                </a:lnTo>
                <a:lnTo>
                  <a:pt x="4624225" y="370317"/>
                </a:lnTo>
                <a:lnTo>
                  <a:pt x="4633720" y="398803"/>
                </a:lnTo>
                <a:lnTo>
                  <a:pt x="4643216" y="427289"/>
                </a:lnTo>
                <a:lnTo>
                  <a:pt x="4652711" y="455775"/>
                </a:lnTo>
                <a:lnTo>
                  <a:pt x="4662206" y="465270"/>
                </a:lnTo>
                <a:lnTo>
                  <a:pt x="4671701" y="484261"/>
                </a:lnTo>
                <a:lnTo>
                  <a:pt x="4681197" y="512747"/>
                </a:lnTo>
                <a:lnTo>
                  <a:pt x="4690692" y="522242"/>
                </a:lnTo>
                <a:lnTo>
                  <a:pt x="4700187" y="550728"/>
                </a:lnTo>
                <a:lnTo>
                  <a:pt x="4709683" y="550728"/>
                </a:lnTo>
                <a:lnTo>
                  <a:pt x="4719178" y="550728"/>
                </a:lnTo>
                <a:lnTo>
                  <a:pt x="4728673" y="560224"/>
                </a:lnTo>
                <a:lnTo>
                  <a:pt x="4738169" y="569719"/>
                </a:lnTo>
                <a:lnTo>
                  <a:pt x="4747664" y="579214"/>
                </a:lnTo>
                <a:lnTo>
                  <a:pt x="4757159" y="579214"/>
                </a:lnTo>
                <a:lnTo>
                  <a:pt x="4766654" y="579214"/>
                </a:lnTo>
                <a:lnTo>
                  <a:pt x="4776150" y="588710"/>
                </a:lnTo>
                <a:lnTo>
                  <a:pt x="4785645" y="588710"/>
                </a:lnTo>
                <a:lnTo>
                  <a:pt x="4795141" y="588710"/>
                </a:lnTo>
                <a:lnTo>
                  <a:pt x="4804636" y="598205"/>
                </a:lnTo>
                <a:lnTo>
                  <a:pt x="4814131" y="607700"/>
                </a:lnTo>
                <a:lnTo>
                  <a:pt x="4823627" y="598205"/>
                </a:lnTo>
                <a:lnTo>
                  <a:pt x="4833122" y="598205"/>
                </a:lnTo>
                <a:lnTo>
                  <a:pt x="4842617" y="607700"/>
                </a:lnTo>
                <a:lnTo>
                  <a:pt x="4852112" y="607700"/>
                </a:lnTo>
                <a:lnTo>
                  <a:pt x="4861608" y="598205"/>
                </a:lnTo>
                <a:lnTo>
                  <a:pt x="4871103" y="607700"/>
                </a:lnTo>
                <a:lnTo>
                  <a:pt x="4880599" y="598205"/>
                </a:lnTo>
                <a:lnTo>
                  <a:pt x="4890094" y="607700"/>
                </a:lnTo>
                <a:lnTo>
                  <a:pt x="4899589" y="598205"/>
                </a:lnTo>
                <a:lnTo>
                  <a:pt x="4909085" y="607700"/>
                </a:lnTo>
                <a:lnTo>
                  <a:pt x="4918580" y="598205"/>
                </a:lnTo>
                <a:lnTo>
                  <a:pt x="4928075" y="607700"/>
                </a:lnTo>
                <a:lnTo>
                  <a:pt x="4937570" y="598205"/>
                </a:lnTo>
                <a:lnTo>
                  <a:pt x="4947066" y="607700"/>
                </a:lnTo>
                <a:lnTo>
                  <a:pt x="4956561" y="598205"/>
                </a:lnTo>
                <a:lnTo>
                  <a:pt x="4966057" y="598205"/>
                </a:lnTo>
                <a:lnTo>
                  <a:pt x="4975552" y="598205"/>
                </a:lnTo>
                <a:lnTo>
                  <a:pt x="4985047" y="579214"/>
                </a:lnTo>
                <a:lnTo>
                  <a:pt x="4994543" y="588710"/>
                </a:lnTo>
                <a:lnTo>
                  <a:pt x="5004038" y="579214"/>
                </a:lnTo>
                <a:lnTo>
                  <a:pt x="5013533" y="569719"/>
                </a:lnTo>
                <a:lnTo>
                  <a:pt x="5023028" y="569719"/>
                </a:lnTo>
                <a:lnTo>
                  <a:pt x="5032524" y="550728"/>
                </a:lnTo>
                <a:lnTo>
                  <a:pt x="5042019" y="550728"/>
                </a:lnTo>
                <a:lnTo>
                  <a:pt x="5051514" y="541233"/>
                </a:lnTo>
                <a:lnTo>
                  <a:pt x="5061010" y="522242"/>
                </a:lnTo>
                <a:lnTo>
                  <a:pt x="5070505" y="512747"/>
                </a:lnTo>
                <a:lnTo>
                  <a:pt x="5080000" y="503252"/>
                </a:lnTo>
                <a:lnTo>
                  <a:pt x="5089496" y="503252"/>
                </a:lnTo>
                <a:lnTo>
                  <a:pt x="5098991" y="484261"/>
                </a:lnTo>
                <a:lnTo>
                  <a:pt x="5108487" y="493757"/>
                </a:lnTo>
                <a:lnTo>
                  <a:pt x="5117981" y="484261"/>
                </a:lnTo>
                <a:lnTo>
                  <a:pt x="5127477" y="484261"/>
                </a:lnTo>
                <a:lnTo>
                  <a:pt x="5136973" y="493757"/>
                </a:lnTo>
                <a:lnTo>
                  <a:pt x="5146468" y="503252"/>
                </a:lnTo>
                <a:lnTo>
                  <a:pt x="5155963" y="503252"/>
                </a:lnTo>
                <a:lnTo>
                  <a:pt x="5165458" y="522242"/>
                </a:lnTo>
                <a:lnTo>
                  <a:pt x="5174954" y="531738"/>
                </a:lnTo>
                <a:lnTo>
                  <a:pt x="5184449" y="541233"/>
                </a:lnTo>
                <a:lnTo>
                  <a:pt x="5193944" y="550728"/>
                </a:lnTo>
                <a:lnTo>
                  <a:pt x="5203440" y="550728"/>
                </a:lnTo>
                <a:lnTo>
                  <a:pt x="5212935" y="569719"/>
                </a:lnTo>
                <a:lnTo>
                  <a:pt x="5222430" y="569719"/>
                </a:lnTo>
                <a:lnTo>
                  <a:pt x="5231926" y="588710"/>
                </a:lnTo>
                <a:lnTo>
                  <a:pt x="5241421" y="579214"/>
                </a:lnTo>
                <a:lnTo>
                  <a:pt x="5250916" y="588710"/>
                </a:lnTo>
                <a:lnTo>
                  <a:pt x="5260412" y="598205"/>
                </a:lnTo>
                <a:lnTo>
                  <a:pt x="5269907" y="598205"/>
                </a:lnTo>
                <a:lnTo>
                  <a:pt x="5279403" y="598205"/>
                </a:lnTo>
                <a:lnTo>
                  <a:pt x="5288897" y="607700"/>
                </a:lnTo>
                <a:lnTo>
                  <a:pt x="5298393" y="607700"/>
                </a:lnTo>
                <a:lnTo>
                  <a:pt x="5307889" y="617196"/>
                </a:lnTo>
                <a:lnTo>
                  <a:pt x="5317383" y="607700"/>
                </a:lnTo>
                <a:lnTo>
                  <a:pt x="5326879" y="617196"/>
                </a:lnTo>
                <a:lnTo>
                  <a:pt x="5336374" y="607700"/>
                </a:lnTo>
                <a:lnTo>
                  <a:pt x="5345870" y="607700"/>
                </a:lnTo>
                <a:lnTo>
                  <a:pt x="5355365" y="617196"/>
                </a:lnTo>
                <a:lnTo>
                  <a:pt x="5364860" y="617196"/>
                </a:lnTo>
                <a:lnTo>
                  <a:pt x="5374356" y="607700"/>
                </a:lnTo>
                <a:lnTo>
                  <a:pt x="5383851" y="617196"/>
                </a:lnTo>
                <a:lnTo>
                  <a:pt x="5393346" y="617196"/>
                </a:lnTo>
                <a:lnTo>
                  <a:pt x="5402842" y="617196"/>
                </a:lnTo>
                <a:lnTo>
                  <a:pt x="5412337" y="617196"/>
                </a:lnTo>
                <a:lnTo>
                  <a:pt x="5421832" y="617196"/>
                </a:lnTo>
                <a:lnTo>
                  <a:pt x="5431327" y="617196"/>
                </a:lnTo>
                <a:lnTo>
                  <a:pt x="5440823" y="617196"/>
                </a:lnTo>
                <a:lnTo>
                  <a:pt x="5450319" y="617196"/>
                </a:lnTo>
                <a:lnTo>
                  <a:pt x="5459813" y="617196"/>
                </a:lnTo>
                <a:lnTo>
                  <a:pt x="5469309" y="617196"/>
                </a:lnTo>
                <a:lnTo>
                  <a:pt x="5478804" y="617196"/>
                </a:lnTo>
                <a:lnTo>
                  <a:pt x="5488299" y="617196"/>
                </a:lnTo>
                <a:lnTo>
                  <a:pt x="5497795" y="617196"/>
                </a:lnTo>
                <a:lnTo>
                  <a:pt x="5507290" y="617196"/>
                </a:lnTo>
                <a:lnTo>
                  <a:pt x="5516786" y="617196"/>
                </a:lnTo>
                <a:lnTo>
                  <a:pt x="5526281" y="626691"/>
                </a:lnTo>
                <a:lnTo>
                  <a:pt x="5535776" y="626691"/>
                </a:lnTo>
                <a:lnTo>
                  <a:pt x="5545272" y="626691"/>
                </a:lnTo>
                <a:lnTo>
                  <a:pt x="5554766" y="617196"/>
                </a:lnTo>
                <a:lnTo>
                  <a:pt x="5564262" y="617196"/>
                </a:lnTo>
                <a:lnTo>
                  <a:pt x="5573758" y="626691"/>
                </a:lnTo>
                <a:lnTo>
                  <a:pt x="5583253" y="626691"/>
                </a:lnTo>
                <a:lnTo>
                  <a:pt x="5592748" y="626691"/>
                </a:lnTo>
                <a:lnTo>
                  <a:pt x="5602243" y="626691"/>
                </a:lnTo>
                <a:lnTo>
                  <a:pt x="5611739" y="617196"/>
                </a:lnTo>
                <a:lnTo>
                  <a:pt x="5621234" y="626691"/>
                </a:lnTo>
                <a:lnTo>
                  <a:pt x="5630729" y="626691"/>
                </a:lnTo>
                <a:lnTo>
                  <a:pt x="5640225" y="626691"/>
                </a:lnTo>
                <a:lnTo>
                  <a:pt x="5649720" y="626691"/>
                </a:lnTo>
                <a:lnTo>
                  <a:pt x="5659215" y="626691"/>
                </a:lnTo>
                <a:lnTo>
                  <a:pt x="5668711" y="626691"/>
                </a:lnTo>
                <a:lnTo>
                  <a:pt x="5678206" y="626691"/>
                </a:lnTo>
                <a:lnTo>
                  <a:pt x="5687702" y="626691"/>
                </a:lnTo>
                <a:lnTo>
                  <a:pt x="5697197" y="626691"/>
                </a:lnTo>
                <a:lnTo>
                  <a:pt x="5706692" y="626691"/>
                </a:lnTo>
                <a:lnTo>
                  <a:pt x="5716188" y="626691"/>
                </a:lnTo>
                <a:lnTo>
                  <a:pt x="5725682" y="626691"/>
                </a:lnTo>
                <a:lnTo>
                  <a:pt x="5735178" y="626691"/>
                </a:lnTo>
                <a:lnTo>
                  <a:pt x="5744673" y="626691"/>
                </a:lnTo>
                <a:lnTo>
                  <a:pt x="5754169" y="626691"/>
                </a:lnTo>
                <a:lnTo>
                  <a:pt x="5763664" y="626691"/>
                </a:lnTo>
                <a:lnTo>
                  <a:pt x="5773159" y="626691"/>
                </a:lnTo>
                <a:lnTo>
                  <a:pt x="5782655" y="626691"/>
                </a:lnTo>
                <a:lnTo>
                  <a:pt x="5792150" y="626691"/>
                </a:lnTo>
                <a:lnTo>
                  <a:pt x="5801645" y="626691"/>
                </a:lnTo>
                <a:lnTo>
                  <a:pt x="5811141" y="626691"/>
                </a:lnTo>
                <a:lnTo>
                  <a:pt x="5820636" y="626691"/>
                </a:lnTo>
                <a:lnTo>
                  <a:pt x="5830131" y="626691"/>
                </a:lnTo>
                <a:lnTo>
                  <a:pt x="5839627" y="626691"/>
                </a:lnTo>
                <a:lnTo>
                  <a:pt x="5849122" y="626691"/>
                </a:lnTo>
                <a:lnTo>
                  <a:pt x="5858618" y="626691"/>
                </a:lnTo>
                <a:lnTo>
                  <a:pt x="5868112" y="626691"/>
                </a:lnTo>
                <a:lnTo>
                  <a:pt x="5877608" y="626691"/>
                </a:lnTo>
                <a:lnTo>
                  <a:pt x="5887104" y="626691"/>
                </a:lnTo>
                <a:lnTo>
                  <a:pt x="5896598" y="626691"/>
                </a:lnTo>
                <a:lnTo>
                  <a:pt x="5906094" y="626691"/>
                </a:lnTo>
                <a:lnTo>
                  <a:pt x="5915589" y="626691"/>
                </a:lnTo>
                <a:lnTo>
                  <a:pt x="5925085" y="626691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626691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26691"/>
                </a:lnTo>
                <a:lnTo>
                  <a:pt x="6010543" y="626691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26691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626691"/>
                </a:lnTo>
                <a:lnTo>
                  <a:pt x="6105496" y="626691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26691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26691"/>
                </a:lnTo>
                <a:lnTo>
                  <a:pt x="6200449" y="626691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626691"/>
                </a:lnTo>
                <a:lnTo>
                  <a:pt x="6304897" y="626691"/>
                </a:lnTo>
                <a:lnTo>
                  <a:pt x="6314393" y="62669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26691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626691"/>
                </a:lnTo>
                <a:lnTo>
                  <a:pt x="6399851" y="626691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626691"/>
                </a:lnTo>
                <a:lnTo>
                  <a:pt x="6504299" y="62669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26691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26691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26691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626691"/>
                </a:lnTo>
                <a:lnTo>
                  <a:pt x="6694206" y="626691"/>
                </a:lnTo>
                <a:lnTo>
                  <a:pt x="6703702" y="626691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26691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626691"/>
                </a:lnTo>
                <a:lnTo>
                  <a:pt x="6884112" y="626691"/>
                </a:lnTo>
                <a:lnTo>
                  <a:pt x="6893608" y="626691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26691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626691"/>
                </a:lnTo>
                <a:lnTo>
                  <a:pt x="7083514" y="626691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26691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26691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26691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626691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626691"/>
                </a:lnTo>
                <a:lnTo>
                  <a:pt x="7662729" y="626691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26691"/>
                </a:lnTo>
                <a:lnTo>
                  <a:pt x="7757682" y="626691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26691"/>
                </a:lnTo>
                <a:lnTo>
                  <a:pt x="7852636" y="626691"/>
                </a:lnTo>
                <a:lnTo>
                  <a:pt x="7862131" y="626691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26691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26691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26691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26691"/>
                </a:lnTo>
                <a:lnTo>
                  <a:pt x="8241944" y="626691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26691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26691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26691"/>
                </a:lnTo>
                <a:lnTo>
                  <a:pt x="8536300" y="626691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26691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26691"/>
                </a:lnTo>
                <a:lnTo>
                  <a:pt x="8726206" y="626691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26691"/>
                </a:lnTo>
                <a:lnTo>
                  <a:pt x="8830655" y="626691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26691"/>
                </a:lnTo>
                <a:lnTo>
                  <a:pt x="9020561" y="626691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26691"/>
                </a:lnTo>
                <a:lnTo>
                  <a:pt x="9115514" y="626691"/>
                </a:lnTo>
                <a:lnTo>
                  <a:pt x="9125010" y="626691"/>
                </a:lnTo>
                <a:lnTo>
                  <a:pt x="9134505" y="617196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26691"/>
                </a:lnTo>
                <a:lnTo>
                  <a:pt x="9191477" y="617196"/>
                </a:lnTo>
                <a:lnTo>
                  <a:pt x="9200973" y="617196"/>
                </a:lnTo>
                <a:lnTo>
                  <a:pt x="9210468" y="617196"/>
                </a:lnTo>
                <a:lnTo>
                  <a:pt x="9219963" y="617196"/>
                </a:lnTo>
                <a:lnTo>
                  <a:pt x="9229458" y="617196"/>
                </a:lnTo>
                <a:lnTo>
                  <a:pt x="9238954" y="607700"/>
                </a:lnTo>
                <a:lnTo>
                  <a:pt x="9248450" y="607700"/>
                </a:lnTo>
                <a:lnTo>
                  <a:pt x="9257944" y="598205"/>
                </a:lnTo>
                <a:lnTo>
                  <a:pt x="9267440" y="588710"/>
                </a:lnTo>
                <a:lnTo>
                  <a:pt x="9276935" y="579214"/>
                </a:lnTo>
                <a:lnTo>
                  <a:pt x="9286430" y="569719"/>
                </a:lnTo>
                <a:lnTo>
                  <a:pt x="9295926" y="541233"/>
                </a:lnTo>
                <a:lnTo>
                  <a:pt x="9305421" y="531738"/>
                </a:lnTo>
                <a:lnTo>
                  <a:pt x="9314917" y="503252"/>
                </a:lnTo>
                <a:lnTo>
                  <a:pt x="9324412" y="474766"/>
                </a:lnTo>
                <a:lnTo>
                  <a:pt x="9333907" y="417794"/>
                </a:lnTo>
                <a:lnTo>
                  <a:pt x="9343403" y="398803"/>
                </a:lnTo>
                <a:lnTo>
                  <a:pt x="9352897" y="332336"/>
                </a:lnTo>
                <a:lnTo>
                  <a:pt x="9362393" y="294354"/>
                </a:lnTo>
                <a:lnTo>
                  <a:pt x="9371889" y="246878"/>
                </a:lnTo>
                <a:lnTo>
                  <a:pt x="9381384" y="208896"/>
                </a:lnTo>
                <a:lnTo>
                  <a:pt x="9390879" y="142429"/>
                </a:lnTo>
                <a:lnTo>
                  <a:pt x="9400374" y="85457"/>
                </a:lnTo>
                <a:lnTo>
                  <a:pt x="9409870" y="75962"/>
                </a:lnTo>
                <a:lnTo>
                  <a:pt x="9419365" y="37981"/>
                </a:lnTo>
                <a:lnTo>
                  <a:pt x="9428860" y="47476"/>
                </a:lnTo>
                <a:lnTo>
                  <a:pt x="9438356" y="0"/>
                </a:lnTo>
                <a:lnTo>
                  <a:pt x="9447851" y="37981"/>
                </a:lnTo>
                <a:lnTo>
                  <a:pt x="9457346" y="18990"/>
                </a:lnTo>
                <a:lnTo>
                  <a:pt x="9466842" y="28485"/>
                </a:lnTo>
                <a:lnTo>
                  <a:pt x="9476337" y="56971"/>
                </a:lnTo>
                <a:lnTo>
                  <a:pt x="9485833" y="94953"/>
                </a:lnTo>
                <a:lnTo>
                  <a:pt x="9495327" y="161420"/>
                </a:lnTo>
                <a:lnTo>
                  <a:pt x="9504823" y="208896"/>
                </a:lnTo>
                <a:lnTo>
                  <a:pt x="9514319" y="237383"/>
                </a:lnTo>
                <a:lnTo>
                  <a:pt x="9523813" y="284859"/>
                </a:lnTo>
                <a:lnTo>
                  <a:pt x="9533309" y="322841"/>
                </a:lnTo>
                <a:lnTo>
                  <a:pt x="9542804" y="370317"/>
                </a:lnTo>
                <a:lnTo>
                  <a:pt x="9552300" y="398803"/>
                </a:lnTo>
                <a:lnTo>
                  <a:pt x="9561795" y="436784"/>
                </a:lnTo>
                <a:lnTo>
                  <a:pt x="9571290" y="455775"/>
                </a:lnTo>
                <a:lnTo>
                  <a:pt x="9580786" y="484261"/>
                </a:lnTo>
                <a:lnTo>
                  <a:pt x="9590281" y="503252"/>
                </a:lnTo>
                <a:lnTo>
                  <a:pt x="9599776" y="512747"/>
                </a:lnTo>
                <a:lnTo>
                  <a:pt x="9609272" y="531738"/>
                </a:lnTo>
                <a:lnTo>
                  <a:pt x="9618767" y="541233"/>
                </a:lnTo>
                <a:lnTo>
                  <a:pt x="9628262" y="550728"/>
                </a:lnTo>
                <a:lnTo>
                  <a:pt x="9637758" y="560224"/>
                </a:lnTo>
                <a:lnTo>
                  <a:pt x="9647253" y="569719"/>
                </a:lnTo>
                <a:lnTo>
                  <a:pt x="9656748" y="569719"/>
                </a:lnTo>
                <a:lnTo>
                  <a:pt x="9666243" y="579214"/>
                </a:lnTo>
                <a:lnTo>
                  <a:pt x="9675739" y="579214"/>
                </a:lnTo>
                <a:lnTo>
                  <a:pt x="9685234" y="579214"/>
                </a:lnTo>
                <a:lnTo>
                  <a:pt x="9694729" y="588710"/>
                </a:lnTo>
              </a:path>
            </a:pathLst>
          </a:custGeom>
          <a:noFill/>
          <a:ln w="12700" cap="flat" cmpd="sng" algn="ctr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98BF068-AB85-93F0-D36B-11D217A79A7C}"/>
              </a:ext>
            </a:extLst>
          </p:cNvPr>
          <p:cNvSpPr txBox="1"/>
          <p:nvPr/>
        </p:nvSpPr>
        <p:spPr>
          <a:xfrm>
            <a:off x="5951607" y="4368686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90.94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2BB2479-6F93-AB1E-3916-6CF010D72F41}"/>
              </a:ext>
            </a:extLst>
          </p:cNvPr>
          <p:cNvSpPr txBox="1"/>
          <p:nvPr/>
        </p:nvSpPr>
        <p:spPr>
          <a:xfrm>
            <a:off x="6492841" y="4653546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91.05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F9591B5-FFCC-E12C-C950-269990C2FC09}"/>
              </a:ext>
            </a:extLst>
          </p:cNvPr>
          <p:cNvSpPr txBox="1"/>
          <p:nvPr/>
        </p:nvSpPr>
        <p:spPr>
          <a:xfrm>
            <a:off x="6568804" y="4349695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91.07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0185157-76FC-B69A-7DDE-C956755FD123}"/>
              </a:ext>
            </a:extLst>
          </p:cNvPr>
          <p:cNvSpPr txBox="1"/>
          <p:nvPr/>
        </p:nvSpPr>
        <p:spPr>
          <a:xfrm>
            <a:off x="6274448" y="4767490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91.01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A74100F-2F67-119C-65BC-18CD2A2A712D}"/>
              </a:ext>
            </a:extLst>
          </p:cNvPr>
          <p:cNvSpPr txBox="1"/>
          <p:nvPr/>
        </p:nvSpPr>
        <p:spPr>
          <a:xfrm>
            <a:off x="1452785" y="4279366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*3 Sep 25-1-0.1-C-20 um-400-positive-after puttering 30 se-005.tdc + Ions 400µm 32591190 cts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16FBE51-ACCB-CCCC-8B85-D60E3E3483E6}"/>
              </a:ext>
            </a:extLst>
          </p:cNvPr>
          <p:cNvSpPr txBox="1"/>
          <p:nvPr/>
        </p:nvSpPr>
        <p:spPr>
          <a:xfrm>
            <a:off x="914400" y="5587999"/>
            <a:ext cx="8293100" cy="4064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Enter Slide Comments Here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5B25119-09DE-6E0C-B449-88409A228C7A}"/>
              </a:ext>
            </a:extLst>
          </p:cNvPr>
          <p:cNvSpPr txBox="1"/>
          <p:nvPr/>
        </p:nvSpPr>
        <p:spPr>
          <a:xfrm>
            <a:off x="1117600" y="990600"/>
            <a:ext cx="10160000" cy="3429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pt-BR" sz="2800" dirty="0">
                <a:latin typeface="Arial" panose="020B0604020202020204" pitchFamily="34" charset="0"/>
              </a:rPr>
              <a:t>3 Sep 25- 0.1-1C-20um-400 um-positive</a:t>
            </a:r>
            <a:endParaRPr lang="en-US" sz="2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912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95DA428-0390-8A19-CAB5-E50AE85D31C2}"/>
              </a:ext>
            </a:extLst>
          </p:cNvPr>
          <p:cNvSpPr txBox="1"/>
          <p:nvPr/>
        </p:nvSpPr>
        <p:spPr>
          <a:xfrm>
            <a:off x="1117600" y="990600"/>
            <a:ext cx="10160000" cy="3429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pt-BR" sz="2800">
                <a:latin typeface="Arial" panose="020B0604020202020204" pitchFamily="34" charset="0"/>
              </a:rPr>
              <a:t>3 Sep 25- 1-0.1- C-20 um-400 um-negative-002-good</a:t>
            </a:r>
            <a:endParaRPr lang="en-US" sz="2800"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DC296B-0C4F-6F0C-CC09-34EFDA88E8E2}"/>
              </a:ext>
            </a:extLst>
          </p:cNvPr>
          <p:cNvSpPr txBox="1"/>
          <p:nvPr/>
        </p:nvSpPr>
        <p:spPr>
          <a:xfrm>
            <a:off x="914400" y="1460499"/>
            <a:ext cx="10363200" cy="2540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+ Ions, xxx µm analysis area (xxx µm scale bar)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35BC82-FDAE-5392-F0E4-3F1681017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551" y="2202916"/>
            <a:ext cx="2563738" cy="25637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1211C91-87EF-D230-A50A-33CB21AC1423}"/>
              </a:ext>
            </a:extLst>
          </p:cNvPr>
          <p:cNvSpPr txBox="1"/>
          <p:nvPr/>
        </p:nvSpPr>
        <p:spPr>
          <a:xfrm>
            <a:off x="91155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Total_Ion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95329110; Max: 3115; Scale: 100µm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653C5A-DA1E-B15D-185A-8549E7B59E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13271" y="2202916"/>
            <a:ext cx="2563738" cy="25637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4DD7EC5-B644-A676-2DB2-42321B78CB04}"/>
              </a:ext>
            </a:extLst>
          </p:cNvPr>
          <p:cNvSpPr txBox="1"/>
          <p:nvPr/>
        </p:nvSpPr>
        <p:spPr>
          <a:xfrm>
            <a:off x="351327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fr-FR" sz="800">
                <a:latin typeface="Arial" panose="020B0604020202020204" pitchFamily="34" charset="0"/>
              </a:rPr>
              <a:t>Se -  79.96 (256x256)</a:t>
            </a:r>
          </a:p>
          <a:p>
            <a:pPr algn="ctr"/>
            <a:r>
              <a:rPr lang="fr-FR" sz="800">
                <a:latin typeface="Arial" panose="020B0604020202020204" pitchFamily="34" charset="0"/>
              </a:rPr>
              <a:t>Cts: 21119; Max: 8; Scale: 100µm</a:t>
            </a:r>
            <a:endParaRPr lang="en-US" sz="800"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AF1F6A8-6408-FD02-2347-32BAEE8612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14991" y="2202916"/>
            <a:ext cx="2563738" cy="25637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6F7C7DB-6F35-B1D8-0C37-1D8009D8179A}"/>
              </a:ext>
            </a:extLst>
          </p:cNvPr>
          <p:cNvSpPr txBox="1"/>
          <p:nvPr/>
        </p:nvSpPr>
        <p:spPr>
          <a:xfrm>
            <a:off x="611499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91.041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11872; Max: 6; Scale: 100µm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5590004-0362-0640-A63E-7BF8134EF4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16711" y="2202916"/>
            <a:ext cx="2563738" cy="256373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68EF814-AFC1-1E36-A1B9-2880A7CFF1BC}"/>
              </a:ext>
            </a:extLst>
          </p:cNvPr>
          <p:cNvSpPr txBox="1"/>
          <p:nvPr/>
        </p:nvSpPr>
        <p:spPr>
          <a:xfrm>
            <a:off x="871671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OVERLAY</a:t>
            </a:r>
          </a:p>
          <a:p>
            <a:pPr algn="ctr"/>
            <a:endParaRPr lang="en-US" sz="800"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B3BA81-0A36-C0B1-6EBF-2994EFED442B}"/>
              </a:ext>
            </a:extLst>
          </p:cNvPr>
          <p:cNvSpPr txBox="1"/>
          <p:nvPr/>
        </p:nvSpPr>
        <p:spPr>
          <a:xfrm>
            <a:off x="914400" y="5587999"/>
            <a:ext cx="8293100" cy="4064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Enter Slide Comments Here</a:t>
            </a:r>
          </a:p>
        </p:txBody>
      </p:sp>
    </p:spTree>
    <p:extLst>
      <p:ext uri="{BB962C8B-B14F-4D97-AF65-F5344CB8AC3E}">
        <p14:creationId xmlns:p14="http://schemas.microsoft.com/office/powerpoint/2010/main" val="27904146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6D5E43F-8C5E-2E21-65E0-5CA2F6AEE915}"/>
              </a:ext>
            </a:extLst>
          </p:cNvPr>
          <p:cNvSpPr txBox="1"/>
          <p:nvPr/>
        </p:nvSpPr>
        <p:spPr>
          <a:xfrm>
            <a:off x="1420139" y="2459290"/>
            <a:ext cx="25519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315EF1-F426-9271-15E1-8985841B8CB0}"/>
              </a:ext>
            </a:extLst>
          </p:cNvPr>
          <p:cNvSpPr txBox="1"/>
          <p:nvPr/>
        </p:nvSpPr>
        <p:spPr>
          <a:xfrm>
            <a:off x="3321920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0CA92E-0725-2543-426E-20A9D756372A}"/>
              </a:ext>
            </a:extLst>
          </p:cNvPr>
          <p:cNvSpPr txBox="1"/>
          <p:nvPr/>
        </p:nvSpPr>
        <p:spPr>
          <a:xfrm>
            <a:off x="5258967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5908A5-F2E5-17F2-3AFE-53D3A2BACEFA}"/>
              </a:ext>
            </a:extLst>
          </p:cNvPr>
          <p:cNvSpPr txBox="1"/>
          <p:nvPr/>
        </p:nvSpPr>
        <p:spPr>
          <a:xfrm>
            <a:off x="7205509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BACFAB-4B11-E4A7-9523-EC1AACA0E074}"/>
              </a:ext>
            </a:extLst>
          </p:cNvPr>
          <p:cNvSpPr txBox="1"/>
          <p:nvPr/>
        </p:nvSpPr>
        <p:spPr>
          <a:xfrm>
            <a:off x="9142556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80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D3E9735-E1F3-FF44-5B9E-4EDC4BF507DC}"/>
              </a:ext>
            </a:extLst>
          </p:cNvPr>
          <p:cNvSpPr/>
          <p:nvPr/>
        </p:nvSpPr>
        <p:spPr bwMode="auto">
          <a:xfrm>
            <a:off x="1547738" y="2373832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75962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47476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75962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47476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75962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47476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75962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77AB9F-7768-76C6-21A1-153AA009BC0D}"/>
              </a:ext>
            </a:extLst>
          </p:cNvPr>
          <p:cNvSpPr txBox="1"/>
          <p:nvPr/>
        </p:nvSpPr>
        <p:spPr>
          <a:xfrm>
            <a:off x="5968482" y="2630206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8384F69-AEBB-160D-FDFE-17F4A93B780D}"/>
              </a:ext>
            </a:extLst>
          </p:cNvPr>
          <p:cNvSpPr/>
          <p:nvPr/>
        </p:nvSpPr>
        <p:spPr bwMode="auto">
          <a:xfrm>
            <a:off x="1547738" y="1623701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C10A94-6032-AB9B-39C1-E5B69003A80D}"/>
              </a:ext>
            </a:extLst>
          </p:cNvPr>
          <p:cNvSpPr txBox="1"/>
          <p:nvPr/>
        </p:nvSpPr>
        <p:spPr>
          <a:xfrm>
            <a:off x="1299415" y="2255469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7C339B-513B-CA41-1F17-C82D51B5BAEA}"/>
              </a:ext>
            </a:extLst>
          </p:cNvPr>
          <p:cNvSpPr txBox="1"/>
          <p:nvPr/>
        </p:nvSpPr>
        <p:spPr>
          <a:xfrm>
            <a:off x="1299415" y="2141525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35819F-ED2D-8C02-185A-6A9CEA59753B}"/>
              </a:ext>
            </a:extLst>
          </p:cNvPr>
          <p:cNvSpPr txBox="1"/>
          <p:nvPr/>
        </p:nvSpPr>
        <p:spPr>
          <a:xfrm>
            <a:off x="1299415" y="2027581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CBC566-FBFF-F0CD-7338-CDC7A869FDBD}"/>
              </a:ext>
            </a:extLst>
          </p:cNvPr>
          <p:cNvSpPr txBox="1"/>
          <p:nvPr/>
        </p:nvSpPr>
        <p:spPr>
          <a:xfrm>
            <a:off x="1299415" y="1923133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0C1BAD-2423-165C-EC13-0FF172697850}"/>
              </a:ext>
            </a:extLst>
          </p:cNvPr>
          <p:cNvSpPr txBox="1"/>
          <p:nvPr/>
        </p:nvSpPr>
        <p:spPr>
          <a:xfrm>
            <a:off x="1299415" y="1809189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4D7153-B36F-B479-058C-6E16AD9C1AEA}"/>
              </a:ext>
            </a:extLst>
          </p:cNvPr>
          <p:cNvSpPr txBox="1"/>
          <p:nvPr/>
        </p:nvSpPr>
        <p:spPr>
          <a:xfrm>
            <a:off x="1299415" y="1695245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41F2C1-34EB-5A23-390A-E9BC9C7EB64D}"/>
              </a:ext>
            </a:extLst>
          </p:cNvPr>
          <p:cNvSpPr txBox="1"/>
          <p:nvPr/>
        </p:nvSpPr>
        <p:spPr>
          <a:xfrm>
            <a:off x="1299415" y="1590796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66F16C7-1E21-0FB2-5000-381E5F45AAB8}"/>
              </a:ext>
            </a:extLst>
          </p:cNvPr>
          <p:cNvSpPr/>
          <p:nvPr/>
        </p:nvSpPr>
        <p:spPr bwMode="auto">
          <a:xfrm>
            <a:off x="1471776" y="1623701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21645"/>
                </a:lnTo>
                <a:lnTo>
                  <a:pt x="28486" y="721645"/>
                </a:lnTo>
                <a:lnTo>
                  <a:pt x="75962" y="721645"/>
                </a:lnTo>
                <a:lnTo>
                  <a:pt x="75962" y="702654"/>
                </a:lnTo>
                <a:lnTo>
                  <a:pt x="28486" y="702654"/>
                </a:lnTo>
                <a:lnTo>
                  <a:pt x="75962" y="702654"/>
                </a:lnTo>
                <a:lnTo>
                  <a:pt x="75962" y="683664"/>
                </a:lnTo>
                <a:lnTo>
                  <a:pt x="28486" y="683664"/>
                </a:lnTo>
                <a:lnTo>
                  <a:pt x="75962" y="683664"/>
                </a:lnTo>
                <a:lnTo>
                  <a:pt x="75962" y="655178"/>
                </a:lnTo>
                <a:lnTo>
                  <a:pt x="28486" y="655178"/>
                </a:lnTo>
                <a:lnTo>
                  <a:pt x="75962" y="655178"/>
                </a:lnTo>
                <a:lnTo>
                  <a:pt x="75962" y="636187"/>
                </a:lnTo>
                <a:lnTo>
                  <a:pt x="0" y="636187"/>
                </a:lnTo>
                <a:lnTo>
                  <a:pt x="75962" y="636187"/>
                </a:lnTo>
                <a:lnTo>
                  <a:pt x="75962" y="617196"/>
                </a:lnTo>
                <a:lnTo>
                  <a:pt x="28486" y="617196"/>
                </a:lnTo>
                <a:lnTo>
                  <a:pt x="75962" y="617196"/>
                </a:lnTo>
                <a:lnTo>
                  <a:pt x="75962" y="588710"/>
                </a:lnTo>
                <a:lnTo>
                  <a:pt x="28486" y="588710"/>
                </a:lnTo>
                <a:lnTo>
                  <a:pt x="75962" y="588710"/>
                </a:lnTo>
                <a:lnTo>
                  <a:pt x="75962" y="569720"/>
                </a:lnTo>
                <a:lnTo>
                  <a:pt x="28486" y="569720"/>
                </a:lnTo>
                <a:lnTo>
                  <a:pt x="75962" y="569720"/>
                </a:lnTo>
                <a:lnTo>
                  <a:pt x="75962" y="550729"/>
                </a:lnTo>
                <a:lnTo>
                  <a:pt x="28486" y="550729"/>
                </a:lnTo>
                <a:lnTo>
                  <a:pt x="75962" y="550729"/>
                </a:lnTo>
                <a:lnTo>
                  <a:pt x="75962" y="522243"/>
                </a:lnTo>
                <a:lnTo>
                  <a:pt x="0" y="522243"/>
                </a:lnTo>
                <a:lnTo>
                  <a:pt x="75962" y="522243"/>
                </a:lnTo>
                <a:lnTo>
                  <a:pt x="75962" y="503252"/>
                </a:lnTo>
                <a:lnTo>
                  <a:pt x="28486" y="503252"/>
                </a:lnTo>
                <a:lnTo>
                  <a:pt x="75962" y="503252"/>
                </a:lnTo>
                <a:lnTo>
                  <a:pt x="75962" y="484262"/>
                </a:lnTo>
                <a:lnTo>
                  <a:pt x="28486" y="484262"/>
                </a:lnTo>
                <a:lnTo>
                  <a:pt x="75962" y="484262"/>
                </a:lnTo>
                <a:lnTo>
                  <a:pt x="75962" y="455776"/>
                </a:lnTo>
                <a:lnTo>
                  <a:pt x="28486" y="455776"/>
                </a:lnTo>
                <a:lnTo>
                  <a:pt x="75962" y="455776"/>
                </a:lnTo>
                <a:lnTo>
                  <a:pt x="75962" y="436785"/>
                </a:lnTo>
                <a:lnTo>
                  <a:pt x="28486" y="436785"/>
                </a:lnTo>
                <a:lnTo>
                  <a:pt x="75962" y="436785"/>
                </a:lnTo>
                <a:lnTo>
                  <a:pt x="75962" y="417794"/>
                </a:lnTo>
                <a:lnTo>
                  <a:pt x="0" y="417794"/>
                </a:lnTo>
                <a:lnTo>
                  <a:pt x="75962" y="417794"/>
                </a:lnTo>
                <a:lnTo>
                  <a:pt x="75962" y="389308"/>
                </a:lnTo>
                <a:lnTo>
                  <a:pt x="28486" y="389308"/>
                </a:lnTo>
                <a:lnTo>
                  <a:pt x="75962" y="389308"/>
                </a:lnTo>
                <a:lnTo>
                  <a:pt x="75962" y="370318"/>
                </a:lnTo>
                <a:lnTo>
                  <a:pt x="28486" y="370318"/>
                </a:lnTo>
                <a:lnTo>
                  <a:pt x="75962" y="370318"/>
                </a:lnTo>
                <a:lnTo>
                  <a:pt x="75962" y="351327"/>
                </a:lnTo>
                <a:lnTo>
                  <a:pt x="28486" y="351327"/>
                </a:lnTo>
                <a:lnTo>
                  <a:pt x="75962" y="351327"/>
                </a:lnTo>
                <a:lnTo>
                  <a:pt x="75962" y="322841"/>
                </a:lnTo>
                <a:lnTo>
                  <a:pt x="28486" y="322841"/>
                </a:lnTo>
                <a:lnTo>
                  <a:pt x="75962" y="322841"/>
                </a:lnTo>
                <a:lnTo>
                  <a:pt x="75962" y="303850"/>
                </a:lnTo>
                <a:lnTo>
                  <a:pt x="0" y="303850"/>
                </a:lnTo>
                <a:lnTo>
                  <a:pt x="75962" y="303850"/>
                </a:lnTo>
                <a:lnTo>
                  <a:pt x="75962" y="284860"/>
                </a:lnTo>
                <a:lnTo>
                  <a:pt x="28486" y="284860"/>
                </a:lnTo>
                <a:lnTo>
                  <a:pt x="75962" y="284860"/>
                </a:lnTo>
                <a:lnTo>
                  <a:pt x="75962" y="256374"/>
                </a:lnTo>
                <a:lnTo>
                  <a:pt x="28486" y="256374"/>
                </a:lnTo>
                <a:lnTo>
                  <a:pt x="75962" y="256374"/>
                </a:lnTo>
                <a:lnTo>
                  <a:pt x="75962" y="237383"/>
                </a:lnTo>
                <a:lnTo>
                  <a:pt x="28486" y="237383"/>
                </a:lnTo>
                <a:lnTo>
                  <a:pt x="75962" y="237383"/>
                </a:lnTo>
                <a:lnTo>
                  <a:pt x="75962" y="218393"/>
                </a:lnTo>
                <a:lnTo>
                  <a:pt x="28486" y="218393"/>
                </a:lnTo>
                <a:lnTo>
                  <a:pt x="75962" y="218393"/>
                </a:lnTo>
                <a:lnTo>
                  <a:pt x="75962" y="189907"/>
                </a:lnTo>
                <a:lnTo>
                  <a:pt x="0" y="189907"/>
                </a:lnTo>
                <a:lnTo>
                  <a:pt x="75962" y="189907"/>
                </a:lnTo>
                <a:lnTo>
                  <a:pt x="75962" y="170916"/>
                </a:lnTo>
                <a:lnTo>
                  <a:pt x="28486" y="170916"/>
                </a:lnTo>
                <a:lnTo>
                  <a:pt x="75962" y="170916"/>
                </a:lnTo>
                <a:lnTo>
                  <a:pt x="75962" y="151925"/>
                </a:lnTo>
                <a:lnTo>
                  <a:pt x="28486" y="151925"/>
                </a:lnTo>
                <a:lnTo>
                  <a:pt x="75962" y="151925"/>
                </a:lnTo>
                <a:lnTo>
                  <a:pt x="75962" y="123439"/>
                </a:lnTo>
                <a:lnTo>
                  <a:pt x="28486" y="123439"/>
                </a:lnTo>
                <a:lnTo>
                  <a:pt x="75962" y="123439"/>
                </a:lnTo>
                <a:lnTo>
                  <a:pt x="75962" y="104449"/>
                </a:lnTo>
                <a:lnTo>
                  <a:pt x="28486" y="104449"/>
                </a:lnTo>
                <a:lnTo>
                  <a:pt x="75962" y="104449"/>
                </a:lnTo>
                <a:lnTo>
                  <a:pt x="75962" y="85458"/>
                </a:lnTo>
                <a:lnTo>
                  <a:pt x="0" y="85458"/>
                </a:lnTo>
                <a:lnTo>
                  <a:pt x="75962" y="85458"/>
                </a:lnTo>
                <a:lnTo>
                  <a:pt x="75962" y="56972"/>
                </a:lnTo>
                <a:lnTo>
                  <a:pt x="28486" y="56972"/>
                </a:lnTo>
                <a:lnTo>
                  <a:pt x="75962" y="56972"/>
                </a:lnTo>
                <a:lnTo>
                  <a:pt x="75962" y="37981"/>
                </a:lnTo>
                <a:lnTo>
                  <a:pt x="28486" y="37981"/>
                </a:lnTo>
                <a:lnTo>
                  <a:pt x="75962" y="37981"/>
                </a:lnTo>
                <a:lnTo>
                  <a:pt x="75962" y="18991"/>
                </a:lnTo>
                <a:lnTo>
                  <a:pt x="28486" y="18991"/>
                </a:lnTo>
                <a:lnTo>
                  <a:pt x="75962" y="18991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7A0007-A3FD-2D67-9477-478DE077B130}"/>
              </a:ext>
            </a:extLst>
          </p:cNvPr>
          <p:cNvSpPr txBox="1"/>
          <p:nvPr/>
        </p:nvSpPr>
        <p:spPr>
          <a:xfrm>
            <a:off x="891253" y="1645629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Counts/1E6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975996E-FC1B-C687-F0F9-4477B1AC062F}"/>
              </a:ext>
            </a:extLst>
          </p:cNvPr>
          <p:cNvSpPr/>
          <p:nvPr/>
        </p:nvSpPr>
        <p:spPr bwMode="auto">
          <a:xfrm>
            <a:off x="11251963" y="1623701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D0CC897-8788-3D9C-A773-0B15AD262762}"/>
              </a:ext>
            </a:extLst>
          </p:cNvPr>
          <p:cNvSpPr/>
          <p:nvPr/>
        </p:nvSpPr>
        <p:spPr bwMode="auto">
          <a:xfrm>
            <a:off x="1547738" y="1737645"/>
            <a:ext cx="9694730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626691"/>
                </a:moveTo>
                <a:lnTo>
                  <a:pt x="9496" y="626691"/>
                </a:lnTo>
                <a:lnTo>
                  <a:pt x="18991" y="626691"/>
                </a:lnTo>
                <a:lnTo>
                  <a:pt x="28486" y="626691"/>
                </a:lnTo>
                <a:lnTo>
                  <a:pt x="37982" y="626691"/>
                </a:lnTo>
                <a:lnTo>
                  <a:pt x="47477" y="626691"/>
                </a:lnTo>
                <a:lnTo>
                  <a:pt x="56972" y="626691"/>
                </a:lnTo>
                <a:lnTo>
                  <a:pt x="66468" y="626691"/>
                </a:lnTo>
                <a:lnTo>
                  <a:pt x="75963" y="626691"/>
                </a:lnTo>
                <a:lnTo>
                  <a:pt x="85458" y="626691"/>
                </a:lnTo>
                <a:lnTo>
                  <a:pt x="94954" y="0"/>
                </a:lnTo>
                <a:lnTo>
                  <a:pt x="104449" y="607701"/>
                </a:lnTo>
                <a:lnTo>
                  <a:pt x="113944" y="617196"/>
                </a:lnTo>
                <a:lnTo>
                  <a:pt x="123440" y="617196"/>
                </a:lnTo>
                <a:lnTo>
                  <a:pt x="132935" y="626691"/>
                </a:lnTo>
                <a:lnTo>
                  <a:pt x="142430" y="626691"/>
                </a:lnTo>
                <a:lnTo>
                  <a:pt x="151926" y="626691"/>
                </a:lnTo>
                <a:lnTo>
                  <a:pt x="161421" y="626691"/>
                </a:lnTo>
                <a:lnTo>
                  <a:pt x="170916" y="626691"/>
                </a:lnTo>
                <a:lnTo>
                  <a:pt x="180412" y="626691"/>
                </a:lnTo>
                <a:lnTo>
                  <a:pt x="189907" y="626691"/>
                </a:lnTo>
                <a:lnTo>
                  <a:pt x="199402" y="626691"/>
                </a:lnTo>
                <a:lnTo>
                  <a:pt x="208898" y="626691"/>
                </a:lnTo>
                <a:lnTo>
                  <a:pt x="218393" y="626691"/>
                </a:lnTo>
                <a:lnTo>
                  <a:pt x="227888" y="626691"/>
                </a:lnTo>
                <a:lnTo>
                  <a:pt x="237383" y="626691"/>
                </a:lnTo>
                <a:lnTo>
                  <a:pt x="246879" y="626691"/>
                </a:lnTo>
                <a:lnTo>
                  <a:pt x="256374" y="626691"/>
                </a:lnTo>
                <a:lnTo>
                  <a:pt x="265870" y="626691"/>
                </a:lnTo>
                <a:lnTo>
                  <a:pt x="275365" y="626691"/>
                </a:lnTo>
                <a:lnTo>
                  <a:pt x="284860" y="626691"/>
                </a:lnTo>
                <a:lnTo>
                  <a:pt x="294355" y="626691"/>
                </a:lnTo>
                <a:lnTo>
                  <a:pt x="303851" y="626691"/>
                </a:lnTo>
                <a:lnTo>
                  <a:pt x="313346" y="626691"/>
                </a:lnTo>
                <a:lnTo>
                  <a:pt x="322841" y="626691"/>
                </a:lnTo>
                <a:lnTo>
                  <a:pt x="332337" y="626691"/>
                </a:lnTo>
                <a:lnTo>
                  <a:pt x="341832" y="626691"/>
                </a:lnTo>
                <a:lnTo>
                  <a:pt x="351327" y="626691"/>
                </a:lnTo>
                <a:lnTo>
                  <a:pt x="360823" y="626691"/>
                </a:lnTo>
                <a:lnTo>
                  <a:pt x="370318" y="626691"/>
                </a:lnTo>
                <a:lnTo>
                  <a:pt x="379813" y="626691"/>
                </a:lnTo>
                <a:lnTo>
                  <a:pt x="389309" y="626691"/>
                </a:lnTo>
                <a:lnTo>
                  <a:pt x="398804" y="626691"/>
                </a:lnTo>
                <a:lnTo>
                  <a:pt x="408299" y="626691"/>
                </a:lnTo>
                <a:lnTo>
                  <a:pt x="417795" y="626691"/>
                </a:lnTo>
                <a:lnTo>
                  <a:pt x="427290" y="626691"/>
                </a:lnTo>
                <a:lnTo>
                  <a:pt x="436785" y="626691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26691"/>
                </a:lnTo>
                <a:lnTo>
                  <a:pt x="522243" y="626691"/>
                </a:lnTo>
                <a:lnTo>
                  <a:pt x="531739" y="626691"/>
                </a:lnTo>
                <a:lnTo>
                  <a:pt x="541234" y="626691"/>
                </a:lnTo>
                <a:lnTo>
                  <a:pt x="550729" y="626691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626691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626691"/>
                </a:lnTo>
                <a:lnTo>
                  <a:pt x="636187" y="626691"/>
                </a:lnTo>
                <a:lnTo>
                  <a:pt x="645683" y="626691"/>
                </a:lnTo>
                <a:lnTo>
                  <a:pt x="655178" y="626691"/>
                </a:lnTo>
                <a:lnTo>
                  <a:pt x="664673" y="626691"/>
                </a:lnTo>
                <a:lnTo>
                  <a:pt x="674169" y="626691"/>
                </a:lnTo>
                <a:lnTo>
                  <a:pt x="683664" y="626691"/>
                </a:lnTo>
                <a:lnTo>
                  <a:pt x="693159" y="626691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26691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26691"/>
                </a:lnTo>
                <a:lnTo>
                  <a:pt x="769122" y="626691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341832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626691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237383"/>
                </a:lnTo>
                <a:lnTo>
                  <a:pt x="1262879" y="626691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2669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07701"/>
                </a:lnTo>
                <a:lnTo>
                  <a:pt x="1357832" y="588710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26691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07701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07701"/>
                </a:lnTo>
                <a:lnTo>
                  <a:pt x="1547739" y="56972"/>
                </a:lnTo>
                <a:lnTo>
                  <a:pt x="1557234" y="60770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26691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17196"/>
                </a:lnTo>
                <a:lnTo>
                  <a:pt x="1642692" y="227888"/>
                </a:lnTo>
                <a:lnTo>
                  <a:pt x="1652187" y="626691"/>
                </a:lnTo>
                <a:lnTo>
                  <a:pt x="1661683" y="617196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2669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17196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2669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17196"/>
                </a:lnTo>
                <a:lnTo>
                  <a:pt x="1842094" y="62669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626691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26691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626691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26691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626691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2669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626691"/>
                </a:lnTo>
                <a:lnTo>
                  <a:pt x="2231402" y="626691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398804"/>
                </a:lnTo>
                <a:lnTo>
                  <a:pt x="2326355" y="579215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07701"/>
                </a:lnTo>
                <a:lnTo>
                  <a:pt x="2421309" y="189906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256374"/>
                </a:lnTo>
                <a:lnTo>
                  <a:pt x="2525758" y="617196"/>
                </a:lnTo>
                <a:lnTo>
                  <a:pt x="2535253" y="617196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598205"/>
                </a:lnTo>
                <a:lnTo>
                  <a:pt x="2620711" y="617196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2669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598205"/>
                </a:lnTo>
                <a:lnTo>
                  <a:pt x="2715664" y="626691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26691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17196"/>
                </a:lnTo>
                <a:lnTo>
                  <a:pt x="2810617" y="626691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26691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17196"/>
                </a:lnTo>
                <a:lnTo>
                  <a:pt x="2905570" y="626691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17196"/>
                </a:lnTo>
                <a:lnTo>
                  <a:pt x="3000524" y="617196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2669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17196"/>
                </a:lnTo>
                <a:lnTo>
                  <a:pt x="3095477" y="588710"/>
                </a:lnTo>
                <a:lnTo>
                  <a:pt x="3104972" y="62669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17196"/>
                </a:lnTo>
                <a:lnTo>
                  <a:pt x="3199926" y="626691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26691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2669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17196"/>
                </a:lnTo>
                <a:lnTo>
                  <a:pt x="3389832" y="626691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26691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560224"/>
                </a:lnTo>
                <a:lnTo>
                  <a:pt x="3494281" y="626691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579215"/>
                </a:lnTo>
                <a:lnTo>
                  <a:pt x="3589234" y="62669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588710"/>
                </a:lnTo>
                <a:lnTo>
                  <a:pt x="3684187" y="607701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617196"/>
                </a:lnTo>
                <a:lnTo>
                  <a:pt x="3779141" y="588710"/>
                </a:lnTo>
                <a:lnTo>
                  <a:pt x="3788636" y="626691"/>
                </a:lnTo>
                <a:lnTo>
                  <a:pt x="3798131" y="626691"/>
                </a:lnTo>
                <a:lnTo>
                  <a:pt x="3807627" y="626691"/>
                </a:lnTo>
                <a:lnTo>
                  <a:pt x="3817122" y="626691"/>
                </a:lnTo>
                <a:lnTo>
                  <a:pt x="3826617" y="626691"/>
                </a:lnTo>
                <a:lnTo>
                  <a:pt x="3836112" y="626691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17196"/>
                </a:lnTo>
                <a:lnTo>
                  <a:pt x="3874094" y="579215"/>
                </a:lnTo>
                <a:lnTo>
                  <a:pt x="3883589" y="626691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26691"/>
                </a:lnTo>
                <a:lnTo>
                  <a:pt x="3931066" y="626691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417794"/>
                </a:lnTo>
                <a:lnTo>
                  <a:pt x="3978543" y="617196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626691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484262"/>
                </a:lnTo>
                <a:lnTo>
                  <a:pt x="4073496" y="617196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626691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569720"/>
                </a:lnTo>
                <a:lnTo>
                  <a:pt x="4168449" y="560224"/>
                </a:lnTo>
                <a:lnTo>
                  <a:pt x="4177944" y="626691"/>
                </a:lnTo>
                <a:lnTo>
                  <a:pt x="4187440" y="626691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626691"/>
                </a:lnTo>
                <a:lnTo>
                  <a:pt x="4225421" y="626691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617196"/>
                </a:lnTo>
                <a:lnTo>
                  <a:pt x="4272898" y="626691"/>
                </a:lnTo>
                <a:lnTo>
                  <a:pt x="4282393" y="626691"/>
                </a:lnTo>
                <a:lnTo>
                  <a:pt x="4291888" y="626691"/>
                </a:lnTo>
                <a:lnTo>
                  <a:pt x="4301384" y="626691"/>
                </a:lnTo>
                <a:lnTo>
                  <a:pt x="4310879" y="626691"/>
                </a:lnTo>
                <a:lnTo>
                  <a:pt x="4320374" y="626691"/>
                </a:lnTo>
                <a:lnTo>
                  <a:pt x="4329870" y="626691"/>
                </a:lnTo>
                <a:lnTo>
                  <a:pt x="4339365" y="626691"/>
                </a:lnTo>
                <a:lnTo>
                  <a:pt x="4348860" y="617196"/>
                </a:lnTo>
                <a:lnTo>
                  <a:pt x="4358356" y="569720"/>
                </a:lnTo>
                <a:lnTo>
                  <a:pt x="4367851" y="626691"/>
                </a:lnTo>
                <a:lnTo>
                  <a:pt x="4377346" y="626691"/>
                </a:lnTo>
                <a:lnTo>
                  <a:pt x="4386842" y="626691"/>
                </a:lnTo>
                <a:lnTo>
                  <a:pt x="4396337" y="626691"/>
                </a:lnTo>
                <a:lnTo>
                  <a:pt x="4405832" y="626691"/>
                </a:lnTo>
                <a:lnTo>
                  <a:pt x="4415327" y="626691"/>
                </a:lnTo>
                <a:lnTo>
                  <a:pt x="4424823" y="626691"/>
                </a:lnTo>
                <a:lnTo>
                  <a:pt x="4434318" y="626691"/>
                </a:lnTo>
                <a:lnTo>
                  <a:pt x="4443813" y="626691"/>
                </a:lnTo>
                <a:lnTo>
                  <a:pt x="4453309" y="598205"/>
                </a:lnTo>
                <a:lnTo>
                  <a:pt x="4462804" y="626691"/>
                </a:lnTo>
                <a:lnTo>
                  <a:pt x="4472300" y="626691"/>
                </a:lnTo>
                <a:lnTo>
                  <a:pt x="4481795" y="626691"/>
                </a:lnTo>
                <a:lnTo>
                  <a:pt x="4491290" y="626691"/>
                </a:lnTo>
                <a:lnTo>
                  <a:pt x="4500785" y="626691"/>
                </a:lnTo>
                <a:lnTo>
                  <a:pt x="4510281" y="626691"/>
                </a:lnTo>
                <a:lnTo>
                  <a:pt x="4519776" y="626691"/>
                </a:lnTo>
                <a:lnTo>
                  <a:pt x="4529271" y="626691"/>
                </a:lnTo>
                <a:lnTo>
                  <a:pt x="4538767" y="626691"/>
                </a:lnTo>
                <a:lnTo>
                  <a:pt x="4548262" y="617196"/>
                </a:lnTo>
                <a:lnTo>
                  <a:pt x="4557758" y="626691"/>
                </a:lnTo>
                <a:lnTo>
                  <a:pt x="4567253" y="626691"/>
                </a:lnTo>
                <a:lnTo>
                  <a:pt x="4576748" y="626691"/>
                </a:lnTo>
                <a:lnTo>
                  <a:pt x="4586243" y="626691"/>
                </a:lnTo>
                <a:lnTo>
                  <a:pt x="4595739" y="626691"/>
                </a:lnTo>
                <a:lnTo>
                  <a:pt x="4605234" y="626691"/>
                </a:lnTo>
                <a:lnTo>
                  <a:pt x="4614729" y="626691"/>
                </a:lnTo>
                <a:lnTo>
                  <a:pt x="4624225" y="626691"/>
                </a:lnTo>
                <a:lnTo>
                  <a:pt x="4633720" y="626691"/>
                </a:lnTo>
                <a:lnTo>
                  <a:pt x="4643216" y="579215"/>
                </a:lnTo>
                <a:lnTo>
                  <a:pt x="4652711" y="617196"/>
                </a:lnTo>
                <a:lnTo>
                  <a:pt x="4662206" y="626691"/>
                </a:lnTo>
                <a:lnTo>
                  <a:pt x="4671701" y="626691"/>
                </a:lnTo>
                <a:lnTo>
                  <a:pt x="4681197" y="626691"/>
                </a:lnTo>
                <a:lnTo>
                  <a:pt x="4690692" y="626691"/>
                </a:lnTo>
                <a:lnTo>
                  <a:pt x="4700187" y="626691"/>
                </a:lnTo>
                <a:lnTo>
                  <a:pt x="4709683" y="626691"/>
                </a:lnTo>
                <a:lnTo>
                  <a:pt x="4719178" y="626691"/>
                </a:lnTo>
                <a:lnTo>
                  <a:pt x="4728673" y="626691"/>
                </a:lnTo>
                <a:lnTo>
                  <a:pt x="4738169" y="579215"/>
                </a:lnTo>
                <a:lnTo>
                  <a:pt x="4747664" y="465271"/>
                </a:lnTo>
                <a:lnTo>
                  <a:pt x="4757159" y="617196"/>
                </a:lnTo>
                <a:lnTo>
                  <a:pt x="4766654" y="626691"/>
                </a:lnTo>
                <a:lnTo>
                  <a:pt x="4776150" y="626691"/>
                </a:lnTo>
                <a:lnTo>
                  <a:pt x="4785645" y="626691"/>
                </a:lnTo>
                <a:lnTo>
                  <a:pt x="4795141" y="626691"/>
                </a:lnTo>
                <a:lnTo>
                  <a:pt x="4804636" y="626691"/>
                </a:lnTo>
                <a:lnTo>
                  <a:pt x="4814131" y="626691"/>
                </a:lnTo>
                <a:lnTo>
                  <a:pt x="4823627" y="626691"/>
                </a:lnTo>
                <a:lnTo>
                  <a:pt x="4833122" y="626691"/>
                </a:lnTo>
                <a:lnTo>
                  <a:pt x="4842617" y="531738"/>
                </a:lnTo>
                <a:lnTo>
                  <a:pt x="4852112" y="617196"/>
                </a:lnTo>
                <a:lnTo>
                  <a:pt x="4861608" y="626691"/>
                </a:lnTo>
                <a:lnTo>
                  <a:pt x="4871103" y="626691"/>
                </a:lnTo>
                <a:lnTo>
                  <a:pt x="4880599" y="626691"/>
                </a:lnTo>
                <a:lnTo>
                  <a:pt x="4890094" y="626691"/>
                </a:lnTo>
                <a:lnTo>
                  <a:pt x="4899589" y="626691"/>
                </a:lnTo>
                <a:lnTo>
                  <a:pt x="4909085" y="626691"/>
                </a:lnTo>
                <a:lnTo>
                  <a:pt x="4918580" y="626691"/>
                </a:lnTo>
                <a:lnTo>
                  <a:pt x="4928075" y="626691"/>
                </a:lnTo>
                <a:lnTo>
                  <a:pt x="4937570" y="598205"/>
                </a:lnTo>
                <a:lnTo>
                  <a:pt x="4947066" y="617196"/>
                </a:lnTo>
                <a:lnTo>
                  <a:pt x="4956561" y="626691"/>
                </a:lnTo>
                <a:lnTo>
                  <a:pt x="4966057" y="626691"/>
                </a:lnTo>
                <a:lnTo>
                  <a:pt x="4975552" y="626691"/>
                </a:lnTo>
                <a:lnTo>
                  <a:pt x="4985047" y="626691"/>
                </a:lnTo>
                <a:lnTo>
                  <a:pt x="4994543" y="626691"/>
                </a:lnTo>
                <a:lnTo>
                  <a:pt x="5004038" y="626691"/>
                </a:lnTo>
                <a:lnTo>
                  <a:pt x="5013533" y="626691"/>
                </a:lnTo>
                <a:lnTo>
                  <a:pt x="5023028" y="626691"/>
                </a:lnTo>
                <a:lnTo>
                  <a:pt x="5032524" y="617196"/>
                </a:lnTo>
                <a:lnTo>
                  <a:pt x="5042019" y="626691"/>
                </a:lnTo>
                <a:lnTo>
                  <a:pt x="5051514" y="626691"/>
                </a:lnTo>
                <a:lnTo>
                  <a:pt x="5061010" y="626691"/>
                </a:lnTo>
                <a:lnTo>
                  <a:pt x="5070505" y="626691"/>
                </a:lnTo>
                <a:lnTo>
                  <a:pt x="5080000" y="626691"/>
                </a:lnTo>
                <a:lnTo>
                  <a:pt x="5089496" y="626691"/>
                </a:lnTo>
                <a:lnTo>
                  <a:pt x="5098991" y="626691"/>
                </a:lnTo>
                <a:lnTo>
                  <a:pt x="5108487" y="626691"/>
                </a:lnTo>
                <a:lnTo>
                  <a:pt x="5117981" y="626691"/>
                </a:lnTo>
                <a:lnTo>
                  <a:pt x="5127477" y="607701"/>
                </a:lnTo>
                <a:lnTo>
                  <a:pt x="5136973" y="617196"/>
                </a:lnTo>
                <a:lnTo>
                  <a:pt x="5146468" y="626691"/>
                </a:lnTo>
                <a:lnTo>
                  <a:pt x="5155963" y="626691"/>
                </a:lnTo>
                <a:lnTo>
                  <a:pt x="5165458" y="626691"/>
                </a:lnTo>
                <a:lnTo>
                  <a:pt x="5174954" y="626691"/>
                </a:lnTo>
                <a:lnTo>
                  <a:pt x="5184449" y="626691"/>
                </a:lnTo>
                <a:lnTo>
                  <a:pt x="5193944" y="626691"/>
                </a:lnTo>
                <a:lnTo>
                  <a:pt x="5203440" y="626691"/>
                </a:lnTo>
                <a:lnTo>
                  <a:pt x="5212935" y="626691"/>
                </a:lnTo>
                <a:lnTo>
                  <a:pt x="5222430" y="626691"/>
                </a:lnTo>
                <a:lnTo>
                  <a:pt x="5231926" y="617196"/>
                </a:lnTo>
                <a:lnTo>
                  <a:pt x="5241421" y="626691"/>
                </a:lnTo>
                <a:lnTo>
                  <a:pt x="5250916" y="626691"/>
                </a:lnTo>
                <a:lnTo>
                  <a:pt x="5260412" y="626691"/>
                </a:lnTo>
                <a:lnTo>
                  <a:pt x="5269907" y="626691"/>
                </a:lnTo>
                <a:lnTo>
                  <a:pt x="5279403" y="626691"/>
                </a:lnTo>
                <a:lnTo>
                  <a:pt x="5288897" y="626691"/>
                </a:lnTo>
                <a:lnTo>
                  <a:pt x="5298393" y="626691"/>
                </a:lnTo>
                <a:lnTo>
                  <a:pt x="5307889" y="626691"/>
                </a:lnTo>
                <a:lnTo>
                  <a:pt x="5317383" y="626691"/>
                </a:lnTo>
                <a:lnTo>
                  <a:pt x="5326879" y="617196"/>
                </a:lnTo>
                <a:lnTo>
                  <a:pt x="5336374" y="626691"/>
                </a:lnTo>
                <a:lnTo>
                  <a:pt x="5345870" y="626691"/>
                </a:lnTo>
                <a:lnTo>
                  <a:pt x="5355365" y="626691"/>
                </a:lnTo>
                <a:lnTo>
                  <a:pt x="5364860" y="626691"/>
                </a:lnTo>
                <a:lnTo>
                  <a:pt x="5374356" y="626691"/>
                </a:lnTo>
                <a:lnTo>
                  <a:pt x="5383851" y="626691"/>
                </a:lnTo>
                <a:lnTo>
                  <a:pt x="5393346" y="626691"/>
                </a:lnTo>
                <a:lnTo>
                  <a:pt x="5402842" y="626691"/>
                </a:lnTo>
                <a:lnTo>
                  <a:pt x="5412337" y="626691"/>
                </a:lnTo>
                <a:lnTo>
                  <a:pt x="5421832" y="626691"/>
                </a:lnTo>
                <a:lnTo>
                  <a:pt x="5431327" y="626691"/>
                </a:lnTo>
                <a:lnTo>
                  <a:pt x="5440823" y="626691"/>
                </a:lnTo>
                <a:lnTo>
                  <a:pt x="5450319" y="626691"/>
                </a:lnTo>
                <a:lnTo>
                  <a:pt x="5459813" y="626691"/>
                </a:lnTo>
                <a:lnTo>
                  <a:pt x="5469309" y="626691"/>
                </a:lnTo>
                <a:lnTo>
                  <a:pt x="5478804" y="626691"/>
                </a:lnTo>
                <a:lnTo>
                  <a:pt x="5488299" y="626691"/>
                </a:lnTo>
                <a:lnTo>
                  <a:pt x="5497795" y="626691"/>
                </a:lnTo>
                <a:lnTo>
                  <a:pt x="5507290" y="626691"/>
                </a:lnTo>
                <a:lnTo>
                  <a:pt x="5516786" y="607701"/>
                </a:lnTo>
                <a:lnTo>
                  <a:pt x="5526281" y="607701"/>
                </a:lnTo>
                <a:lnTo>
                  <a:pt x="5535776" y="626691"/>
                </a:lnTo>
                <a:lnTo>
                  <a:pt x="5545272" y="626691"/>
                </a:lnTo>
                <a:lnTo>
                  <a:pt x="5554766" y="626691"/>
                </a:lnTo>
                <a:lnTo>
                  <a:pt x="5564262" y="626691"/>
                </a:lnTo>
                <a:lnTo>
                  <a:pt x="5573758" y="626691"/>
                </a:lnTo>
                <a:lnTo>
                  <a:pt x="5583253" y="626691"/>
                </a:lnTo>
                <a:lnTo>
                  <a:pt x="5592748" y="626691"/>
                </a:lnTo>
                <a:lnTo>
                  <a:pt x="5602243" y="626691"/>
                </a:lnTo>
                <a:lnTo>
                  <a:pt x="5611739" y="607701"/>
                </a:lnTo>
                <a:lnTo>
                  <a:pt x="5621234" y="617196"/>
                </a:lnTo>
                <a:lnTo>
                  <a:pt x="5630729" y="626691"/>
                </a:lnTo>
                <a:lnTo>
                  <a:pt x="5640225" y="626691"/>
                </a:lnTo>
                <a:lnTo>
                  <a:pt x="5649720" y="626691"/>
                </a:lnTo>
                <a:lnTo>
                  <a:pt x="5659215" y="626691"/>
                </a:lnTo>
                <a:lnTo>
                  <a:pt x="5668711" y="626691"/>
                </a:lnTo>
                <a:lnTo>
                  <a:pt x="5678206" y="626691"/>
                </a:lnTo>
                <a:lnTo>
                  <a:pt x="5687702" y="626691"/>
                </a:lnTo>
                <a:lnTo>
                  <a:pt x="5697197" y="626691"/>
                </a:lnTo>
                <a:lnTo>
                  <a:pt x="5706692" y="617196"/>
                </a:lnTo>
                <a:lnTo>
                  <a:pt x="5716188" y="550729"/>
                </a:lnTo>
                <a:lnTo>
                  <a:pt x="5725682" y="626691"/>
                </a:lnTo>
                <a:lnTo>
                  <a:pt x="5735178" y="626691"/>
                </a:lnTo>
                <a:lnTo>
                  <a:pt x="5744673" y="626691"/>
                </a:lnTo>
                <a:lnTo>
                  <a:pt x="5754169" y="626691"/>
                </a:lnTo>
                <a:lnTo>
                  <a:pt x="5763664" y="626691"/>
                </a:lnTo>
                <a:lnTo>
                  <a:pt x="5773159" y="626691"/>
                </a:lnTo>
                <a:lnTo>
                  <a:pt x="5782655" y="626691"/>
                </a:lnTo>
                <a:lnTo>
                  <a:pt x="5792150" y="626691"/>
                </a:lnTo>
                <a:lnTo>
                  <a:pt x="5801645" y="569720"/>
                </a:lnTo>
                <a:lnTo>
                  <a:pt x="5811141" y="588710"/>
                </a:lnTo>
                <a:lnTo>
                  <a:pt x="5820636" y="626691"/>
                </a:lnTo>
                <a:lnTo>
                  <a:pt x="5830131" y="626691"/>
                </a:lnTo>
                <a:lnTo>
                  <a:pt x="5839627" y="626691"/>
                </a:lnTo>
                <a:lnTo>
                  <a:pt x="5849122" y="626691"/>
                </a:lnTo>
                <a:lnTo>
                  <a:pt x="5858618" y="626691"/>
                </a:lnTo>
                <a:lnTo>
                  <a:pt x="5868112" y="626691"/>
                </a:lnTo>
                <a:lnTo>
                  <a:pt x="5877608" y="626691"/>
                </a:lnTo>
                <a:lnTo>
                  <a:pt x="5887104" y="626691"/>
                </a:lnTo>
                <a:lnTo>
                  <a:pt x="5896598" y="617196"/>
                </a:lnTo>
                <a:lnTo>
                  <a:pt x="5906094" y="579215"/>
                </a:lnTo>
                <a:lnTo>
                  <a:pt x="5915589" y="626691"/>
                </a:lnTo>
                <a:lnTo>
                  <a:pt x="5925085" y="626691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626691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588710"/>
                </a:lnTo>
                <a:lnTo>
                  <a:pt x="6010543" y="617196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26691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579215"/>
                </a:lnTo>
                <a:lnTo>
                  <a:pt x="6105496" y="598205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26691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17196"/>
                </a:lnTo>
                <a:lnTo>
                  <a:pt x="6200449" y="598205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17196"/>
                </a:lnTo>
                <a:lnTo>
                  <a:pt x="6295403" y="550729"/>
                </a:lnTo>
                <a:lnTo>
                  <a:pt x="6304897" y="617196"/>
                </a:lnTo>
                <a:lnTo>
                  <a:pt x="6314393" y="62669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26691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588710"/>
                </a:lnTo>
                <a:lnTo>
                  <a:pt x="6399851" y="617196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598205"/>
                </a:lnTo>
                <a:lnTo>
                  <a:pt x="6494804" y="607701"/>
                </a:lnTo>
                <a:lnTo>
                  <a:pt x="6504299" y="62669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26691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17196"/>
                </a:lnTo>
                <a:lnTo>
                  <a:pt x="6589758" y="617196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26691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17196"/>
                </a:lnTo>
                <a:lnTo>
                  <a:pt x="6684711" y="569720"/>
                </a:lnTo>
                <a:lnTo>
                  <a:pt x="6694206" y="617196"/>
                </a:lnTo>
                <a:lnTo>
                  <a:pt x="6703702" y="626691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17196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26691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579215"/>
                </a:lnTo>
                <a:lnTo>
                  <a:pt x="6884112" y="617196"/>
                </a:lnTo>
                <a:lnTo>
                  <a:pt x="6893608" y="626691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07701"/>
                </a:lnTo>
                <a:lnTo>
                  <a:pt x="6979066" y="617196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579215"/>
                </a:lnTo>
                <a:lnTo>
                  <a:pt x="7074019" y="569720"/>
                </a:lnTo>
                <a:lnTo>
                  <a:pt x="7083514" y="617196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17196"/>
                </a:lnTo>
                <a:lnTo>
                  <a:pt x="7168973" y="598205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579215"/>
                </a:lnTo>
                <a:lnTo>
                  <a:pt x="7273421" y="617196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598205"/>
                </a:lnTo>
                <a:lnTo>
                  <a:pt x="7358879" y="588710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588710"/>
                </a:lnTo>
                <a:lnTo>
                  <a:pt x="7463327" y="617196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17196"/>
                </a:lnTo>
                <a:lnTo>
                  <a:pt x="7558281" y="617196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598205"/>
                </a:lnTo>
                <a:lnTo>
                  <a:pt x="7653234" y="607701"/>
                </a:lnTo>
                <a:lnTo>
                  <a:pt x="7662729" y="626691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17196"/>
                </a:lnTo>
                <a:lnTo>
                  <a:pt x="7757682" y="626691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17196"/>
                </a:lnTo>
                <a:lnTo>
                  <a:pt x="7852636" y="617196"/>
                </a:lnTo>
                <a:lnTo>
                  <a:pt x="7862131" y="626691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17196"/>
                </a:lnTo>
                <a:lnTo>
                  <a:pt x="7947589" y="626691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17196"/>
                </a:lnTo>
                <a:lnTo>
                  <a:pt x="8042543" y="607701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17196"/>
                </a:lnTo>
                <a:lnTo>
                  <a:pt x="8137496" y="617196"/>
                </a:lnTo>
                <a:lnTo>
                  <a:pt x="8146991" y="626691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598205"/>
                </a:lnTo>
                <a:lnTo>
                  <a:pt x="8241944" y="617196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07701"/>
                </a:lnTo>
                <a:lnTo>
                  <a:pt x="8336897" y="617196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07701"/>
                </a:lnTo>
                <a:lnTo>
                  <a:pt x="8431851" y="617196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17196"/>
                </a:lnTo>
                <a:lnTo>
                  <a:pt x="8526804" y="617196"/>
                </a:lnTo>
                <a:lnTo>
                  <a:pt x="8536300" y="626691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17196"/>
                </a:lnTo>
                <a:lnTo>
                  <a:pt x="8621758" y="607701"/>
                </a:lnTo>
                <a:lnTo>
                  <a:pt x="8631253" y="626691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07701"/>
                </a:lnTo>
                <a:lnTo>
                  <a:pt x="8726206" y="626691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07701"/>
                </a:lnTo>
                <a:lnTo>
                  <a:pt x="8811664" y="550729"/>
                </a:lnTo>
                <a:lnTo>
                  <a:pt x="8821159" y="617196"/>
                </a:lnTo>
                <a:lnTo>
                  <a:pt x="8830655" y="626691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17196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17196"/>
                </a:lnTo>
                <a:lnTo>
                  <a:pt x="9011066" y="607701"/>
                </a:lnTo>
                <a:lnTo>
                  <a:pt x="9020561" y="626691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26691"/>
                </a:lnTo>
                <a:lnTo>
                  <a:pt x="9115514" y="626691"/>
                </a:lnTo>
                <a:lnTo>
                  <a:pt x="9125010" y="626691"/>
                </a:lnTo>
                <a:lnTo>
                  <a:pt x="9134505" y="626691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26691"/>
                </a:lnTo>
                <a:lnTo>
                  <a:pt x="9191477" y="626691"/>
                </a:lnTo>
                <a:lnTo>
                  <a:pt x="9200973" y="607701"/>
                </a:lnTo>
                <a:lnTo>
                  <a:pt x="9210468" y="617196"/>
                </a:lnTo>
                <a:lnTo>
                  <a:pt x="9219963" y="626691"/>
                </a:lnTo>
                <a:lnTo>
                  <a:pt x="9229458" y="626691"/>
                </a:lnTo>
                <a:lnTo>
                  <a:pt x="9238954" y="626691"/>
                </a:lnTo>
                <a:lnTo>
                  <a:pt x="9248450" y="626691"/>
                </a:lnTo>
                <a:lnTo>
                  <a:pt x="9257944" y="626691"/>
                </a:lnTo>
                <a:lnTo>
                  <a:pt x="9267440" y="626691"/>
                </a:lnTo>
                <a:lnTo>
                  <a:pt x="9276935" y="626691"/>
                </a:lnTo>
                <a:lnTo>
                  <a:pt x="9286430" y="626691"/>
                </a:lnTo>
                <a:lnTo>
                  <a:pt x="9295926" y="617196"/>
                </a:lnTo>
                <a:lnTo>
                  <a:pt x="9305421" y="626691"/>
                </a:lnTo>
                <a:lnTo>
                  <a:pt x="9314917" y="626691"/>
                </a:lnTo>
                <a:lnTo>
                  <a:pt x="9324412" y="626691"/>
                </a:lnTo>
                <a:lnTo>
                  <a:pt x="9333907" y="626691"/>
                </a:lnTo>
                <a:lnTo>
                  <a:pt x="9343403" y="626691"/>
                </a:lnTo>
                <a:lnTo>
                  <a:pt x="9352897" y="626691"/>
                </a:lnTo>
                <a:lnTo>
                  <a:pt x="9362393" y="626691"/>
                </a:lnTo>
                <a:lnTo>
                  <a:pt x="9371889" y="626691"/>
                </a:lnTo>
                <a:lnTo>
                  <a:pt x="9381384" y="626691"/>
                </a:lnTo>
                <a:lnTo>
                  <a:pt x="9390879" y="598205"/>
                </a:lnTo>
                <a:lnTo>
                  <a:pt x="9400374" y="598205"/>
                </a:lnTo>
                <a:lnTo>
                  <a:pt x="9409870" y="626691"/>
                </a:lnTo>
                <a:lnTo>
                  <a:pt x="9419365" y="626691"/>
                </a:lnTo>
                <a:lnTo>
                  <a:pt x="9428860" y="626691"/>
                </a:lnTo>
                <a:lnTo>
                  <a:pt x="9438356" y="626691"/>
                </a:lnTo>
                <a:lnTo>
                  <a:pt x="9447851" y="626691"/>
                </a:lnTo>
                <a:lnTo>
                  <a:pt x="9457346" y="626691"/>
                </a:lnTo>
                <a:lnTo>
                  <a:pt x="9466842" y="626691"/>
                </a:lnTo>
                <a:lnTo>
                  <a:pt x="9476337" y="626691"/>
                </a:lnTo>
                <a:lnTo>
                  <a:pt x="9485833" y="617196"/>
                </a:lnTo>
                <a:lnTo>
                  <a:pt x="9495327" y="617196"/>
                </a:lnTo>
                <a:lnTo>
                  <a:pt x="9504823" y="626691"/>
                </a:lnTo>
                <a:lnTo>
                  <a:pt x="9514319" y="626691"/>
                </a:lnTo>
                <a:lnTo>
                  <a:pt x="9523813" y="626691"/>
                </a:lnTo>
                <a:lnTo>
                  <a:pt x="9533309" y="626691"/>
                </a:lnTo>
                <a:lnTo>
                  <a:pt x="9542804" y="626691"/>
                </a:lnTo>
                <a:lnTo>
                  <a:pt x="9552300" y="626691"/>
                </a:lnTo>
                <a:lnTo>
                  <a:pt x="9561795" y="626691"/>
                </a:lnTo>
                <a:lnTo>
                  <a:pt x="9571290" y="626691"/>
                </a:lnTo>
                <a:lnTo>
                  <a:pt x="9580786" y="626691"/>
                </a:lnTo>
                <a:lnTo>
                  <a:pt x="9590281" y="607701"/>
                </a:lnTo>
                <a:lnTo>
                  <a:pt x="9599776" y="626691"/>
                </a:lnTo>
                <a:lnTo>
                  <a:pt x="9609272" y="626691"/>
                </a:lnTo>
                <a:lnTo>
                  <a:pt x="9618767" y="626691"/>
                </a:lnTo>
                <a:lnTo>
                  <a:pt x="9628262" y="626691"/>
                </a:lnTo>
                <a:lnTo>
                  <a:pt x="9637758" y="626691"/>
                </a:lnTo>
                <a:lnTo>
                  <a:pt x="9647253" y="626691"/>
                </a:lnTo>
                <a:lnTo>
                  <a:pt x="9656748" y="626691"/>
                </a:lnTo>
                <a:lnTo>
                  <a:pt x="9666243" y="626691"/>
                </a:lnTo>
                <a:lnTo>
                  <a:pt x="9675739" y="626691"/>
                </a:lnTo>
                <a:lnTo>
                  <a:pt x="9685234" y="617196"/>
                </a:lnTo>
                <a:lnTo>
                  <a:pt x="9694729" y="626691"/>
                </a:lnTo>
              </a:path>
            </a:pathLst>
          </a:custGeom>
          <a:noFill/>
          <a:ln w="12700" cap="flat" cmpd="sng" algn="ctr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044F8A-3721-1D35-E1C1-E10156E5C5CA}"/>
              </a:ext>
            </a:extLst>
          </p:cNvPr>
          <p:cNvSpPr txBox="1"/>
          <p:nvPr/>
        </p:nvSpPr>
        <p:spPr>
          <a:xfrm>
            <a:off x="1488803" y="1598627"/>
            <a:ext cx="307777" cy="129523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15D1575-4C38-0C25-B632-CE83FF056615}"/>
              </a:ext>
            </a:extLst>
          </p:cNvPr>
          <p:cNvSpPr txBox="1"/>
          <p:nvPr/>
        </p:nvSpPr>
        <p:spPr>
          <a:xfrm>
            <a:off x="2941588" y="1597890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8AA51EA-456B-2242-7C66-83768F0A1A28}"/>
              </a:ext>
            </a:extLst>
          </p:cNvPr>
          <p:cNvSpPr txBox="1"/>
          <p:nvPr/>
        </p:nvSpPr>
        <p:spPr>
          <a:xfrm>
            <a:off x="3815158" y="1730825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9860AFA-5F19-3108-6DD6-869069E995F5}"/>
              </a:ext>
            </a:extLst>
          </p:cNvPr>
          <p:cNvSpPr txBox="1"/>
          <p:nvPr/>
        </p:nvSpPr>
        <p:spPr>
          <a:xfrm>
            <a:off x="3036541" y="1768806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A409811-DEE7-5C72-521E-FE1FDBBBC57E}"/>
              </a:ext>
            </a:extLst>
          </p:cNvPr>
          <p:cNvSpPr txBox="1"/>
          <p:nvPr/>
        </p:nvSpPr>
        <p:spPr>
          <a:xfrm>
            <a:off x="2656728" y="1778302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196CBDA-20C1-E23C-EAEC-C2F595D9A609}"/>
              </a:ext>
            </a:extLst>
          </p:cNvPr>
          <p:cNvSpPr txBox="1"/>
          <p:nvPr/>
        </p:nvSpPr>
        <p:spPr>
          <a:xfrm>
            <a:off x="3910111" y="1569405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8EE770F-F5B0-D35B-F304-FAB398957290}"/>
              </a:ext>
            </a:extLst>
          </p:cNvPr>
          <p:cNvSpPr txBox="1"/>
          <p:nvPr/>
        </p:nvSpPr>
        <p:spPr>
          <a:xfrm>
            <a:off x="2552280" y="1616881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B16D8CA-1D15-9EB4-90B9-298D3FA007CF}"/>
              </a:ext>
            </a:extLst>
          </p:cNvPr>
          <p:cNvSpPr txBox="1"/>
          <p:nvPr/>
        </p:nvSpPr>
        <p:spPr>
          <a:xfrm>
            <a:off x="3720205" y="1939722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EAD97A2-A511-1340-2506-598B4F7271F2}"/>
              </a:ext>
            </a:extLst>
          </p:cNvPr>
          <p:cNvSpPr txBox="1"/>
          <p:nvPr/>
        </p:nvSpPr>
        <p:spPr>
          <a:xfrm>
            <a:off x="5362897" y="1958713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41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AF3D226-429A-2A4B-AF27-40BB22B04DA5}"/>
              </a:ext>
            </a:extLst>
          </p:cNvPr>
          <p:cNvSpPr txBox="1"/>
          <p:nvPr/>
        </p:nvSpPr>
        <p:spPr>
          <a:xfrm>
            <a:off x="6141514" y="2006190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49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817E5D7-D3C8-2288-9011-F402FD1BE8BA}"/>
              </a:ext>
            </a:extLst>
          </p:cNvPr>
          <p:cNvSpPr txBox="1"/>
          <p:nvPr/>
        </p:nvSpPr>
        <p:spPr>
          <a:xfrm>
            <a:off x="5467345" y="1797292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42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0461A39-EA97-56DC-2A57-9CB6651E7C08}"/>
              </a:ext>
            </a:extLst>
          </p:cNvPr>
          <p:cNvSpPr txBox="1"/>
          <p:nvPr/>
        </p:nvSpPr>
        <p:spPr>
          <a:xfrm>
            <a:off x="6236467" y="1844769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50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32A1979-B9A9-F98B-DE0F-39A48B0A3C41}"/>
              </a:ext>
            </a:extLst>
          </p:cNvPr>
          <p:cNvSpPr txBox="1"/>
          <p:nvPr/>
        </p:nvSpPr>
        <p:spPr>
          <a:xfrm>
            <a:off x="1452785" y="1506730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*3 Sep 25-1-0.1-C-20 um-400-negative-after puttering 30 se-003.tdc - Ions 400µm 81286519 cts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2D63BC2-194F-FC3E-9B84-B15A00588496}"/>
              </a:ext>
            </a:extLst>
          </p:cNvPr>
          <p:cNvSpPr txBox="1"/>
          <p:nvPr/>
        </p:nvSpPr>
        <p:spPr>
          <a:xfrm>
            <a:off x="1296708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79.80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1D6C2CC-4C9B-CE82-285E-BCCE770D8A74}"/>
              </a:ext>
            </a:extLst>
          </p:cNvPr>
          <p:cNvSpPr txBox="1"/>
          <p:nvPr/>
        </p:nvSpPr>
        <p:spPr>
          <a:xfrm>
            <a:off x="3718016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79.85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CADA523-B66E-C263-A736-DC23F7BF4367}"/>
              </a:ext>
            </a:extLst>
          </p:cNvPr>
          <p:cNvSpPr txBox="1"/>
          <p:nvPr/>
        </p:nvSpPr>
        <p:spPr>
          <a:xfrm>
            <a:off x="6148820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79.90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957FC55-1209-C634-3444-98B477D08275}"/>
              </a:ext>
            </a:extLst>
          </p:cNvPr>
          <p:cNvSpPr txBox="1"/>
          <p:nvPr/>
        </p:nvSpPr>
        <p:spPr>
          <a:xfrm>
            <a:off x="8570129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79.95</a:t>
            </a: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51014CAB-C24C-819C-4183-9503C6C5A350}"/>
              </a:ext>
            </a:extLst>
          </p:cNvPr>
          <p:cNvSpPr/>
          <p:nvPr/>
        </p:nvSpPr>
        <p:spPr bwMode="auto">
          <a:xfrm>
            <a:off x="1547738" y="3760150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6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2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6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52112" y="0"/>
                </a:lnTo>
                <a:lnTo>
                  <a:pt x="4852112" y="75962"/>
                </a:lnTo>
                <a:lnTo>
                  <a:pt x="4852112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6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2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6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B29C287-A78F-FFC6-B27C-F1922C2310F7}"/>
              </a:ext>
            </a:extLst>
          </p:cNvPr>
          <p:cNvSpPr txBox="1"/>
          <p:nvPr/>
        </p:nvSpPr>
        <p:spPr>
          <a:xfrm>
            <a:off x="5968482" y="4016523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7EE5D0ED-2C40-7E39-DA99-047CF4F6F25B}"/>
              </a:ext>
            </a:extLst>
          </p:cNvPr>
          <p:cNvSpPr/>
          <p:nvPr/>
        </p:nvSpPr>
        <p:spPr bwMode="auto">
          <a:xfrm>
            <a:off x="1547738" y="3010019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500B48B-220A-64C7-F8F4-EA524AC50ABB}"/>
              </a:ext>
            </a:extLst>
          </p:cNvPr>
          <p:cNvSpPr txBox="1"/>
          <p:nvPr/>
        </p:nvSpPr>
        <p:spPr>
          <a:xfrm>
            <a:off x="1299415" y="3641787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FDA42A-47D1-A754-3886-49FC2CB2088A}"/>
              </a:ext>
            </a:extLst>
          </p:cNvPr>
          <p:cNvSpPr txBox="1"/>
          <p:nvPr/>
        </p:nvSpPr>
        <p:spPr>
          <a:xfrm>
            <a:off x="1158351" y="3527843"/>
            <a:ext cx="303929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100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9B60018-68E2-FBE4-694F-F14AF8A43325}"/>
              </a:ext>
            </a:extLst>
          </p:cNvPr>
          <p:cNvSpPr txBox="1"/>
          <p:nvPr/>
        </p:nvSpPr>
        <p:spPr>
          <a:xfrm>
            <a:off x="1158351" y="3423394"/>
            <a:ext cx="303929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200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722480A-9041-9EEB-F957-6EF6B11C7A84}"/>
              </a:ext>
            </a:extLst>
          </p:cNvPr>
          <p:cNvSpPr txBox="1"/>
          <p:nvPr/>
        </p:nvSpPr>
        <p:spPr>
          <a:xfrm>
            <a:off x="1158351" y="3318946"/>
            <a:ext cx="303929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300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3D9BCDC-4B01-435B-F864-CDCF8FB13889}"/>
              </a:ext>
            </a:extLst>
          </p:cNvPr>
          <p:cNvSpPr txBox="1"/>
          <p:nvPr/>
        </p:nvSpPr>
        <p:spPr>
          <a:xfrm>
            <a:off x="1158351" y="3214497"/>
            <a:ext cx="303929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400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A3707A5-DC0C-2915-B505-FB9B9C7CBB6B}"/>
              </a:ext>
            </a:extLst>
          </p:cNvPr>
          <p:cNvSpPr txBox="1"/>
          <p:nvPr/>
        </p:nvSpPr>
        <p:spPr>
          <a:xfrm>
            <a:off x="1158351" y="3110049"/>
            <a:ext cx="303929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500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3601F83-45AE-D1B4-2121-CB548087487E}"/>
              </a:ext>
            </a:extLst>
          </p:cNvPr>
          <p:cNvSpPr txBox="1"/>
          <p:nvPr/>
        </p:nvSpPr>
        <p:spPr>
          <a:xfrm>
            <a:off x="1158351" y="2996105"/>
            <a:ext cx="303929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600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308A6F8-82BD-B571-78CC-7F5391087CE2}"/>
              </a:ext>
            </a:extLst>
          </p:cNvPr>
          <p:cNvSpPr txBox="1"/>
          <p:nvPr/>
        </p:nvSpPr>
        <p:spPr>
          <a:xfrm>
            <a:off x="1158351" y="2891656"/>
            <a:ext cx="303929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700</a:t>
            </a: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2C132ED8-0959-42DA-29C9-6F353CDCD08E}"/>
              </a:ext>
            </a:extLst>
          </p:cNvPr>
          <p:cNvSpPr/>
          <p:nvPr/>
        </p:nvSpPr>
        <p:spPr bwMode="auto">
          <a:xfrm>
            <a:off x="1471776" y="3010019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21645"/>
                </a:lnTo>
                <a:lnTo>
                  <a:pt x="28486" y="721645"/>
                </a:lnTo>
                <a:lnTo>
                  <a:pt x="75962" y="721645"/>
                </a:lnTo>
                <a:lnTo>
                  <a:pt x="75962" y="702654"/>
                </a:lnTo>
                <a:lnTo>
                  <a:pt x="28486" y="702654"/>
                </a:lnTo>
                <a:lnTo>
                  <a:pt x="75962" y="702654"/>
                </a:lnTo>
                <a:lnTo>
                  <a:pt x="75962" y="683663"/>
                </a:lnTo>
                <a:lnTo>
                  <a:pt x="28486" y="683663"/>
                </a:lnTo>
                <a:lnTo>
                  <a:pt x="75962" y="683663"/>
                </a:lnTo>
                <a:lnTo>
                  <a:pt x="75962" y="664673"/>
                </a:lnTo>
                <a:lnTo>
                  <a:pt x="28486" y="664673"/>
                </a:lnTo>
                <a:lnTo>
                  <a:pt x="75962" y="664673"/>
                </a:lnTo>
                <a:lnTo>
                  <a:pt x="75962" y="636187"/>
                </a:lnTo>
                <a:lnTo>
                  <a:pt x="0" y="636187"/>
                </a:lnTo>
                <a:lnTo>
                  <a:pt x="75962" y="636187"/>
                </a:lnTo>
                <a:lnTo>
                  <a:pt x="75962" y="617196"/>
                </a:lnTo>
                <a:lnTo>
                  <a:pt x="28486" y="617196"/>
                </a:lnTo>
                <a:lnTo>
                  <a:pt x="75962" y="617196"/>
                </a:lnTo>
                <a:lnTo>
                  <a:pt x="75962" y="598205"/>
                </a:lnTo>
                <a:lnTo>
                  <a:pt x="28486" y="598205"/>
                </a:lnTo>
                <a:lnTo>
                  <a:pt x="75962" y="598205"/>
                </a:lnTo>
                <a:lnTo>
                  <a:pt x="75962" y="579215"/>
                </a:lnTo>
                <a:lnTo>
                  <a:pt x="28486" y="579215"/>
                </a:lnTo>
                <a:lnTo>
                  <a:pt x="75962" y="579215"/>
                </a:lnTo>
                <a:lnTo>
                  <a:pt x="75962" y="550729"/>
                </a:lnTo>
                <a:lnTo>
                  <a:pt x="28486" y="550729"/>
                </a:lnTo>
                <a:lnTo>
                  <a:pt x="75962" y="550729"/>
                </a:lnTo>
                <a:lnTo>
                  <a:pt x="75962" y="531738"/>
                </a:lnTo>
                <a:lnTo>
                  <a:pt x="0" y="531738"/>
                </a:lnTo>
                <a:lnTo>
                  <a:pt x="75962" y="531738"/>
                </a:lnTo>
                <a:lnTo>
                  <a:pt x="75962" y="512747"/>
                </a:lnTo>
                <a:lnTo>
                  <a:pt x="28486" y="512747"/>
                </a:lnTo>
                <a:lnTo>
                  <a:pt x="75962" y="512747"/>
                </a:lnTo>
                <a:lnTo>
                  <a:pt x="75962" y="493757"/>
                </a:lnTo>
                <a:lnTo>
                  <a:pt x="28486" y="493757"/>
                </a:lnTo>
                <a:lnTo>
                  <a:pt x="75962" y="493757"/>
                </a:lnTo>
                <a:lnTo>
                  <a:pt x="75962" y="465271"/>
                </a:lnTo>
                <a:lnTo>
                  <a:pt x="28486" y="465271"/>
                </a:lnTo>
                <a:lnTo>
                  <a:pt x="75962" y="465271"/>
                </a:lnTo>
                <a:lnTo>
                  <a:pt x="75962" y="446280"/>
                </a:lnTo>
                <a:lnTo>
                  <a:pt x="28486" y="446280"/>
                </a:lnTo>
                <a:lnTo>
                  <a:pt x="75962" y="446280"/>
                </a:lnTo>
                <a:lnTo>
                  <a:pt x="75962" y="427289"/>
                </a:lnTo>
                <a:lnTo>
                  <a:pt x="0" y="427289"/>
                </a:lnTo>
                <a:lnTo>
                  <a:pt x="75962" y="427289"/>
                </a:lnTo>
                <a:lnTo>
                  <a:pt x="75962" y="408299"/>
                </a:lnTo>
                <a:lnTo>
                  <a:pt x="28486" y="408299"/>
                </a:lnTo>
                <a:lnTo>
                  <a:pt x="75962" y="408299"/>
                </a:lnTo>
                <a:lnTo>
                  <a:pt x="75962" y="379813"/>
                </a:lnTo>
                <a:lnTo>
                  <a:pt x="28486" y="379813"/>
                </a:lnTo>
                <a:lnTo>
                  <a:pt x="75962" y="379813"/>
                </a:lnTo>
                <a:lnTo>
                  <a:pt x="75962" y="360822"/>
                </a:lnTo>
                <a:lnTo>
                  <a:pt x="28486" y="360822"/>
                </a:lnTo>
                <a:lnTo>
                  <a:pt x="75962" y="360822"/>
                </a:lnTo>
                <a:lnTo>
                  <a:pt x="75962" y="341831"/>
                </a:lnTo>
                <a:lnTo>
                  <a:pt x="28486" y="341831"/>
                </a:lnTo>
                <a:lnTo>
                  <a:pt x="75962" y="341831"/>
                </a:lnTo>
                <a:lnTo>
                  <a:pt x="75962" y="322841"/>
                </a:lnTo>
                <a:lnTo>
                  <a:pt x="0" y="322841"/>
                </a:lnTo>
                <a:lnTo>
                  <a:pt x="75962" y="322841"/>
                </a:lnTo>
                <a:lnTo>
                  <a:pt x="75962" y="294355"/>
                </a:lnTo>
                <a:lnTo>
                  <a:pt x="28486" y="294355"/>
                </a:lnTo>
                <a:lnTo>
                  <a:pt x="75962" y="294355"/>
                </a:lnTo>
                <a:lnTo>
                  <a:pt x="75962" y="275364"/>
                </a:lnTo>
                <a:lnTo>
                  <a:pt x="28486" y="275364"/>
                </a:lnTo>
                <a:lnTo>
                  <a:pt x="75962" y="275364"/>
                </a:lnTo>
                <a:lnTo>
                  <a:pt x="75962" y="256373"/>
                </a:lnTo>
                <a:lnTo>
                  <a:pt x="28486" y="256373"/>
                </a:lnTo>
                <a:lnTo>
                  <a:pt x="75962" y="256373"/>
                </a:lnTo>
                <a:lnTo>
                  <a:pt x="75962" y="237383"/>
                </a:lnTo>
                <a:lnTo>
                  <a:pt x="28486" y="237383"/>
                </a:lnTo>
                <a:lnTo>
                  <a:pt x="75962" y="237383"/>
                </a:lnTo>
                <a:lnTo>
                  <a:pt x="75962" y="218392"/>
                </a:lnTo>
                <a:lnTo>
                  <a:pt x="0" y="218392"/>
                </a:lnTo>
                <a:lnTo>
                  <a:pt x="75962" y="218392"/>
                </a:lnTo>
                <a:lnTo>
                  <a:pt x="75962" y="189906"/>
                </a:lnTo>
                <a:lnTo>
                  <a:pt x="28486" y="189906"/>
                </a:lnTo>
                <a:lnTo>
                  <a:pt x="75962" y="189906"/>
                </a:lnTo>
                <a:lnTo>
                  <a:pt x="75962" y="170916"/>
                </a:lnTo>
                <a:lnTo>
                  <a:pt x="28486" y="170916"/>
                </a:lnTo>
                <a:lnTo>
                  <a:pt x="75962" y="170916"/>
                </a:lnTo>
                <a:lnTo>
                  <a:pt x="75962" y="151925"/>
                </a:lnTo>
                <a:lnTo>
                  <a:pt x="28486" y="151925"/>
                </a:lnTo>
                <a:lnTo>
                  <a:pt x="75962" y="151925"/>
                </a:lnTo>
                <a:lnTo>
                  <a:pt x="75962" y="132934"/>
                </a:lnTo>
                <a:lnTo>
                  <a:pt x="28486" y="132934"/>
                </a:lnTo>
                <a:lnTo>
                  <a:pt x="75962" y="132934"/>
                </a:lnTo>
                <a:lnTo>
                  <a:pt x="75962" y="104448"/>
                </a:lnTo>
                <a:lnTo>
                  <a:pt x="0" y="104448"/>
                </a:lnTo>
                <a:lnTo>
                  <a:pt x="75962" y="104448"/>
                </a:lnTo>
                <a:lnTo>
                  <a:pt x="75962" y="85458"/>
                </a:lnTo>
                <a:lnTo>
                  <a:pt x="28486" y="85458"/>
                </a:lnTo>
                <a:lnTo>
                  <a:pt x="75962" y="85458"/>
                </a:lnTo>
                <a:lnTo>
                  <a:pt x="75962" y="66467"/>
                </a:lnTo>
                <a:lnTo>
                  <a:pt x="28486" y="66467"/>
                </a:lnTo>
                <a:lnTo>
                  <a:pt x="75962" y="66467"/>
                </a:lnTo>
                <a:lnTo>
                  <a:pt x="75962" y="47476"/>
                </a:lnTo>
                <a:lnTo>
                  <a:pt x="28486" y="47476"/>
                </a:lnTo>
                <a:lnTo>
                  <a:pt x="75962" y="47476"/>
                </a:lnTo>
                <a:lnTo>
                  <a:pt x="75962" y="18990"/>
                </a:lnTo>
                <a:lnTo>
                  <a:pt x="28486" y="18990"/>
                </a:lnTo>
                <a:lnTo>
                  <a:pt x="75962" y="18990"/>
                </a:lnTo>
                <a:lnTo>
                  <a:pt x="75962" y="0"/>
                </a:lnTo>
                <a:lnTo>
                  <a:pt x="0" y="0"/>
                </a:lnTo>
                <a:close/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12B8C6A-C413-E89E-86F6-654633C29AB9}"/>
              </a:ext>
            </a:extLst>
          </p:cNvPr>
          <p:cNvSpPr txBox="1"/>
          <p:nvPr/>
        </p:nvSpPr>
        <p:spPr>
          <a:xfrm>
            <a:off x="891253" y="3177018"/>
            <a:ext cx="353943" cy="539571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</a:t>
            </a: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634FA68C-A43B-4DEE-FD6C-3838DD515613}"/>
              </a:ext>
            </a:extLst>
          </p:cNvPr>
          <p:cNvSpPr/>
          <p:nvPr/>
        </p:nvSpPr>
        <p:spPr bwMode="auto">
          <a:xfrm>
            <a:off x="11251963" y="3010019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F08D44AE-7BB9-805D-90C3-9E1FB5733546}"/>
              </a:ext>
            </a:extLst>
          </p:cNvPr>
          <p:cNvSpPr/>
          <p:nvPr/>
        </p:nvSpPr>
        <p:spPr bwMode="auto">
          <a:xfrm>
            <a:off x="1585720" y="3123963"/>
            <a:ext cx="9637758" cy="522244"/>
          </a:xfrm>
          <a:custGeom>
            <a:avLst/>
            <a:gdLst/>
            <a:ahLst/>
            <a:cxnLst/>
            <a:rect l="0" t="0" r="0" b="0"/>
            <a:pathLst>
              <a:path w="9637758" h="522244">
                <a:moveTo>
                  <a:pt x="0" y="493757"/>
                </a:moveTo>
                <a:lnTo>
                  <a:pt x="47476" y="484261"/>
                </a:lnTo>
                <a:lnTo>
                  <a:pt x="85458" y="465271"/>
                </a:lnTo>
                <a:lnTo>
                  <a:pt x="132934" y="474766"/>
                </a:lnTo>
                <a:lnTo>
                  <a:pt x="170916" y="474766"/>
                </a:lnTo>
                <a:lnTo>
                  <a:pt x="218392" y="455775"/>
                </a:lnTo>
                <a:lnTo>
                  <a:pt x="256373" y="474766"/>
                </a:lnTo>
                <a:lnTo>
                  <a:pt x="294355" y="436785"/>
                </a:lnTo>
                <a:lnTo>
                  <a:pt x="341831" y="408299"/>
                </a:lnTo>
                <a:lnTo>
                  <a:pt x="379813" y="436785"/>
                </a:lnTo>
                <a:lnTo>
                  <a:pt x="427289" y="427289"/>
                </a:lnTo>
                <a:lnTo>
                  <a:pt x="465271" y="408299"/>
                </a:lnTo>
                <a:lnTo>
                  <a:pt x="512747" y="389308"/>
                </a:lnTo>
                <a:lnTo>
                  <a:pt x="550729" y="370318"/>
                </a:lnTo>
                <a:lnTo>
                  <a:pt x="588710" y="370318"/>
                </a:lnTo>
                <a:lnTo>
                  <a:pt x="636187" y="408299"/>
                </a:lnTo>
                <a:lnTo>
                  <a:pt x="674168" y="360822"/>
                </a:lnTo>
                <a:lnTo>
                  <a:pt x="721645" y="351327"/>
                </a:lnTo>
                <a:lnTo>
                  <a:pt x="759626" y="332336"/>
                </a:lnTo>
                <a:lnTo>
                  <a:pt x="807102" y="294355"/>
                </a:lnTo>
                <a:lnTo>
                  <a:pt x="845084" y="303850"/>
                </a:lnTo>
                <a:lnTo>
                  <a:pt x="883065" y="294355"/>
                </a:lnTo>
                <a:lnTo>
                  <a:pt x="930542" y="265869"/>
                </a:lnTo>
                <a:lnTo>
                  <a:pt x="968523" y="294355"/>
                </a:lnTo>
                <a:lnTo>
                  <a:pt x="1016000" y="265869"/>
                </a:lnTo>
                <a:lnTo>
                  <a:pt x="1053981" y="246878"/>
                </a:lnTo>
                <a:lnTo>
                  <a:pt x="1101458" y="246878"/>
                </a:lnTo>
                <a:lnTo>
                  <a:pt x="1139439" y="218392"/>
                </a:lnTo>
                <a:lnTo>
                  <a:pt x="1177420" y="199402"/>
                </a:lnTo>
                <a:lnTo>
                  <a:pt x="1224897" y="227887"/>
                </a:lnTo>
                <a:lnTo>
                  <a:pt x="1262878" y="189906"/>
                </a:lnTo>
                <a:lnTo>
                  <a:pt x="1310355" y="208897"/>
                </a:lnTo>
                <a:lnTo>
                  <a:pt x="1348336" y="180411"/>
                </a:lnTo>
                <a:lnTo>
                  <a:pt x="1395813" y="161420"/>
                </a:lnTo>
                <a:lnTo>
                  <a:pt x="1433794" y="180411"/>
                </a:lnTo>
                <a:lnTo>
                  <a:pt x="1471775" y="132934"/>
                </a:lnTo>
                <a:lnTo>
                  <a:pt x="1519252" y="123439"/>
                </a:lnTo>
                <a:lnTo>
                  <a:pt x="1557233" y="132934"/>
                </a:lnTo>
                <a:lnTo>
                  <a:pt x="1604710" y="113944"/>
                </a:lnTo>
                <a:lnTo>
                  <a:pt x="1642691" y="132934"/>
                </a:lnTo>
                <a:lnTo>
                  <a:pt x="1690168" y="66467"/>
                </a:lnTo>
                <a:lnTo>
                  <a:pt x="1728149" y="132934"/>
                </a:lnTo>
                <a:lnTo>
                  <a:pt x="1775626" y="104448"/>
                </a:lnTo>
                <a:lnTo>
                  <a:pt x="1813607" y="142429"/>
                </a:lnTo>
                <a:lnTo>
                  <a:pt x="1851588" y="75962"/>
                </a:lnTo>
                <a:lnTo>
                  <a:pt x="1899065" y="56972"/>
                </a:lnTo>
                <a:lnTo>
                  <a:pt x="1937046" y="113944"/>
                </a:lnTo>
                <a:lnTo>
                  <a:pt x="1984523" y="94953"/>
                </a:lnTo>
                <a:lnTo>
                  <a:pt x="2022504" y="75962"/>
                </a:lnTo>
                <a:lnTo>
                  <a:pt x="2069981" y="37981"/>
                </a:lnTo>
                <a:lnTo>
                  <a:pt x="2107962" y="85458"/>
                </a:lnTo>
                <a:lnTo>
                  <a:pt x="2145944" y="66467"/>
                </a:lnTo>
                <a:lnTo>
                  <a:pt x="2193420" y="94953"/>
                </a:lnTo>
                <a:lnTo>
                  <a:pt x="2231402" y="104448"/>
                </a:lnTo>
                <a:lnTo>
                  <a:pt x="2278878" y="75962"/>
                </a:lnTo>
                <a:lnTo>
                  <a:pt x="2316860" y="66467"/>
                </a:lnTo>
                <a:lnTo>
                  <a:pt x="2364336" y="85458"/>
                </a:lnTo>
                <a:lnTo>
                  <a:pt x="2402318" y="56972"/>
                </a:lnTo>
                <a:lnTo>
                  <a:pt x="2440299" y="75962"/>
                </a:lnTo>
                <a:lnTo>
                  <a:pt x="2487776" y="66467"/>
                </a:lnTo>
                <a:lnTo>
                  <a:pt x="2525757" y="94953"/>
                </a:lnTo>
                <a:lnTo>
                  <a:pt x="2573234" y="85458"/>
                </a:lnTo>
                <a:lnTo>
                  <a:pt x="2611215" y="85458"/>
                </a:lnTo>
                <a:lnTo>
                  <a:pt x="2658691" y="75962"/>
                </a:lnTo>
                <a:lnTo>
                  <a:pt x="2696672" y="75962"/>
                </a:lnTo>
                <a:lnTo>
                  <a:pt x="2734654" y="56972"/>
                </a:lnTo>
                <a:lnTo>
                  <a:pt x="2782130" y="56972"/>
                </a:lnTo>
                <a:lnTo>
                  <a:pt x="2820112" y="85458"/>
                </a:lnTo>
                <a:lnTo>
                  <a:pt x="2867588" y="75962"/>
                </a:lnTo>
                <a:lnTo>
                  <a:pt x="2905570" y="75962"/>
                </a:lnTo>
                <a:lnTo>
                  <a:pt x="2953046" y="66467"/>
                </a:lnTo>
                <a:lnTo>
                  <a:pt x="2991028" y="75962"/>
                </a:lnTo>
                <a:lnTo>
                  <a:pt x="3029009" y="75962"/>
                </a:lnTo>
                <a:lnTo>
                  <a:pt x="3076486" y="104448"/>
                </a:lnTo>
                <a:lnTo>
                  <a:pt x="3114467" y="94953"/>
                </a:lnTo>
                <a:lnTo>
                  <a:pt x="3161944" y="85458"/>
                </a:lnTo>
                <a:lnTo>
                  <a:pt x="3199925" y="142429"/>
                </a:lnTo>
                <a:lnTo>
                  <a:pt x="3247402" y="47476"/>
                </a:lnTo>
                <a:lnTo>
                  <a:pt x="3285383" y="56972"/>
                </a:lnTo>
                <a:lnTo>
                  <a:pt x="3323364" y="104448"/>
                </a:lnTo>
                <a:lnTo>
                  <a:pt x="3370841" y="66467"/>
                </a:lnTo>
                <a:lnTo>
                  <a:pt x="3408822" y="75962"/>
                </a:lnTo>
                <a:lnTo>
                  <a:pt x="3456299" y="104448"/>
                </a:lnTo>
                <a:lnTo>
                  <a:pt x="3494280" y="113944"/>
                </a:lnTo>
                <a:lnTo>
                  <a:pt x="3541757" y="75962"/>
                </a:lnTo>
                <a:lnTo>
                  <a:pt x="3579738" y="123439"/>
                </a:lnTo>
                <a:lnTo>
                  <a:pt x="3617719" y="85458"/>
                </a:lnTo>
                <a:lnTo>
                  <a:pt x="3665196" y="66467"/>
                </a:lnTo>
                <a:lnTo>
                  <a:pt x="3703177" y="66467"/>
                </a:lnTo>
                <a:lnTo>
                  <a:pt x="3750654" y="75962"/>
                </a:lnTo>
                <a:lnTo>
                  <a:pt x="3788635" y="66467"/>
                </a:lnTo>
                <a:lnTo>
                  <a:pt x="3836112" y="75962"/>
                </a:lnTo>
                <a:lnTo>
                  <a:pt x="3874093" y="113944"/>
                </a:lnTo>
                <a:lnTo>
                  <a:pt x="3912075" y="94953"/>
                </a:lnTo>
                <a:lnTo>
                  <a:pt x="3959551" y="28486"/>
                </a:lnTo>
                <a:lnTo>
                  <a:pt x="3997533" y="75962"/>
                </a:lnTo>
                <a:lnTo>
                  <a:pt x="4045009" y="75962"/>
                </a:lnTo>
                <a:lnTo>
                  <a:pt x="4082991" y="66467"/>
                </a:lnTo>
                <a:lnTo>
                  <a:pt x="4130467" y="85458"/>
                </a:lnTo>
                <a:lnTo>
                  <a:pt x="4168448" y="37981"/>
                </a:lnTo>
                <a:lnTo>
                  <a:pt x="4206430" y="56972"/>
                </a:lnTo>
                <a:lnTo>
                  <a:pt x="4253906" y="28486"/>
                </a:lnTo>
                <a:lnTo>
                  <a:pt x="4291888" y="9495"/>
                </a:lnTo>
                <a:lnTo>
                  <a:pt x="4339364" y="37981"/>
                </a:lnTo>
                <a:lnTo>
                  <a:pt x="4377345" y="94953"/>
                </a:lnTo>
                <a:lnTo>
                  <a:pt x="4424822" y="28486"/>
                </a:lnTo>
                <a:lnTo>
                  <a:pt x="4462803" y="85458"/>
                </a:lnTo>
                <a:lnTo>
                  <a:pt x="4500785" y="28486"/>
                </a:lnTo>
                <a:lnTo>
                  <a:pt x="4548261" y="37981"/>
                </a:lnTo>
                <a:lnTo>
                  <a:pt x="4586243" y="37981"/>
                </a:lnTo>
                <a:lnTo>
                  <a:pt x="4633719" y="9495"/>
                </a:lnTo>
                <a:lnTo>
                  <a:pt x="4671701" y="37981"/>
                </a:lnTo>
                <a:lnTo>
                  <a:pt x="4719177" y="37981"/>
                </a:lnTo>
                <a:lnTo>
                  <a:pt x="4757159" y="47476"/>
                </a:lnTo>
                <a:lnTo>
                  <a:pt x="4804635" y="28486"/>
                </a:lnTo>
                <a:lnTo>
                  <a:pt x="4842617" y="75962"/>
                </a:lnTo>
                <a:lnTo>
                  <a:pt x="4880598" y="37981"/>
                </a:lnTo>
                <a:lnTo>
                  <a:pt x="4928075" y="0"/>
                </a:lnTo>
                <a:lnTo>
                  <a:pt x="4966056" y="66467"/>
                </a:lnTo>
                <a:lnTo>
                  <a:pt x="5013532" y="75962"/>
                </a:lnTo>
                <a:lnTo>
                  <a:pt x="5051514" y="28486"/>
                </a:lnTo>
                <a:lnTo>
                  <a:pt x="5098991" y="47476"/>
                </a:lnTo>
                <a:lnTo>
                  <a:pt x="5136972" y="18990"/>
                </a:lnTo>
                <a:lnTo>
                  <a:pt x="5174953" y="56972"/>
                </a:lnTo>
                <a:lnTo>
                  <a:pt x="5222430" y="66467"/>
                </a:lnTo>
                <a:lnTo>
                  <a:pt x="5260411" y="37981"/>
                </a:lnTo>
                <a:lnTo>
                  <a:pt x="5307888" y="85458"/>
                </a:lnTo>
                <a:lnTo>
                  <a:pt x="5345869" y="66467"/>
                </a:lnTo>
                <a:lnTo>
                  <a:pt x="5393345" y="85458"/>
                </a:lnTo>
                <a:lnTo>
                  <a:pt x="5431327" y="123439"/>
                </a:lnTo>
                <a:lnTo>
                  <a:pt x="5469308" y="94953"/>
                </a:lnTo>
                <a:lnTo>
                  <a:pt x="5516784" y="142429"/>
                </a:lnTo>
                <a:lnTo>
                  <a:pt x="5554766" y="104448"/>
                </a:lnTo>
                <a:lnTo>
                  <a:pt x="5602243" y="104448"/>
                </a:lnTo>
                <a:lnTo>
                  <a:pt x="5640224" y="113944"/>
                </a:lnTo>
                <a:lnTo>
                  <a:pt x="5687700" y="180411"/>
                </a:lnTo>
                <a:lnTo>
                  <a:pt x="5725682" y="161420"/>
                </a:lnTo>
                <a:lnTo>
                  <a:pt x="5763663" y="170916"/>
                </a:lnTo>
                <a:lnTo>
                  <a:pt x="5811140" y="180411"/>
                </a:lnTo>
                <a:lnTo>
                  <a:pt x="5849122" y="113944"/>
                </a:lnTo>
                <a:lnTo>
                  <a:pt x="5896598" y="189906"/>
                </a:lnTo>
                <a:lnTo>
                  <a:pt x="5934579" y="132934"/>
                </a:lnTo>
                <a:lnTo>
                  <a:pt x="5982056" y="180411"/>
                </a:lnTo>
                <a:lnTo>
                  <a:pt x="6020037" y="237383"/>
                </a:lnTo>
                <a:lnTo>
                  <a:pt x="6058019" y="256374"/>
                </a:lnTo>
                <a:lnTo>
                  <a:pt x="6105495" y="208897"/>
                </a:lnTo>
                <a:lnTo>
                  <a:pt x="6143476" y="218392"/>
                </a:lnTo>
                <a:lnTo>
                  <a:pt x="6190953" y="265869"/>
                </a:lnTo>
                <a:lnTo>
                  <a:pt x="6228934" y="237383"/>
                </a:lnTo>
                <a:lnTo>
                  <a:pt x="6276411" y="218392"/>
                </a:lnTo>
                <a:lnTo>
                  <a:pt x="6314392" y="246878"/>
                </a:lnTo>
                <a:lnTo>
                  <a:pt x="6352374" y="237383"/>
                </a:lnTo>
                <a:lnTo>
                  <a:pt x="6399850" y="294355"/>
                </a:lnTo>
                <a:lnTo>
                  <a:pt x="6437831" y="246878"/>
                </a:lnTo>
                <a:lnTo>
                  <a:pt x="6485308" y="265869"/>
                </a:lnTo>
                <a:lnTo>
                  <a:pt x="6523290" y="303850"/>
                </a:lnTo>
                <a:lnTo>
                  <a:pt x="6570766" y="303850"/>
                </a:lnTo>
                <a:lnTo>
                  <a:pt x="6608747" y="313345"/>
                </a:lnTo>
                <a:lnTo>
                  <a:pt x="6656224" y="313345"/>
                </a:lnTo>
                <a:lnTo>
                  <a:pt x="6694206" y="294355"/>
                </a:lnTo>
                <a:lnTo>
                  <a:pt x="6732187" y="322841"/>
                </a:lnTo>
                <a:lnTo>
                  <a:pt x="6779663" y="313345"/>
                </a:lnTo>
                <a:lnTo>
                  <a:pt x="6817645" y="332336"/>
                </a:lnTo>
                <a:lnTo>
                  <a:pt x="6865122" y="332336"/>
                </a:lnTo>
                <a:lnTo>
                  <a:pt x="6903103" y="322841"/>
                </a:lnTo>
                <a:lnTo>
                  <a:pt x="6950579" y="332336"/>
                </a:lnTo>
                <a:lnTo>
                  <a:pt x="6988561" y="332336"/>
                </a:lnTo>
                <a:lnTo>
                  <a:pt x="7026542" y="341831"/>
                </a:lnTo>
                <a:lnTo>
                  <a:pt x="7074019" y="351327"/>
                </a:lnTo>
                <a:lnTo>
                  <a:pt x="7111999" y="351327"/>
                </a:lnTo>
                <a:lnTo>
                  <a:pt x="7159476" y="351327"/>
                </a:lnTo>
                <a:lnTo>
                  <a:pt x="7197458" y="351327"/>
                </a:lnTo>
                <a:lnTo>
                  <a:pt x="7244934" y="389308"/>
                </a:lnTo>
                <a:lnTo>
                  <a:pt x="7282915" y="398803"/>
                </a:lnTo>
                <a:lnTo>
                  <a:pt x="7320897" y="408299"/>
                </a:lnTo>
                <a:lnTo>
                  <a:pt x="7368374" y="389308"/>
                </a:lnTo>
                <a:lnTo>
                  <a:pt x="7406355" y="379813"/>
                </a:lnTo>
                <a:lnTo>
                  <a:pt x="7453831" y="427289"/>
                </a:lnTo>
                <a:lnTo>
                  <a:pt x="7491813" y="379813"/>
                </a:lnTo>
                <a:lnTo>
                  <a:pt x="7539290" y="389308"/>
                </a:lnTo>
                <a:lnTo>
                  <a:pt x="7577271" y="427289"/>
                </a:lnTo>
                <a:lnTo>
                  <a:pt x="7615252" y="427289"/>
                </a:lnTo>
                <a:lnTo>
                  <a:pt x="7662729" y="408299"/>
                </a:lnTo>
                <a:lnTo>
                  <a:pt x="7700710" y="408299"/>
                </a:lnTo>
                <a:lnTo>
                  <a:pt x="7748187" y="436785"/>
                </a:lnTo>
                <a:lnTo>
                  <a:pt x="7786168" y="436785"/>
                </a:lnTo>
                <a:lnTo>
                  <a:pt x="7833645" y="427289"/>
                </a:lnTo>
                <a:lnTo>
                  <a:pt x="7871626" y="446280"/>
                </a:lnTo>
                <a:lnTo>
                  <a:pt x="7919103" y="455775"/>
                </a:lnTo>
                <a:lnTo>
                  <a:pt x="7957084" y="455775"/>
                </a:lnTo>
                <a:lnTo>
                  <a:pt x="7995065" y="465271"/>
                </a:lnTo>
                <a:lnTo>
                  <a:pt x="8042542" y="474766"/>
                </a:lnTo>
                <a:lnTo>
                  <a:pt x="8080523" y="455775"/>
                </a:lnTo>
                <a:lnTo>
                  <a:pt x="8127999" y="446280"/>
                </a:lnTo>
                <a:lnTo>
                  <a:pt x="8165981" y="455775"/>
                </a:lnTo>
                <a:lnTo>
                  <a:pt x="8213458" y="455775"/>
                </a:lnTo>
                <a:lnTo>
                  <a:pt x="8251439" y="474766"/>
                </a:lnTo>
                <a:lnTo>
                  <a:pt x="8289421" y="484261"/>
                </a:lnTo>
                <a:lnTo>
                  <a:pt x="8336897" y="465271"/>
                </a:lnTo>
                <a:lnTo>
                  <a:pt x="8374878" y="465271"/>
                </a:lnTo>
                <a:lnTo>
                  <a:pt x="8422355" y="484261"/>
                </a:lnTo>
                <a:lnTo>
                  <a:pt x="8460337" y="474766"/>
                </a:lnTo>
                <a:lnTo>
                  <a:pt x="8507813" y="474766"/>
                </a:lnTo>
                <a:lnTo>
                  <a:pt x="8545794" y="465271"/>
                </a:lnTo>
                <a:lnTo>
                  <a:pt x="8583776" y="493757"/>
                </a:lnTo>
                <a:lnTo>
                  <a:pt x="8631252" y="493757"/>
                </a:lnTo>
                <a:lnTo>
                  <a:pt x="8669233" y="474766"/>
                </a:lnTo>
                <a:lnTo>
                  <a:pt x="8716710" y="493757"/>
                </a:lnTo>
                <a:lnTo>
                  <a:pt x="8754691" y="512747"/>
                </a:lnTo>
                <a:lnTo>
                  <a:pt x="8802168" y="474766"/>
                </a:lnTo>
                <a:lnTo>
                  <a:pt x="8840149" y="465271"/>
                </a:lnTo>
                <a:lnTo>
                  <a:pt x="8878130" y="503252"/>
                </a:lnTo>
                <a:lnTo>
                  <a:pt x="8925607" y="474766"/>
                </a:lnTo>
                <a:lnTo>
                  <a:pt x="8963589" y="503252"/>
                </a:lnTo>
                <a:lnTo>
                  <a:pt x="9011065" y="493757"/>
                </a:lnTo>
                <a:lnTo>
                  <a:pt x="9049046" y="474766"/>
                </a:lnTo>
                <a:lnTo>
                  <a:pt x="9096523" y="484261"/>
                </a:lnTo>
                <a:lnTo>
                  <a:pt x="9134505" y="512747"/>
                </a:lnTo>
                <a:lnTo>
                  <a:pt x="9181981" y="465271"/>
                </a:lnTo>
                <a:lnTo>
                  <a:pt x="9219962" y="493757"/>
                </a:lnTo>
                <a:lnTo>
                  <a:pt x="9257944" y="512747"/>
                </a:lnTo>
                <a:lnTo>
                  <a:pt x="9305421" y="503252"/>
                </a:lnTo>
                <a:lnTo>
                  <a:pt x="9343402" y="503252"/>
                </a:lnTo>
                <a:lnTo>
                  <a:pt x="9390878" y="512747"/>
                </a:lnTo>
                <a:lnTo>
                  <a:pt x="9428860" y="512747"/>
                </a:lnTo>
                <a:lnTo>
                  <a:pt x="9476337" y="522243"/>
                </a:lnTo>
                <a:lnTo>
                  <a:pt x="9514318" y="503252"/>
                </a:lnTo>
                <a:lnTo>
                  <a:pt x="9552299" y="522243"/>
                </a:lnTo>
                <a:lnTo>
                  <a:pt x="9599776" y="522243"/>
                </a:lnTo>
                <a:lnTo>
                  <a:pt x="9637757" y="522243"/>
                </a:lnTo>
              </a:path>
            </a:pathLst>
          </a:custGeom>
          <a:noFill/>
          <a:ln w="12700" cap="flat" cmpd="sng" algn="ctr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70A53BE-386B-3171-5C28-6C57910A0640}"/>
              </a:ext>
            </a:extLst>
          </p:cNvPr>
          <p:cNvSpPr txBox="1"/>
          <p:nvPr/>
        </p:nvSpPr>
        <p:spPr>
          <a:xfrm>
            <a:off x="1452785" y="2893048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*3 Sep 25-1-0.1-C-20 um-400-negative-after puttering 30 se-003.tdc - Ions 400µm 81286519 cts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805CC19-C340-B19C-E553-1CA68DD3A94F}"/>
              </a:ext>
            </a:extLst>
          </p:cNvPr>
          <p:cNvSpPr txBox="1"/>
          <p:nvPr/>
        </p:nvSpPr>
        <p:spPr>
          <a:xfrm>
            <a:off x="1336722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0512DE4-D683-4EFB-9097-1688A668007C}"/>
              </a:ext>
            </a:extLst>
          </p:cNvPr>
          <p:cNvSpPr txBox="1"/>
          <p:nvPr/>
        </p:nvSpPr>
        <p:spPr>
          <a:xfrm>
            <a:off x="3758030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02D28BD-3201-79C4-C3F6-8CF0E84C1DF0}"/>
              </a:ext>
            </a:extLst>
          </p:cNvPr>
          <p:cNvSpPr txBox="1"/>
          <p:nvPr/>
        </p:nvSpPr>
        <p:spPr>
          <a:xfrm>
            <a:off x="6179339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91.0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1E4BD96-EFE5-05BF-9418-C395EDD41B43}"/>
              </a:ext>
            </a:extLst>
          </p:cNvPr>
          <p:cNvSpPr txBox="1"/>
          <p:nvPr/>
        </p:nvSpPr>
        <p:spPr>
          <a:xfrm>
            <a:off x="8610143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91.5</a:t>
            </a:r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154EC635-B8BC-03D1-A558-E25767F8E496}"/>
              </a:ext>
            </a:extLst>
          </p:cNvPr>
          <p:cNvSpPr/>
          <p:nvPr/>
        </p:nvSpPr>
        <p:spPr bwMode="auto">
          <a:xfrm>
            <a:off x="1547738" y="5146467"/>
            <a:ext cx="9713721" cy="75964"/>
          </a:xfrm>
          <a:custGeom>
            <a:avLst/>
            <a:gdLst/>
            <a:ahLst/>
            <a:cxnLst/>
            <a:rect l="0" t="0" r="0" b="0"/>
            <a:pathLst>
              <a:path w="9713721" h="75964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3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7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7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7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7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3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7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7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7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7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75963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7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7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7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7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3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7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7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7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7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3151BF2-7D95-01F1-881F-3E1D22592330}"/>
              </a:ext>
            </a:extLst>
          </p:cNvPr>
          <p:cNvSpPr txBox="1"/>
          <p:nvPr/>
        </p:nvSpPr>
        <p:spPr>
          <a:xfrm>
            <a:off x="5968482" y="5402841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5C488315-FABE-BAD5-4736-392CCE6893A5}"/>
              </a:ext>
            </a:extLst>
          </p:cNvPr>
          <p:cNvSpPr/>
          <p:nvPr/>
        </p:nvSpPr>
        <p:spPr bwMode="auto">
          <a:xfrm>
            <a:off x="1547738" y="4396336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77CB68E-181D-F491-0D26-FB4024DC2853}"/>
              </a:ext>
            </a:extLst>
          </p:cNvPr>
          <p:cNvSpPr txBox="1"/>
          <p:nvPr/>
        </p:nvSpPr>
        <p:spPr>
          <a:xfrm>
            <a:off x="1193617" y="5028104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77A858E-2B70-6AB1-647A-9882EE9FF2DA}"/>
              </a:ext>
            </a:extLst>
          </p:cNvPr>
          <p:cNvSpPr txBox="1"/>
          <p:nvPr/>
        </p:nvSpPr>
        <p:spPr>
          <a:xfrm>
            <a:off x="1193617" y="4895170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47EC598-D58D-E881-17B4-93E03ADE922F}"/>
              </a:ext>
            </a:extLst>
          </p:cNvPr>
          <p:cNvSpPr txBox="1"/>
          <p:nvPr/>
        </p:nvSpPr>
        <p:spPr>
          <a:xfrm>
            <a:off x="1193617" y="4762235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253E49B-8BEE-F495-DDDE-031773782F26}"/>
              </a:ext>
            </a:extLst>
          </p:cNvPr>
          <p:cNvSpPr txBox="1"/>
          <p:nvPr/>
        </p:nvSpPr>
        <p:spPr>
          <a:xfrm>
            <a:off x="1193617" y="4638796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93327CA-734B-5046-1910-9342248BB19B}"/>
              </a:ext>
            </a:extLst>
          </p:cNvPr>
          <p:cNvSpPr txBox="1"/>
          <p:nvPr/>
        </p:nvSpPr>
        <p:spPr>
          <a:xfrm>
            <a:off x="1193617" y="4505861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2.0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58DBFA9-E11C-79C7-0E9F-148F6664BECA}"/>
              </a:ext>
            </a:extLst>
          </p:cNvPr>
          <p:cNvSpPr txBox="1"/>
          <p:nvPr/>
        </p:nvSpPr>
        <p:spPr>
          <a:xfrm>
            <a:off x="1193617" y="4382422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2.5</a:t>
            </a:r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8E1ADF4C-A34B-334E-BF61-D9C6D9AEDA5A}"/>
              </a:ext>
            </a:extLst>
          </p:cNvPr>
          <p:cNvSpPr/>
          <p:nvPr/>
        </p:nvSpPr>
        <p:spPr bwMode="auto">
          <a:xfrm>
            <a:off x="1471776" y="4396336"/>
            <a:ext cx="75963" cy="759628"/>
          </a:xfrm>
          <a:custGeom>
            <a:avLst/>
            <a:gdLst/>
            <a:ahLst/>
            <a:cxnLst/>
            <a:rect l="0" t="0" r="0" b="0"/>
            <a:pathLst>
              <a:path w="75963" h="759628">
                <a:moveTo>
                  <a:pt x="75962" y="0"/>
                </a:moveTo>
                <a:lnTo>
                  <a:pt x="75962" y="759627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21645"/>
                </a:lnTo>
                <a:lnTo>
                  <a:pt x="28486" y="721645"/>
                </a:lnTo>
                <a:lnTo>
                  <a:pt x="75962" y="721645"/>
                </a:lnTo>
                <a:lnTo>
                  <a:pt x="75962" y="693159"/>
                </a:lnTo>
                <a:lnTo>
                  <a:pt x="28486" y="693159"/>
                </a:lnTo>
                <a:lnTo>
                  <a:pt x="75962" y="693159"/>
                </a:lnTo>
                <a:lnTo>
                  <a:pt x="75962" y="664673"/>
                </a:lnTo>
                <a:lnTo>
                  <a:pt x="28486" y="664673"/>
                </a:lnTo>
                <a:lnTo>
                  <a:pt x="75962" y="664673"/>
                </a:lnTo>
                <a:lnTo>
                  <a:pt x="75962" y="645683"/>
                </a:lnTo>
                <a:lnTo>
                  <a:pt x="28486" y="645683"/>
                </a:lnTo>
                <a:lnTo>
                  <a:pt x="75962" y="645683"/>
                </a:lnTo>
                <a:lnTo>
                  <a:pt x="75962" y="617197"/>
                </a:lnTo>
                <a:lnTo>
                  <a:pt x="0" y="617197"/>
                </a:lnTo>
                <a:lnTo>
                  <a:pt x="75962" y="617197"/>
                </a:lnTo>
                <a:lnTo>
                  <a:pt x="75962" y="588711"/>
                </a:lnTo>
                <a:lnTo>
                  <a:pt x="28486" y="588711"/>
                </a:lnTo>
                <a:lnTo>
                  <a:pt x="75962" y="588711"/>
                </a:lnTo>
                <a:lnTo>
                  <a:pt x="75962" y="560225"/>
                </a:lnTo>
                <a:lnTo>
                  <a:pt x="28486" y="560225"/>
                </a:lnTo>
                <a:lnTo>
                  <a:pt x="75962" y="560225"/>
                </a:lnTo>
                <a:lnTo>
                  <a:pt x="75962" y="541234"/>
                </a:lnTo>
                <a:lnTo>
                  <a:pt x="28486" y="541234"/>
                </a:lnTo>
                <a:lnTo>
                  <a:pt x="75962" y="541234"/>
                </a:lnTo>
                <a:lnTo>
                  <a:pt x="75962" y="512748"/>
                </a:lnTo>
                <a:lnTo>
                  <a:pt x="28486" y="512748"/>
                </a:lnTo>
                <a:lnTo>
                  <a:pt x="75962" y="512748"/>
                </a:lnTo>
                <a:lnTo>
                  <a:pt x="75962" y="484262"/>
                </a:lnTo>
                <a:lnTo>
                  <a:pt x="0" y="484262"/>
                </a:lnTo>
                <a:lnTo>
                  <a:pt x="75962" y="484262"/>
                </a:lnTo>
                <a:lnTo>
                  <a:pt x="75962" y="465272"/>
                </a:lnTo>
                <a:lnTo>
                  <a:pt x="28486" y="465272"/>
                </a:lnTo>
                <a:lnTo>
                  <a:pt x="75962" y="465272"/>
                </a:lnTo>
                <a:lnTo>
                  <a:pt x="75962" y="436786"/>
                </a:lnTo>
                <a:lnTo>
                  <a:pt x="28486" y="436786"/>
                </a:lnTo>
                <a:lnTo>
                  <a:pt x="75962" y="436786"/>
                </a:lnTo>
                <a:lnTo>
                  <a:pt x="75962" y="408299"/>
                </a:lnTo>
                <a:lnTo>
                  <a:pt x="28486" y="408299"/>
                </a:lnTo>
                <a:lnTo>
                  <a:pt x="75962" y="408299"/>
                </a:lnTo>
                <a:lnTo>
                  <a:pt x="75962" y="379814"/>
                </a:lnTo>
                <a:lnTo>
                  <a:pt x="28486" y="379814"/>
                </a:lnTo>
                <a:lnTo>
                  <a:pt x="75962" y="379814"/>
                </a:lnTo>
                <a:lnTo>
                  <a:pt x="75962" y="360823"/>
                </a:lnTo>
                <a:lnTo>
                  <a:pt x="0" y="360823"/>
                </a:lnTo>
                <a:lnTo>
                  <a:pt x="75962" y="360823"/>
                </a:lnTo>
                <a:lnTo>
                  <a:pt x="75962" y="332337"/>
                </a:lnTo>
                <a:lnTo>
                  <a:pt x="28486" y="332337"/>
                </a:lnTo>
                <a:lnTo>
                  <a:pt x="75962" y="332337"/>
                </a:lnTo>
                <a:lnTo>
                  <a:pt x="75962" y="303851"/>
                </a:lnTo>
                <a:lnTo>
                  <a:pt x="28486" y="303851"/>
                </a:lnTo>
                <a:lnTo>
                  <a:pt x="75962" y="303851"/>
                </a:lnTo>
                <a:lnTo>
                  <a:pt x="75962" y="284860"/>
                </a:lnTo>
                <a:lnTo>
                  <a:pt x="28486" y="284860"/>
                </a:lnTo>
                <a:lnTo>
                  <a:pt x="75962" y="284860"/>
                </a:lnTo>
                <a:lnTo>
                  <a:pt x="75962" y="256374"/>
                </a:lnTo>
                <a:lnTo>
                  <a:pt x="28486" y="256374"/>
                </a:lnTo>
                <a:lnTo>
                  <a:pt x="75962" y="256374"/>
                </a:lnTo>
                <a:lnTo>
                  <a:pt x="75962" y="227888"/>
                </a:lnTo>
                <a:lnTo>
                  <a:pt x="0" y="227888"/>
                </a:lnTo>
                <a:lnTo>
                  <a:pt x="75962" y="227888"/>
                </a:lnTo>
                <a:lnTo>
                  <a:pt x="75962" y="199402"/>
                </a:lnTo>
                <a:lnTo>
                  <a:pt x="28486" y="199402"/>
                </a:lnTo>
                <a:lnTo>
                  <a:pt x="75962" y="199402"/>
                </a:lnTo>
                <a:lnTo>
                  <a:pt x="75962" y="180412"/>
                </a:lnTo>
                <a:lnTo>
                  <a:pt x="28486" y="180412"/>
                </a:lnTo>
                <a:lnTo>
                  <a:pt x="75962" y="180412"/>
                </a:lnTo>
                <a:lnTo>
                  <a:pt x="75962" y="151926"/>
                </a:lnTo>
                <a:lnTo>
                  <a:pt x="28486" y="151926"/>
                </a:lnTo>
                <a:lnTo>
                  <a:pt x="75962" y="151926"/>
                </a:lnTo>
                <a:lnTo>
                  <a:pt x="75962" y="123440"/>
                </a:lnTo>
                <a:lnTo>
                  <a:pt x="28486" y="123440"/>
                </a:lnTo>
                <a:lnTo>
                  <a:pt x="75962" y="123440"/>
                </a:lnTo>
                <a:lnTo>
                  <a:pt x="75962" y="104449"/>
                </a:lnTo>
                <a:lnTo>
                  <a:pt x="0" y="104449"/>
                </a:lnTo>
                <a:lnTo>
                  <a:pt x="75962" y="104449"/>
                </a:lnTo>
                <a:lnTo>
                  <a:pt x="75962" y="75963"/>
                </a:lnTo>
                <a:lnTo>
                  <a:pt x="28486" y="75963"/>
                </a:lnTo>
                <a:lnTo>
                  <a:pt x="75962" y="75963"/>
                </a:lnTo>
                <a:lnTo>
                  <a:pt x="75962" y="47477"/>
                </a:lnTo>
                <a:lnTo>
                  <a:pt x="28486" y="47477"/>
                </a:lnTo>
                <a:lnTo>
                  <a:pt x="75962" y="47477"/>
                </a:lnTo>
                <a:lnTo>
                  <a:pt x="75962" y="18991"/>
                </a:lnTo>
                <a:lnTo>
                  <a:pt x="28486" y="18991"/>
                </a:lnTo>
                <a:lnTo>
                  <a:pt x="75962" y="18991"/>
                </a:lnTo>
                <a:lnTo>
                  <a:pt x="75962" y="0"/>
                </a:lnTo>
                <a:lnTo>
                  <a:pt x="28486" y="0"/>
                </a:lnTo>
                <a:close/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975A5FC-96BD-B9C8-823E-BFFD33C85EEA}"/>
              </a:ext>
            </a:extLst>
          </p:cNvPr>
          <p:cNvSpPr txBox="1"/>
          <p:nvPr/>
        </p:nvSpPr>
        <p:spPr>
          <a:xfrm>
            <a:off x="891253" y="4418265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Counts/1E4</a:t>
            </a:r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81814637-1B0F-2D5C-4E1E-189EF73574A8}"/>
              </a:ext>
            </a:extLst>
          </p:cNvPr>
          <p:cNvSpPr/>
          <p:nvPr/>
        </p:nvSpPr>
        <p:spPr bwMode="auto">
          <a:xfrm>
            <a:off x="11251963" y="4396336"/>
            <a:ext cx="1" cy="759628"/>
          </a:xfrm>
          <a:custGeom>
            <a:avLst/>
            <a:gdLst/>
            <a:ahLst/>
            <a:cxnLst/>
            <a:rect l="0" t="0" r="0" b="0"/>
            <a:pathLst>
              <a:path w="1" h="759628">
                <a:moveTo>
                  <a:pt x="0" y="0"/>
                </a:moveTo>
                <a:lnTo>
                  <a:pt x="0" y="759627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B725BEF9-8118-115A-62D7-48CC5E1C2D27}"/>
              </a:ext>
            </a:extLst>
          </p:cNvPr>
          <p:cNvSpPr/>
          <p:nvPr/>
        </p:nvSpPr>
        <p:spPr bwMode="auto">
          <a:xfrm>
            <a:off x="1547738" y="4510281"/>
            <a:ext cx="9694730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617196"/>
                </a:moveTo>
                <a:lnTo>
                  <a:pt x="9496" y="617196"/>
                </a:lnTo>
                <a:lnTo>
                  <a:pt x="18991" y="617196"/>
                </a:lnTo>
                <a:lnTo>
                  <a:pt x="28486" y="617196"/>
                </a:lnTo>
                <a:lnTo>
                  <a:pt x="37982" y="617196"/>
                </a:lnTo>
                <a:lnTo>
                  <a:pt x="47477" y="617196"/>
                </a:lnTo>
                <a:lnTo>
                  <a:pt x="56972" y="617196"/>
                </a:lnTo>
                <a:lnTo>
                  <a:pt x="66468" y="617196"/>
                </a:lnTo>
                <a:lnTo>
                  <a:pt x="75963" y="617196"/>
                </a:lnTo>
                <a:lnTo>
                  <a:pt x="85458" y="617196"/>
                </a:lnTo>
                <a:lnTo>
                  <a:pt x="94954" y="617196"/>
                </a:lnTo>
                <a:lnTo>
                  <a:pt x="104449" y="617196"/>
                </a:lnTo>
                <a:lnTo>
                  <a:pt x="113944" y="617196"/>
                </a:lnTo>
                <a:lnTo>
                  <a:pt x="123440" y="617196"/>
                </a:lnTo>
                <a:lnTo>
                  <a:pt x="132935" y="617196"/>
                </a:lnTo>
                <a:lnTo>
                  <a:pt x="142430" y="617196"/>
                </a:lnTo>
                <a:lnTo>
                  <a:pt x="151926" y="617196"/>
                </a:lnTo>
                <a:lnTo>
                  <a:pt x="161421" y="617196"/>
                </a:lnTo>
                <a:lnTo>
                  <a:pt x="170916" y="617196"/>
                </a:lnTo>
                <a:lnTo>
                  <a:pt x="180412" y="617196"/>
                </a:lnTo>
                <a:lnTo>
                  <a:pt x="189907" y="617196"/>
                </a:lnTo>
                <a:lnTo>
                  <a:pt x="199402" y="617196"/>
                </a:lnTo>
                <a:lnTo>
                  <a:pt x="208898" y="617196"/>
                </a:lnTo>
                <a:lnTo>
                  <a:pt x="218393" y="626691"/>
                </a:lnTo>
                <a:lnTo>
                  <a:pt x="227888" y="617196"/>
                </a:lnTo>
                <a:lnTo>
                  <a:pt x="237383" y="617196"/>
                </a:lnTo>
                <a:lnTo>
                  <a:pt x="246879" y="617196"/>
                </a:lnTo>
                <a:lnTo>
                  <a:pt x="256374" y="626691"/>
                </a:lnTo>
                <a:lnTo>
                  <a:pt x="265870" y="617196"/>
                </a:lnTo>
                <a:lnTo>
                  <a:pt x="275365" y="617196"/>
                </a:lnTo>
                <a:lnTo>
                  <a:pt x="284860" y="626691"/>
                </a:lnTo>
                <a:lnTo>
                  <a:pt x="294355" y="626691"/>
                </a:lnTo>
                <a:lnTo>
                  <a:pt x="303851" y="626691"/>
                </a:lnTo>
                <a:lnTo>
                  <a:pt x="313346" y="626691"/>
                </a:lnTo>
                <a:lnTo>
                  <a:pt x="322841" y="626691"/>
                </a:lnTo>
                <a:lnTo>
                  <a:pt x="332337" y="626691"/>
                </a:lnTo>
                <a:lnTo>
                  <a:pt x="341832" y="626691"/>
                </a:lnTo>
                <a:lnTo>
                  <a:pt x="351327" y="626691"/>
                </a:lnTo>
                <a:lnTo>
                  <a:pt x="360823" y="626691"/>
                </a:lnTo>
                <a:lnTo>
                  <a:pt x="370318" y="626691"/>
                </a:lnTo>
                <a:lnTo>
                  <a:pt x="379813" y="626691"/>
                </a:lnTo>
                <a:lnTo>
                  <a:pt x="389309" y="626691"/>
                </a:lnTo>
                <a:lnTo>
                  <a:pt x="398804" y="626691"/>
                </a:lnTo>
                <a:lnTo>
                  <a:pt x="408299" y="626691"/>
                </a:lnTo>
                <a:lnTo>
                  <a:pt x="417795" y="626691"/>
                </a:lnTo>
                <a:lnTo>
                  <a:pt x="427290" y="626691"/>
                </a:lnTo>
                <a:lnTo>
                  <a:pt x="436785" y="626691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26691"/>
                </a:lnTo>
                <a:lnTo>
                  <a:pt x="522243" y="626691"/>
                </a:lnTo>
                <a:lnTo>
                  <a:pt x="531739" y="626691"/>
                </a:lnTo>
                <a:lnTo>
                  <a:pt x="541234" y="626691"/>
                </a:lnTo>
                <a:lnTo>
                  <a:pt x="550729" y="626691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626691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626691"/>
                </a:lnTo>
                <a:lnTo>
                  <a:pt x="636187" y="626691"/>
                </a:lnTo>
                <a:lnTo>
                  <a:pt x="645683" y="626691"/>
                </a:lnTo>
                <a:lnTo>
                  <a:pt x="655178" y="626691"/>
                </a:lnTo>
                <a:lnTo>
                  <a:pt x="664673" y="626691"/>
                </a:lnTo>
                <a:lnTo>
                  <a:pt x="674169" y="626691"/>
                </a:lnTo>
                <a:lnTo>
                  <a:pt x="683664" y="626691"/>
                </a:lnTo>
                <a:lnTo>
                  <a:pt x="693159" y="626691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26691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26691"/>
                </a:lnTo>
                <a:lnTo>
                  <a:pt x="769122" y="626691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626691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626691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626691"/>
                </a:lnTo>
                <a:lnTo>
                  <a:pt x="1262879" y="626691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2669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26691"/>
                </a:lnTo>
                <a:lnTo>
                  <a:pt x="1357832" y="626691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26691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26691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26691"/>
                </a:lnTo>
                <a:lnTo>
                  <a:pt x="1547739" y="626691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26691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626691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2669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2669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2669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2669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626691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26691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626691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26691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626691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2669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626691"/>
                </a:lnTo>
                <a:lnTo>
                  <a:pt x="2231402" y="626691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626691"/>
                </a:lnTo>
                <a:lnTo>
                  <a:pt x="2326355" y="626691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26691"/>
                </a:lnTo>
                <a:lnTo>
                  <a:pt x="2421309" y="626691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626691"/>
                </a:lnTo>
                <a:lnTo>
                  <a:pt x="2525758" y="626691"/>
                </a:lnTo>
                <a:lnTo>
                  <a:pt x="2535253" y="626691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26691"/>
                </a:lnTo>
                <a:lnTo>
                  <a:pt x="2620711" y="626691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2669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626691"/>
                </a:lnTo>
                <a:lnTo>
                  <a:pt x="2715664" y="626691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26691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26691"/>
                </a:lnTo>
                <a:lnTo>
                  <a:pt x="2810617" y="626691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26691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26691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26691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2669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626691"/>
                </a:lnTo>
                <a:lnTo>
                  <a:pt x="3104972" y="62669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26691"/>
                </a:lnTo>
                <a:lnTo>
                  <a:pt x="3199926" y="626691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26691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2669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626691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26691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26691"/>
                </a:lnTo>
                <a:lnTo>
                  <a:pt x="3494281" y="626691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17196"/>
                </a:lnTo>
                <a:lnTo>
                  <a:pt x="3579739" y="617196"/>
                </a:lnTo>
                <a:lnTo>
                  <a:pt x="3589234" y="617196"/>
                </a:lnTo>
                <a:lnTo>
                  <a:pt x="3598729" y="617196"/>
                </a:lnTo>
                <a:lnTo>
                  <a:pt x="3608225" y="617196"/>
                </a:lnTo>
                <a:lnTo>
                  <a:pt x="3617720" y="617196"/>
                </a:lnTo>
                <a:lnTo>
                  <a:pt x="3627216" y="617196"/>
                </a:lnTo>
                <a:lnTo>
                  <a:pt x="3636711" y="617196"/>
                </a:lnTo>
                <a:lnTo>
                  <a:pt x="3646206" y="607700"/>
                </a:lnTo>
                <a:lnTo>
                  <a:pt x="3655701" y="607700"/>
                </a:lnTo>
                <a:lnTo>
                  <a:pt x="3665197" y="607700"/>
                </a:lnTo>
                <a:lnTo>
                  <a:pt x="3674692" y="607700"/>
                </a:lnTo>
                <a:lnTo>
                  <a:pt x="3684187" y="607700"/>
                </a:lnTo>
                <a:lnTo>
                  <a:pt x="3693683" y="598205"/>
                </a:lnTo>
                <a:lnTo>
                  <a:pt x="3703178" y="598205"/>
                </a:lnTo>
                <a:lnTo>
                  <a:pt x="3712673" y="598205"/>
                </a:lnTo>
                <a:lnTo>
                  <a:pt x="3722169" y="598205"/>
                </a:lnTo>
                <a:lnTo>
                  <a:pt x="3731664" y="588710"/>
                </a:lnTo>
                <a:lnTo>
                  <a:pt x="3741159" y="588710"/>
                </a:lnTo>
                <a:lnTo>
                  <a:pt x="3750654" y="579214"/>
                </a:lnTo>
                <a:lnTo>
                  <a:pt x="3760150" y="569719"/>
                </a:lnTo>
                <a:lnTo>
                  <a:pt x="3769645" y="550728"/>
                </a:lnTo>
                <a:lnTo>
                  <a:pt x="3779141" y="541233"/>
                </a:lnTo>
                <a:lnTo>
                  <a:pt x="3788636" y="522242"/>
                </a:lnTo>
                <a:lnTo>
                  <a:pt x="3798131" y="493757"/>
                </a:lnTo>
                <a:lnTo>
                  <a:pt x="3807627" y="465270"/>
                </a:lnTo>
                <a:lnTo>
                  <a:pt x="3817122" y="436784"/>
                </a:lnTo>
                <a:lnTo>
                  <a:pt x="3826617" y="398803"/>
                </a:lnTo>
                <a:lnTo>
                  <a:pt x="3836112" y="360822"/>
                </a:lnTo>
                <a:lnTo>
                  <a:pt x="3845608" y="332336"/>
                </a:lnTo>
                <a:lnTo>
                  <a:pt x="3855103" y="284859"/>
                </a:lnTo>
                <a:lnTo>
                  <a:pt x="3864599" y="237383"/>
                </a:lnTo>
                <a:lnTo>
                  <a:pt x="3874094" y="199401"/>
                </a:lnTo>
                <a:lnTo>
                  <a:pt x="3883589" y="161420"/>
                </a:lnTo>
                <a:lnTo>
                  <a:pt x="3893085" y="123438"/>
                </a:lnTo>
                <a:lnTo>
                  <a:pt x="3902580" y="94953"/>
                </a:lnTo>
                <a:lnTo>
                  <a:pt x="3912075" y="66467"/>
                </a:lnTo>
                <a:lnTo>
                  <a:pt x="3921570" y="47476"/>
                </a:lnTo>
                <a:lnTo>
                  <a:pt x="3931066" y="28485"/>
                </a:lnTo>
                <a:lnTo>
                  <a:pt x="3940561" y="9495"/>
                </a:lnTo>
                <a:lnTo>
                  <a:pt x="3950057" y="0"/>
                </a:lnTo>
                <a:lnTo>
                  <a:pt x="3959552" y="0"/>
                </a:lnTo>
                <a:lnTo>
                  <a:pt x="3969047" y="9495"/>
                </a:lnTo>
                <a:lnTo>
                  <a:pt x="3978543" y="9495"/>
                </a:lnTo>
                <a:lnTo>
                  <a:pt x="3988038" y="18990"/>
                </a:lnTo>
                <a:lnTo>
                  <a:pt x="3997533" y="37981"/>
                </a:lnTo>
                <a:lnTo>
                  <a:pt x="4007028" y="56971"/>
                </a:lnTo>
                <a:lnTo>
                  <a:pt x="4016524" y="75962"/>
                </a:lnTo>
                <a:lnTo>
                  <a:pt x="4026019" y="94953"/>
                </a:lnTo>
                <a:lnTo>
                  <a:pt x="4035515" y="104448"/>
                </a:lnTo>
                <a:lnTo>
                  <a:pt x="4045010" y="123438"/>
                </a:lnTo>
                <a:lnTo>
                  <a:pt x="4054505" y="151925"/>
                </a:lnTo>
                <a:lnTo>
                  <a:pt x="4064000" y="170915"/>
                </a:lnTo>
                <a:lnTo>
                  <a:pt x="4073496" y="189906"/>
                </a:lnTo>
                <a:lnTo>
                  <a:pt x="4082991" y="208896"/>
                </a:lnTo>
                <a:lnTo>
                  <a:pt x="4092486" y="227887"/>
                </a:lnTo>
                <a:lnTo>
                  <a:pt x="4101982" y="246878"/>
                </a:lnTo>
                <a:lnTo>
                  <a:pt x="4111477" y="265869"/>
                </a:lnTo>
                <a:lnTo>
                  <a:pt x="4120973" y="284859"/>
                </a:lnTo>
                <a:lnTo>
                  <a:pt x="4130468" y="294354"/>
                </a:lnTo>
                <a:lnTo>
                  <a:pt x="4139963" y="313345"/>
                </a:lnTo>
                <a:lnTo>
                  <a:pt x="4149458" y="322841"/>
                </a:lnTo>
                <a:lnTo>
                  <a:pt x="4158954" y="341831"/>
                </a:lnTo>
                <a:lnTo>
                  <a:pt x="4168449" y="351327"/>
                </a:lnTo>
                <a:lnTo>
                  <a:pt x="4177944" y="360822"/>
                </a:lnTo>
                <a:lnTo>
                  <a:pt x="4187440" y="370317"/>
                </a:lnTo>
                <a:lnTo>
                  <a:pt x="4196935" y="379812"/>
                </a:lnTo>
                <a:lnTo>
                  <a:pt x="4206430" y="389308"/>
                </a:lnTo>
                <a:lnTo>
                  <a:pt x="4215926" y="398803"/>
                </a:lnTo>
                <a:lnTo>
                  <a:pt x="4225421" y="408299"/>
                </a:lnTo>
                <a:lnTo>
                  <a:pt x="4234916" y="408299"/>
                </a:lnTo>
                <a:lnTo>
                  <a:pt x="4244412" y="417794"/>
                </a:lnTo>
                <a:lnTo>
                  <a:pt x="4253907" y="427289"/>
                </a:lnTo>
                <a:lnTo>
                  <a:pt x="4263402" y="427289"/>
                </a:lnTo>
                <a:lnTo>
                  <a:pt x="4272898" y="436784"/>
                </a:lnTo>
                <a:lnTo>
                  <a:pt x="4282393" y="446280"/>
                </a:lnTo>
                <a:lnTo>
                  <a:pt x="4291888" y="455775"/>
                </a:lnTo>
                <a:lnTo>
                  <a:pt x="4301384" y="455775"/>
                </a:lnTo>
                <a:lnTo>
                  <a:pt x="4310879" y="465270"/>
                </a:lnTo>
                <a:lnTo>
                  <a:pt x="4320374" y="474766"/>
                </a:lnTo>
                <a:lnTo>
                  <a:pt x="4329870" y="474766"/>
                </a:lnTo>
                <a:lnTo>
                  <a:pt x="4339365" y="474766"/>
                </a:lnTo>
                <a:lnTo>
                  <a:pt x="4348860" y="484261"/>
                </a:lnTo>
                <a:lnTo>
                  <a:pt x="4358356" y="493757"/>
                </a:lnTo>
                <a:lnTo>
                  <a:pt x="4367851" y="493757"/>
                </a:lnTo>
                <a:lnTo>
                  <a:pt x="4377346" y="503252"/>
                </a:lnTo>
                <a:lnTo>
                  <a:pt x="4386842" y="503252"/>
                </a:lnTo>
                <a:lnTo>
                  <a:pt x="4396337" y="512747"/>
                </a:lnTo>
                <a:lnTo>
                  <a:pt x="4405832" y="512747"/>
                </a:lnTo>
                <a:lnTo>
                  <a:pt x="4415327" y="522242"/>
                </a:lnTo>
                <a:lnTo>
                  <a:pt x="4424823" y="522242"/>
                </a:lnTo>
                <a:lnTo>
                  <a:pt x="4434318" y="522242"/>
                </a:lnTo>
                <a:lnTo>
                  <a:pt x="4443813" y="531738"/>
                </a:lnTo>
                <a:lnTo>
                  <a:pt x="4453309" y="541233"/>
                </a:lnTo>
                <a:lnTo>
                  <a:pt x="4462804" y="541233"/>
                </a:lnTo>
                <a:lnTo>
                  <a:pt x="4472300" y="541233"/>
                </a:lnTo>
                <a:lnTo>
                  <a:pt x="4481795" y="550728"/>
                </a:lnTo>
                <a:lnTo>
                  <a:pt x="4491290" y="550728"/>
                </a:lnTo>
                <a:lnTo>
                  <a:pt x="4500785" y="550728"/>
                </a:lnTo>
                <a:lnTo>
                  <a:pt x="4510281" y="550728"/>
                </a:lnTo>
                <a:lnTo>
                  <a:pt x="4519776" y="560224"/>
                </a:lnTo>
                <a:lnTo>
                  <a:pt x="4529271" y="560224"/>
                </a:lnTo>
                <a:lnTo>
                  <a:pt x="4538767" y="560224"/>
                </a:lnTo>
                <a:lnTo>
                  <a:pt x="4548262" y="569719"/>
                </a:lnTo>
                <a:lnTo>
                  <a:pt x="4557758" y="569719"/>
                </a:lnTo>
                <a:lnTo>
                  <a:pt x="4567253" y="569719"/>
                </a:lnTo>
                <a:lnTo>
                  <a:pt x="4576748" y="569719"/>
                </a:lnTo>
                <a:lnTo>
                  <a:pt x="4586243" y="569719"/>
                </a:lnTo>
                <a:lnTo>
                  <a:pt x="4595739" y="579214"/>
                </a:lnTo>
                <a:lnTo>
                  <a:pt x="4605234" y="579214"/>
                </a:lnTo>
                <a:lnTo>
                  <a:pt x="4614729" y="579214"/>
                </a:lnTo>
                <a:lnTo>
                  <a:pt x="4624225" y="579214"/>
                </a:lnTo>
                <a:lnTo>
                  <a:pt x="4633720" y="579214"/>
                </a:lnTo>
                <a:lnTo>
                  <a:pt x="4643216" y="588710"/>
                </a:lnTo>
                <a:lnTo>
                  <a:pt x="4652711" y="588710"/>
                </a:lnTo>
                <a:lnTo>
                  <a:pt x="4662206" y="588710"/>
                </a:lnTo>
                <a:lnTo>
                  <a:pt x="4671701" y="588710"/>
                </a:lnTo>
                <a:lnTo>
                  <a:pt x="4681197" y="588710"/>
                </a:lnTo>
                <a:lnTo>
                  <a:pt x="4690692" y="588710"/>
                </a:lnTo>
                <a:lnTo>
                  <a:pt x="4700187" y="588710"/>
                </a:lnTo>
                <a:lnTo>
                  <a:pt x="4709683" y="598205"/>
                </a:lnTo>
                <a:lnTo>
                  <a:pt x="4719178" y="598205"/>
                </a:lnTo>
                <a:lnTo>
                  <a:pt x="4728673" y="598205"/>
                </a:lnTo>
                <a:lnTo>
                  <a:pt x="4738169" y="598205"/>
                </a:lnTo>
                <a:lnTo>
                  <a:pt x="4747664" y="598205"/>
                </a:lnTo>
                <a:lnTo>
                  <a:pt x="4757159" y="598205"/>
                </a:lnTo>
                <a:lnTo>
                  <a:pt x="4766654" y="598205"/>
                </a:lnTo>
                <a:lnTo>
                  <a:pt x="4776150" y="598205"/>
                </a:lnTo>
                <a:lnTo>
                  <a:pt x="4785645" y="598205"/>
                </a:lnTo>
                <a:lnTo>
                  <a:pt x="4795141" y="598205"/>
                </a:lnTo>
                <a:lnTo>
                  <a:pt x="4804636" y="598205"/>
                </a:lnTo>
                <a:lnTo>
                  <a:pt x="4814131" y="607700"/>
                </a:lnTo>
                <a:lnTo>
                  <a:pt x="4823627" y="607700"/>
                </a:lnTo>
                <a:lnTo>
                  <a:pt x="4833122" y="607700"/>
                </a:lnTo>
                <a:lnTo>
                  <a:pt x="4842617" y="607700"/>
                </a:lnTo>
                <a:lnTo>
                  <a:pt x="4852112" y="607700"/>
                </a:lnTo>
                <a:lnTo>
                  <a:pt x="4861608" y="607700"/>
                </a:lnTo>
                <a:lnTo>
                  <a:pt x="4871103" y="607700"/>
                </a:lnTo>
                <a:lnTo>
                  <a:pt x="4880599" y="607700"/>
                </a:lnTo>
                <a:lnTo>
                  <a:pt x="4890094" y="607700"/>
                </a:lnTo>
                <a:lnTo>
                  <a:pt x="4899589" y="607700"/>
                </a:lnTo>
                <a:lnTo>
                  <a:pt x="4909085" y="607700"/>
                </a:lnTo>
                <a:lnTo>
                  <a:pt x="4918580" y="607700"/>
                </a:lnTo>
                <a:lnTo>
                  <a:pt x="4928075" y="607700"/>
                </a:lnTo>
                <a:lnTo>
                  <a:pt x="4937570" y="607700"/>
                </a:lnTo>
                <a:lnTo>
                  <a:pt x="4947066" y="607700"/>
                </a:lnTo>
                <a:lnTo>
                  <a:pt x="4956561" y="607700"/>
                </a:lnTo>
                <a:lnTo>
                  <a:pt x="4966057" y="607700"/>
                </a:lnTo>
                <a:lnTo>
                  <a:pt x="4975552" y="607700"/>
                </a:lnTo>
                <a:lnTo>
                  <a:pt x="4985047" y="607700"/>
                </a:lnTo>
                <a:lnTo>
                  <a:pt x="4994543" y="607700"/>
                </a:lnTo>
                <a:lnTo>
                  <a:pt x="5004038" y="607700"/>
                </a:lnTo>
                <a:lnTo>
                  <a:pt x="5013533" y="607700"/>
                </a:lnTo>
                <a:lnTo>
                  <a:pt x="5023028" y="607700"/>
                </a:lnTo>
                <a:lnTo>
                  <a:pt x="5032524" y="617196"/>
                </a:lnTo>
                <a:lnTo>
                  <a:pt x="5042019" y="617196"/>
                </a:lnTo>
                <a:lnTo>
                  <a:pt x="5051514" y="617196"/>
                </a:lnTo>
                <a:lnTo>
                  <a:pt x="5061010" y="617196"/>
                </a:lnTo>
                <a:lnTo>
                  <a:pt x="5070505" y="617196"/>
                </a:lnTo>
                <a:lnTo>
                  <a:pt x="5080000" y="617196"/>
                </a:lnTo>
                <a:lnTo>
                  <a:pt x="5089496" y="617196"/>
                </a:lnTo>
                <a:lnTo>
                  <a:pt x="5098991" y="617196"/>
                </a:lnTo>
                <a:lnTo>
                  <a:pt x="5108487" y="617196"/>
                </a:lnTo>
                <a:lnTo>
                  <a:pt x="5117981" y="617196"/>
                </a:lnTo>
                <a:lnTo>
                  <a:pt x="5127477" y="617196"/>
                </a:lnTo>
                <a:lnTo>
                  <a:pt x="5136973" y="617196"/>
                </a:lnTo>
                <a:lnTo>
                  <a:pt x="5146468" y="617196"/>
                </a:lnTo>
                <a:lnTo>
                  <a:pt x="5155963" y="617196"/>
                </a:lnTo>
                <a:lnTo>
                  <a:pt x="5165458" y="617196"/>
                </a:lnTo>
                <a:lnTo>
                  <a:pt x="5174954" y="617196"/>
                </a:lnTo>
                <a:lnTo>
                  <a:pt x="5184449" y="617196"/>
                </a:lnTo>
                <a:lnTo>
                  <a:pt x="5193944" y="617196"/>
                </a:lnTo>
                <a:lnTo>
                  <a:pt x="5203440" y="617196"/>
                </a:lnTo>
                <a:lnTo>
                  <a:pt x="5212935" y="617196"/>
                </a:lnTo>
                <a:lnTo>
                  <a:pt x="5222430" y="617196"/>
                </a:lnTo>
                <a:lnTo>
                  <a:pt x="5231926" y="617196"/>
                </a:lnTo>
                <a:lnTo>
                  <a:pt x="5241421" y="617196"/>
                </a:lnTo>
                <a:lnTo>
                  <a:pt x="5250916" y="617196"/>
                </a:lnTo>
                <a:lnTo>
                  <a:pt x="5260412" y="617196"/>
                </a:lnTo>
                <a:lnTo>
                  <a:pt x="5269907" y="617196"/>
                </a:lnTo>
                <a:lnTo>
                  <a:pt x="5279403" y="617196"/>
                </a:lnTo>
                <a:lnTo>
                  <a:pt x="5288897" y="617196"/>
                </a:lnTo>
                <a:lnTo>
                  <a:pt x="5298393" y="617196"/>
                </a:lnTo>
                <a:lnTo>
                  <a:pt x="5307889" y="617196"/>
                </a:lnTo>
                <a:lnTo>
                  <a:pt x="5317383" y="626691"/>
                </a:lnTo>
                <a:lnTo>
                  <a:pt x="5326879" y="626691"/>
                </a:lnTo>
                <a:lnTo>
                  <a:pt x="5336374" y="626691"/>
                </a:lnTo>
                <a:lnTo>
                  <a:pt x="5345870" y="626691"/>
                </a:lnTo>
                <a:lnTo>
                  <a:pt x="5355365" y="626691"/>
                </a:lnTo>
                <a:lnTo>
                  <a:pt x="5364860" y="626691"/>
                </a:lnTo>
                <a:lnTo>
                  <a:pt x="5374356" y="626691"/>
                </a:lnTo>
                <a:lnTo>
                  <a:pt x="5383851" y="626691"/>
                </a:lnTo>
                <a:lnTo>
                  <a:pt x="5393346" y="626691"/>
                </a:lnTo>
                <a:lnTo>
                  <a:pt x="5402842" y="626691"/>
                </a:lnTo>
                <a:lnTo>
                  <a:pt x="5412337" y="626691"/>
                </a:lnTo>
                <a:lnTo>
                  <a:pt x="5421832" y="626691"/>
                </a:lnTo>
                <a:lnTo>
                  <a:pt x="5431327" y="626691"/>
                </a:lnTo>
                <a:lnTo>
                  <a:pt x="5440823" y="626691"/>
                </a:lnTo>
                <a:lnTo>
                  <a:pt x="5450319" y="626691"/>
                </a:lnTo>
                <a:lnTo>
                  <a:pt x="5459813" y="626691"/>
                </a:lnTo>
                <a:lnTo>
                  <a:pt x="5469309" y="626691"/>
                </a:lnTo>
                <a:lnTo>
                  <a:pt x="5478804" y="626691"/>
                </a:lnTo>
                <a:lnTo>
                  <a:pt x="5488299" y="626691"/>
                </a:lnTo>
                <a:lnTo>
                  <a:pt x="5497795" y="626691"/>
                </a:lnTo>
                <a:lnTo>
                  <a:pt x="5507290" y="626691"/>
                </a:lnTo>
                <a:lnTo>
                  <a:pt x="5516786" y="626691"/>
                </a:lnTo>
                <a:lnTo>
                  <a:pt x="5526281" y="626691"/>
                </a:lnTo>
                <a:lnTo>
                  <a:pt x="5535776" y="626691"/>
                </a:lnTo>
                <a:lnTo>
                  <a:pt x="5545272" y="626691"/>
                </a:lnTo>
                <a:lnTo>
                  <a:pt x="5554766" y="626691"/>
                </a:lnTo>
                <a:lnTo>
                  <a:pt x="5564262" y="626691"/>
                </a:lnTo>
                <a:lnTo>
                  <a:pt x="5573758" y="626691"/>
                </a:lnTo>
                <a:lnTo>
                  <a:pt x="5583253" y="626691"/>
                </a:lnTo>
                <a:lnTo>
                  <a:pt x="5592748" y="626691"/>
                </a:lnTo>
                <a:lnTo>
                  <a:pt x="5602243" y="626691"/>
                </a:lnTo>
                <a:lnTo>
                  <a:pt x="5611739" y="626691"/>
                </a:lnTo>
                <a:lnTo>
                  <a:pt x="5621234" y="626691"/>
                </a:lnTo>
                <a:lnTo>
                  <a:pt x="5630729" y="626691"/>
                </a:lnTo>
                <a:lnTo>
                  <a:pt x="5640225" y="626691"/>
                </a:lnTo>
                <a:lnTo>
                  <a:pt x="5649720" y="626691"/>
                </a:lnTo>
                <a:lnTo>
                  <a:pt x="5659215" y="626691"/>
                </a:lnTo>
                <a:lnTo>
                  <a:pt x="5668711" y="626691"/>
                </a:lnTo>
                <a:lnTo>
                  <a:pt x="5678206" y="626691"/>
                </a:lnTo>
                <a:lnTo>
                  <a:pt x="5687702" y="626691"/>
                </a:lnTo>
                <a:lnTo>
                  <a:pt x="5697197" y="626691"/>
                </a:lnTo>
                <a:lnTo>
                  <a:pt x="5706692" y="626691"/>
                </a:lnTo>
                <a:lnTo>
                  <a:pt x="5716188" y="626691"/>
                </a:lnTo>
                <a:lnTo>
                  <a:pt x="5725682" y="626691"/>
                </a:lnTo>
                <a:lnTo>
                  <a:pt x="5735178" y="626691"/>
                </a:lnTo>
                <a:lnTo>
                  <a:pt x="5744673" y="626691"/>
                </a:lnTo>
                <a:lnTo>
                  <a:pt x="5754169" y="626691"/>
                </a:lnTo>
                <a:lnTo>
                  <a:pt x="5763664" y="626691"/>
                </a:lnTo>
                <a:lnTo>
                  <a:pt x="5773159" y="626691"/>
                </a:lnTo>
                <a:lnTo>
                  <a:pt x="5782655" y="626691"/>
                </a:lnTo>
                <a:lnTo>
                  <a:pt x="5792150" y="626691"/>
                </a:lnTo>
                <a:lnTo>
                  <a:pt x="5801645" y="626691"/>
                </a:lnTo>
                <a:lnTo>
                  <a:pt x="5811141" y="626691"/>
                </a:lnTo>
                <a:lnTo>
                  <a:pt x="5820636" y="626691"/>
                </a:lnTo>
                <a:lnTo>
                  <a:pt x="5830131" y="626691"/>
                </a:lnTo>
                <a:lnTo>
                  <a:pt x="5839627" y="626691"/>
                </a:lnTo>
                <a:lnTo>
                  <a:pt x="5849122" y="626691"/>
                </a:lnTo>
                <a:lnTo>
                  <a:pt x="5858618" y="626691"/>
                </a:lnTo>
                <a:lnTo>
                  <a:pt x="5868112" y="626691"/>
                </a:lnTo>
                <a:lnTo>
                  <a:pt x="5877608" y="626691"/>
                </a:lnTo>
                <a:lnTo>
                  <a:pt x="5887104" y="626691"/>
                </a:lnTo>
                <a:lnTo>
                  <a:pt x="5896598" y="626691"/>
                </a:lnTo>
                <a:lnTo>
                  <a:pt x="5906094" y="626691"/>
                </a:lnTo>
                <a:lnTo>
                  <a:pt x="5915589" y="626691"/>
                </a:lnTo>
                <a:lnTo>
                  <a:pt x="5925085" y="626691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626691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26691"/>
                </a:lnTo>
                <a:lnTo>
                  <a:pt x="6010543" y="626691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26691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626691"/>
                </a:lnTo>
                <a:lnTo>
                  <a:pt x="6105496" y="626691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26691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26691"/>
                </a:lnTo>
                <a:lnTo>
                  <a:pt x="6200449" y="626691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626691"/>
                </a:lnTo>
                <a:lnTo>
                  <a:pt x="6304897" y="626691"/>
                </a:lnTo>
                <a:lnTo>
                  <a:pt x="6314393" y="62669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26691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626691"/>
                </a:lnTo>
                <a:lnTo>
                  <a:pt x="6399851" y="626691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626691"/>
                </a:lnTo>
                <a:lnTo>
                  <a:pt x="6504299" y="62669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26691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26691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26691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626691"/>
                </a:lnTo>
                <a:lnTo>
                  <a:pt x="6694206" y="626691"/>
                </a:lnTo>
                <a:lnTo>
                  <a:pt x="6703702" y="626691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26691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626691"/>
                </a:lnTo>
                <a:lnTo>
                  <a:pt x="6884112" y="626691"/>
                </a:lnTo>
                <a:lnTo>
                  <a:pt x="6893608" y="626691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26691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626691"/>
                </a:lnTo>
                <a:lnTo>
                  <a:pt x="7083514" y="626691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26691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26691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26691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626691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626691"/>
                </a:lnTo>
                <a:lnTo>
                  <a:pt x="7662729" y="626691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26691"/>
                </a:lnTo>
                <a:lnTo>
                  <a:pt x="7757682" y="626691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26691"/>
                </a:lnTo>
                <a:lnTo>
                  <a:pt x="7852636" y="626691"/>
                </a:lnTo>
                <a:lnTo>
                  <a:pt x="7862131" y="626691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26691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26691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26691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26691"/>
                </a:lnTo>
                <a:lnTo>
                  <a:pt x="8241944" y="626691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26691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26691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26691"/>
                </a:lnTo>
                <a:lnTo>
                  <a:pt x="8536300" y="626691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17196"/>
                </a:lnTo>
                <a:lnTo>
                  <a:pt x="8593272" y="617196"/>
                </a:lnTo>
                <a:lnTo>
                  <a:pt x="8602767" y="617196"/>
                </a:lnTo>
                <a:lnTo>
                  <a:pt x="8612262" y="617196"/>
                </a:lnTo>
                <a:lnTo>
                  <a:pt x="8621758" y="617196"/>
                </a:lnTo>
                <a:lnTo>
                  <a:pt x="8631253" y="617196"/>
                </a:lnTo>
                <a:lnTo>
                  <a:pt x="8640748" y="617196"/>
                </a:lnTo>
                <a:lnTo>
                  <a:pt x="8650243" y="617196"/>
                </a:lnTo>
                <a:lnTo>
                  <a:pt x="8659739" y="617196"/>
                </a:lnTo>
                <a:lnTo>
                  <a:pt x="8669234" y="617196"/>
                </a:lnTo>
                <a:lnTo>
                  <a:pt x="8678729" y="607700"/>
                </a:lnTo>
                <a:lnTo>
                  <a:pt x="8688225" y="607700"/>
                </a:lnTo>
                <a:lnTo>
                  <a:pt x="8697720" y="607700"/>
                </a:lnTo>
                <a:lnTo>
                  <a:pt x="8707215" y="607700"/>
                </a:lnTo>
                <a:lnTo>
                  <a:pt x="8716711" y="607700"/>
                </a:lnTo>
                <a:lnTo>
                  <a:pt x="8726206" y="607700"/>
                </a:lnTo>
                <a:lnTo>
                  <a:pt x="8735702" y="598205"/>
                </a:lnTo>
                <a:lnTo>
                  <a:pt x="8745197" y="598205"/>
                </a:lnTo>
                <a:lnTo>
                  <a:pt x="8754692" y="598205"/>
                </a:lnTo>
                <a:lnTo>
                  <a:pt x="8764188" y="598205"/>
                </a:lnTo>
                <a:lnTo>
                  <a:pt x="8773683" y="598205"/>
                </a:lnTo>
                <a:lnTo>
                  <a:pt x="8783178" y="588710"/>
                </a:lnTo>
                <a:lnTo>
                  <a:pt x="8792673" y="588710"/>
                </a:lnTo>
                <a:lnTo>
                  <a:pt x="8802169" y="588710"/>
                </a:lnTo>
                <a:lnTo>
                  <a:pt x="8811664" y="588710"/>
                </a:lnTo>
                <a:lnTo>
                  <a:pt x="8821159" y="588710"/>
                </a:lnTo>
                <a:lnTo>
                  <a:pt x="8830655" y="588710"/>
                </a:lnTo>
                <a:lnTo>
                  <a:pt x="8840150" y="588710"/>
                </a:lnTo>
                <a:lnTo>
                  <a:pt x="8849645" y="588710"/>
                </a:lnTo>
                <a:lnTo>
                  <a:pt x="8859141" y="588710"/>
                </a:lnTo>
                <a:lnTo>
                  <a:pt x="8868636" y="588710"/>
                </a:lnTo>
                <a:lnTo>
                  <a:pt x="8878131" y="588710"/>
                </a:lnTo>
                <a:lnTo>
                  <a:pt x="8887627" y="588710"/>
                </a:lnTo>
                <a:lnTo>
                  <a:pt x="8897122" y="588710"/>
                </a:lnTo>
                <a:lnTo>
                  <a:pt x="8906618" y="579214"/>
                </a:lnTo>
                <a:lnTo>
                  <a:pt x="8916112" y="579214"/>
                </a:lnTo>
                <a:lnTo>
                  <a:pt x="8925608" y="579214"/>
                </a:lnTo>
                <a:lnTo>
                  <a:pt x="8935104" y="579214"/>
                </a:lnTo>
                <a:lnTo>
                  <a:pt x="8944598" y="579214"/>
                </a:lnTo>
                <a:lnTo>
                  <a:pt x="8954094" y="579214"/>
                </a:lnTo>
                <a:lnTo>
                  <a:pt x="8963589" y="579214"/>
                </a:lnTo>
                <a:lnTo>
                  <a:pt x="8973085" y="579214"/>
                </a:lnTo>
                <a:lnTo>
                  <a:pt x="8982580" y="579214"/>
                </a:lnTo>
                <a:lnTo>
                  <a:pt x="8992075" y="579214"/>
                </a:lnTo>
                <a:lnTo>
                  <a:pt x="9001571" y="579214"/>
                </a:lnTo>
                <a:lnTo>
                  <a:pt x="9011066" y="579214"/>
                </a:lnTo>
                <a:lnTo>
                  <a:pt x="9020561" y="579214"/>
                </a:lnTo>
                <a:lnTo>
                  <a:pt x="9030057" y="579214"/>
                </a:lnTo>
                <a:lnTo>
                  <a:pt x="9039552" y="579214"/>
                </a:lnTo>
                <a:lnTo>
                  <a:pt x="9049047" y="579214"/>
                </a:lnTo>
                <a:lnTo>
                  <a:pt x="9058543" y="579214"/>
                </a:lnTo>
                <a:lnTo>
                  <a:pt x="9068038" y="579214"/>
                </a:lnTo>
                <a:lnTo>
                  <a:pt x="9077534" y="579214"/>
                </a:lnTo>
                <a:lnTo>
                  <a:pt x="9087028" y="579214"/>
                </a:lnTo>
                <a:lnTo>
                  <a:pt x="9096524" y="579214"/>
                </a:lnTo>
                <a:lnTo>
                  <a:pt x="9106019" y="579214"/>
                </a:lnTo>
                <a:lnTo>
                  <a:pt x="9115514" y="579214"/>
                </a:lnTo>
                <a:lnTo>
                  <a:pt x="9125010" y="579214"/>
                </a:lnTo>
                <a:lnTo>
                  <a:pt x="9134505" y="588710"/>
                </a:lnTo>
                <a:lnTo>
                  <a:pt x="9144001" y="588710"/>
                </a:lnTo>
                <a:lnTo>
                  <a:pt x="9153496" y="588710"/>
                </a:lnTo>
                <a:lnTo>
                  <a:pt x="9162991" y="588710"/>
                </a:lnTo>
                <a:lnTo>
                  <a:pt x="9172487" y="588710"/>
                </a:lnTo>
                <a:lnTo>
                  <a:pt x="9181981" y="588710"/>
                </a:lnTo>
                <a:lnTo>
                  <a:pt x="9191477" y="588710"/>
                </a:lnTo>
                <a:lnTo>
                  <a:pt x="9200973" y="598205"/>
                </a:lnTo>
                <a:lnTo>
                  <a:pt x="9210468" y="598205"/>
                </a:lnTo>
                <a:lnTo>
                  <a:pt x="9219963" y="598205"/>
                </a:lnTo>
                <a:lnTo>
                  <a:pt x="9229458" y="598205"/>
                </a:lnTo>
                <a:lnTo>
                  <a:pt x="9238954" y="598205"/>
                </a:lnTo>
                <a:lnTo>
                  <a:pt x="9248450" y="598205"/>
                </a:lnTo>
                <a:lnTo>
                  <a:pt x="9257944" y="598205"/>
                </a:lnTo>
                <a:lnTo>
                  <a:pt x="9267440" y="598205"/>
                </a:lnTo>
                <a:lnTo>
                  <a:pt x="9276935" y="598205"/>
                </a:lnTo>
                <a:lnTo>
                  <a:pt x="9286430" y="607700"/>
                </a:lnTo>
                <a:lnTo>
                  <a:pt x="9295926" y="607700"/>
                </a:lnTo>
                <a:lnTo>
                  <a:pt x="9305421" y="607700"/>
                </a:lnTo>
                <a:lnTo>
                  <a:pt x="9314917" y="607700"/>
                </a:lnTo>
                <a:lnTo>
                  <a:pt x="9324412" y="607700"/>
                </a:lnTo>
                <a:lnTo>
                  <a:pt x="9333907" y="607700"/>
                </a:lnTo>
                <a:lnTo>
                  <a:pt x="9343403" y="607700"/>
                </a:lnTo>
                <a:lnTo>
                  <a:pt x="9352897" y="607700"/>
                </a:lnTo>
                <a:lnTo>
                  <a:pt x="9362393" y="607700"/>
                </a:lnTo>
                <a:lnTo>
                  <a:pt x="9371889" y="607700"/>
                </a:lnTo>
                <a:lnTo>
                  <a:pt x="9381384" y="607700"/>
                </a:lnTo>
                <a:lnTo>
                  <a:pt x="9390879" y="617196"/>
                </a:lnTo>
                <a:lnTo>
                  <a:pt x="9400374" y="617196"/>
                </a:lnTo>
                <a:lnTo>
                  <a:pt x="9409870" y="617196"/>
                </a:lnTo>
                <a:lnTo>
                  <a:pt x="9419365" y="617196"/>
                </a:lnTo>
                <a:lnTo>
                  <a:pt x="9428860" y="617196"/>
                </a:lnTo>
                <a:lnTo>
                  <a:pt x="9438356" y="617196"/>
                </a:lnTo>
                <a:lnTo>
                  <a:pt x="9447851" y="617196"/>
                </a:lnTo>
                <a:lnTo>
                  <a:pt x="9457346" y="617196"/>
                </a:lnTo>
                <a:lnTo>
                  <a:pt x="9466842" y="617196"/>
                </a:lnTo>
                <a:lnTo>
                  <a:pt x="9476337" y="617196"/>
                </a:lnTo>
                <a:lnTo>
                  <a:pt x="9485833" y="617196"/>
                </a:lnTo>
                <a:lnTo>
                  <a:pt x="9495327" y="617196"/>
                </a:lnTo>
                <a:lnTo>
                  <a:pt x="9504823" y="617196"/>
                </a:lnTo>
                <a:lnTo>
                  <a:pt x="9514319" y="617196"/>
                </a:lnTo>
                <a:lnTo>
                  <a:pt x="9523813" y="617196"/>
                </a:lnTo>
                <a:lnTo>
                  <a:pt x="9533309" y="617196"/>
                </a:lnTo>
                <a:lnTo>
                  <a:pt x="9542804" y="617196"/>
                </a:lnTo>
                <a:lnTo>
                  <a:pt x="9552300" y="617196"/>
                </a:lnTo>
                <a:lnTo>
                  <a:pt x="9561795" y="617196"/>
                </a:lnTo>
                <a:lnTo>
                  <a:pt x="9571290" y="617196"/>
                </a:lnTo>
                <a:lnTo>
                  <a:pt x="9580786" y="617196"/>
                </a:lnTo>
                <a:lnTo>
                  <a:pt x="9590281" y="617196"/>
                </a:lnTo>
                <a:lnTo>
                  <a:pt x="9599776" y="617196"/>
                </a:lnTo>
                <a:lnTo>
                  <a:pt x="9609272" y="617196"/>
                </a:lnTo>
                <a:lnTo>
                  <a:pt x="9618767" y="617196"/>
                </a:lnTo>
                <a:lnTo>
                  <a:pt x="9628262" y="617196"/>
                </a:lnTo>
                <a:lnTo>
                  <a:pt x="9637758" y="617196"/>
                </a:lnTo>
                <a:lnTo>
                  <a:pt x="9647253" y="617196"/>
                </a:lnTo>
                <a:lnTo>
                  <a:pt x="9656748" y="617196"/>
                </a:lnTo>
                <a:lnTo>
                  <a:pt x="9666243" y="617196"/>
                </a:lnTo>
                <a:lnTo>
                  <a:pt x="9675739" y="617196"/>
                </a:lnTo>
                <a:lnTo>
                  <a:pt x="9685234" y="617196"/>
                </a:lnTo>
                <a:lnTo>
                  <a:pt x="9694729" y="617196"/>
                </a:lnTo>
              </a:path>
            </a:pathLst>
          </a:custGeom>
          <a:noFill/>
          <a:ln w="12700" cap="flat" cmpd="sng" algn="ctr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CD3C41E-334C-C216-ECD3-DFF310D761E6}"/>
              </a:ext>
            </a:extLst>
          </p:cNvPr>
          <p:cNvSpPr txBox="1"/>
          <p:nvPr/>
        </p:nvSpPr>
        <p:spPr>
          <a:xfrm>
            <a:off x="10404915" y="4748499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91.86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20B582C-DC10-2459-97DC-6BC0C8AB7026}"/>
              </a:ext>
            </a:extLst>
          </p:cNvPr>
          <p:cNvSpPr txBox="1"/>
          <p:nvPr/>
        </p:nvSpPr>
        <p:spPr>
          <a:xfrm>
            <a:off x="10480878" y="4444648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91.87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46AB91B-62A8-A026-26D1-105CC7D637A7}"/>
              </a:ext>
            </a:extLst>
          </p:cNvPr>
          <p:cNvSpPr txBox="1"/>
          <p:nvPr/>
        </p:nvSpPr>
        <p:spPr>
          <a:xfrm>
            <a:off x="1452785" y="4279366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*3 Sep 25-1-0.1-C-20 um-400-negative-after puttering 30 se-003.tdc - Ions 400µm 81286519 cts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5E7461F-4A55-7B3A-B1F7-EC7B0304E405}"/>
              </a:ext>
            </a:extLst>
          </p:cNvPr>
          <p:cNvSpPr txBox="1"/>
          <p:nvPr/>
        </p:nvSpPr>
        <p:spPr>
          <a:xfrm>
            <a:off x="914400" y="5587999"/>
            <a:ext cx="8293100" cy="4064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Enter Slide Comments Here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C15D73C-579A-07FD-723D-084658623A6B}"/>
              </a:ext>
            </a:extLst>
          </p:cNvPr>
          <p:cNvSpPr txBox="1"/>
          <p:nvPr/>
        </p:nvSpPr>
        <p:spPr>
          <a:xfrm>
            <a:off x="1117600" y="990600"/>
            <a:ext cx="10160000" cy="3429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</a:rPr>
              <a:t> 3 sept-0.1-1 -C 20 um-after sputtering 30 s-400 um-negative-009</a:t>
            </a:r>
          </a:p>
        </p:txBody>
      </p:sp>
    </p:spTree>
    <p:extLst>
      <p:ext uri="{BB962C8B-B14F-4D97-AF65-F5344CB8AC3E}">
        <p14:creationId xmlns:p14="http://schemas.microsoft.com/office/powerpoint/2010/main" val="1063550388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84D03-BDF6-2F6D-1D4E-D62E3518D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F7E4F-F391-E3CD-9C2A-57C6B8751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1 ppm Se-PS-NPs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7873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3C72772-4E25-20BE-81B6-CFF1E57EA5EC}"/>
              </a:ext>
            </a:extLst>
          </p:cNvPr>
          <p:cNvSpPr txBox="1"/>
          <p:nvPr/>
        </p:nvSpPr>
        <p:spPr>
          <a:xfrm>
            <a:off x="1117600" y="990600"/>
            <a:ext cx="10160000" cy="430887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pt-BR" sz="2800" dirty="0">
                <a:latin typeface="Arial" panose="020B0604020202020204" pitchFamily="34" charset="0"/>
              </a:rPr>
              <a:t>2 sep 25-1-1- 400 um-positive-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2F50FA-BE55-460A-3F4C-56EB1AEF5BC3}"/>
              </a:ext>
            </a:extLst>
          </p:cNvPr>
          <p:cNvSpPr txBox="1"/>
          <p:nvPr/>
        </p:nvSpPr>
        <p:spPr>
          <a:xfrm>
            <a:off x="895409" y="1848814"/>
            <a:ext cx="10363200" cy="2540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+ Ions, xxx µm analysis area (xxx µm scale bar)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2E99B2-515C-92A6-2945-A76C881BE4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551" y="2202916"/>
            <a:ext cx="2563738" cy="25637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1176A46-2811-B69A-3438-9B6C31EA64F7}"/>
              </a:ext>
            </a:extLst>
          </p:cNvPr>
          <p:cNvSpPr txBox="1"/>
          <p:nvPr/>
        </p:nvSpPr>
        <p:spPr>
          <a:xfrm>
            <a:off x="91155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Total_Ion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36071897; Max: 907; Scale: 100µm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61895E-F92E-16B5-C739-2BF1776FB8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3271" y="2202916"/>
            <a:ext cx="2563738" cy="25637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B5A4A1A-BAF6-95DC-78B2-96970590387D}"/>
              </a:ext>
            </a:extLst>
          </p:cNvPr>
          <p:cNvSpPr txBox="1"/>
          <p:nvPr/>
        </p:nvSpPr>
        <p:spPr>
          <a:xfrm>
            <a:off x="351327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fr-FR" sz="800">
                <a:latin typeface="Arial" panose="020B0604020202020204" pitchFamily="34" charset="0"/>
              </a:rPr>
              <a:t>Se -  79.91 (256x256)</a:t>
            </a:r>
          </a:p>
          <a:p>
            <a:pPr algn="ctr"/>
            <a:r>
              <a:rPr lang="fr-FR" sz="800">
                <a:latin typeface="Arial" panose="020B0604020202020204" pitchFamily="34" charset="0"/>
              </a:rPr>
              <a:t>Cts: 92648; Max: 9; Scale: 100µm</a:t>
            </a:r>
            <a:endParaRPr lang="en-US" sz="800"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0E6156-F6F5-4CCB-2A35-11E023F2B1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14991" y="2202916"/>
            <a:ext cx="2563738" cy="25637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8A0AA73-BB72-C245-42D5-354979653B32}"/>
              </a:ext>
            </a:extLst>
          </p:cNvPr>
          <p:cNvSpPr txBox="1"/>
          <p:nvPr/>
        </p:nvSpPr>
        <p:spPr>
          <a:xfrm>
            <a:off x="611499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91.041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1916; Max: 3; Scale: 100µm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2B6DF96-FAE6-8298-6198-1965A4A809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6711" y="2202916"/>
            <a:ext cx="2563738" cy="256373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77601B9-77CD-60DF-BCF2-4CA6129D83AD}"/>
              </a:ext>
            </a:extLst>
          </p:cNvPr>
          <p:cNvSpPr txBox="1"/>
          <p:nvPr/>
        </p:nvSpPr>
        <p:spPr>
          <a:xfrm>
            <a:off x="871671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OVERLAY</a:t>
            </a:r>
          </a:p>
          <a:p>
            <a:pPr algn="ctr"/>
            <a:endParaRPr lang="en-US" sz="800"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CAB568-4F23-6CEA-E208-04BA8546E6BC}"/>
              </a:ext>
            </a:extLst>
          </p:cNvPr>
          <p:cNvSpPr txBox="1"/>
          <p:nvPr/>
        </p:nvSpPr>
        <p:spPr>
          <a:xfrm>
            <a:off x="914400" y="5587999"/>
            <a:ext cx="8293100" cy="4064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Enter Slide Comments Here</a:t>
            </a:r>
          </a:p>
        </p:txBody>
      </p:sp>
    </p:spTree>
    <p:extLst>
      <p:ext uri="{BB962C8B-B14F-4D97-AF65-F5344CB8AC3E}">
        <p14:creationId xmlns:p14="http://schemas.microsoft.com/office/powerpoint/2010/main" val="17433442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031E995-8497-1251-4CAB-00E39E660031}"/>
              </a:ext>
            </a:extLst>
          </p:cNvPr>
          <p:cNvSpPr txBox="1"/>
          <p:nvPr/>
        </p:nvSpPr>
        <p:spPr>
          <a:xfrm>
            <a:off x="1117600" y="990600"/>
            <a:ext cx="10160000" cy="430887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pt-BR" sz="2800" dirty="0">
                <a:latin typeface="Arial" panose="020B0604020202020204" pitchFamily="34" charset="0"/>
              </a:rPr>
              <a:t>2 Sep 25-sample (1-1)-400um-poitive</a:t>
            </a:r>
            <a:endParaRPr lang="en-US" sz="2800" dirty="0"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12F54A-C25F-D48B-BBE8-DD0722486328}"/>
              </a:ext>
            </a:extLst>
          </p:cNvPr>
          <p:cNvSpPr txBox="1"/>
          <p:nvPr/>
        </p:nvSpPr>
        <p:spPr>
          <a:xfrm>
            <a:off x="1420139" y="2459290"/>
            <a:ext cx="25519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2845F0-45D2-AB03-381B-48613B86ECCC}"/>
              </a:ext>
            </a:extLst>
          </p:cNvPr>
          <p:cNvSpPr txBox="1"/>
          <p:nvPr/>
        </p:nvSpPr>
        <p:spPr>
          <a:xfrm>
            <a:off x="3326668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CE104B-FCE1-8936-F6FE-25F3D88EC10F}"/>
              </a:ext>
            </a:extLst>
          </p:cNvPr>
          <p:cNvSpPr txBox="1"/>
          <p:nvPr/>
        </p:nvSpPr>
        <p:spPr>
          <a:xfrm>
            <a:off x="5263715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553F32-2218-D068-60C3-6D7ECE906795}"/>
              </a:ext>
            </a:extLst>
          </p:cNvPr>
          <p:cNvSpPr txBox="1"/>
          <p:nvPr/>
        </p:nvSpPr>
        <p:spPr>
          <a:xfrm>
            <a:off x="7210257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C4DBF3-A64D-86D2-AB00-0548E5F6C836}"/>
              </a:ext>
            </a:extLst>
          </p:cNvPr>
          <p:cNvSpPr txBox="1"/>
          <p:nvPr/>
        </p:nvSpPr>
        <p:spPr>
          <a:xfrm>
            <a:off x="9147303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80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8DE36B9-FC8E-C996-53AD-424F5D759DA4}"/>
              </a:ext>
            </a:extLst>
          </p:cNvPr>
          <p:cNvSpPr/>
          <p:nvPr/>
        </p:nvSpPr>
        <p:spPr bwMode="auto">
          <a:xfrm>
            <a:off x="1547738" y="2373832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75962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47476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75962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47476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75962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47476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75962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8436AB-9FC1-F292-BE60-5F82A6A3C807}"/>
              </a:ext>
            </a:extLst>
          </p:cNvPr>
          <p:cNvSpPr txBox="1"/>
          <p:nvPr/>
        </p:nvSpPr>
        <p:spPr>
          <a:xfrm>
            <a:off x="5968482" y="2630206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54D8325-1168-AAA5-6F1B-2A1B0BDBEA5C}"/>
              </a:ext>
            </a:extLst>
          </p:cNvPr>
          <p:cNvSpPr/>
          <p:nvPr/>
        </p:nvSpPr>
        <p:spPr bwMode="auto">
          <a:xfrm>
            <a:off x="1547738" y="1623701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DB9865-9EC2-BDBB-EEF9-5EFD2621B96F}"/>
              </a:ext>
            </a:extLst>
          </p:cNvPr>
          <p:cNvSpPr txBox="1"/>
          <p:nvPr/>
        </p:nvSpPr>
        <p:spPr>
          <a:xfrm>
            <a:off x="1299415" y="2250721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39E162-961E-A89C-348D-468D81D3E39F}"/>
              </a:ext>
            </a:extLst>
          </p:cNvPr>
          <p:cNvSpPr txBox="1"/>
          <p:nvPr/>
        </p:nvSpPr>
        <p:spPr>
          <a:xfrm>
            <a:off x="1299415" y="2060815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CB3EDC-E205-81A0-C196-5F71643615D8}"/>
              </a:ext>
            </a:extLst>
          </p:cNvPr>
          <p:cNvSpPr txBox="1"/>
          <p:nvPr/>
        </p:nvSpPr>
        <p:spPr>
          <a:xfrm>
            <a:off x="1299415" y="1880403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60F11C-C1D4-4A43-55F2-8470384106F7}"/>
              </a:ext>
            </a:extLst>
          </p:cNvPr>
          <p:cNvSpPr txBox="1"/>
          <p:nvPr/>
        </p:nvSpPr>
        <p:spPr>
          <a:xfrm>
            <a:off x="1299415" y="1690497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0B4F6E-2875-3213-4395-273DB9BA4C06}"/>
              </a:ext>
            </a:extLst>
          </p:cNvPr>
          <p:cNvSpPr txBox="1"/>
          <p:nvPr/>
        </p:nvSpPr>
        <p:spPr>
          <a:xfrm>
            <a:off x="1299415" y="1510086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B1179FF-ED12-4B6F-6B2F-FC37C5C880FA}"/>
              </a:ext>
            </a:extLst>
          </p:cNvPr>
          <p:cNvSpPr/>
          <p:nvPr/>
        </p:nvSpPr>
        <p:spPr bwMode="auto">
          <a:xfrm>
            <a:off x="1471776" y="1623701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02654"/>
                </a:lnTo>
                <a:lnTo>
                  <a:pt x="28486" y="702654"/>
                </a:lnTo>
                <a:lnTo>
                  <a:pt x="75962" y="702654"/>
                </a:lnTo>
                <a:lnTo>
                  <a:pt x="75962" y="655178"/>
                </a:lnTo>
                <a:lnTo>
                  <a:pt x="28486" y="655178"/>
                </a:lnTo>
                <a:lnTo>
                  <a:pt x="75962" y="655178"/>
                </a:lnTo>
                <a:lnTo>
                  <a:pt x="75962" y="607701"/>
                </a:lnTo>
                <a:lnTo>
                  <a:pt x="28486" y="607701"/>
                </a:lnTo>
                <a:lnTo>
                  <a:pt x="75962" y="607701"/>
                </a:lnTo>
                <a:lnTo>
                  <a:pt x="75962" y="560224"/>
                </a:lnTo>
                <a:lnTo>
                  <a:pt x="0" y="560224"/>
                </a:lnTo>
                <a:lnTo>
                  <a:pt x="75962" y="560224"/>
                </a:lnTo>
                <a:lnTo>
                  <a:pt x="75962" y="512748"/>
                </a:lnTo>
                <a:lnTo>
                  <a:pt x="28486" y="512748"/>
                </a:lnTo>
                <a:lnTo>
                  <a:pt x="75962" y="512748"/>
                </a:lnTo>
                <a:lnTo>
                  <a:pt x="75962" y="465271"/>
                </a:lnTo>
                <a:lnTo>
                  <a:pt x="28486" y="465271"/>
                </a:lnTo>
                <a:lnTo>
                  <a:pt x="75962" y="465271"/>
                </a:lnTo>
                <a:lnTo>
                  <a:pt x="75962" y="427290"/>
                </a:lnTo>
                <a:lnTo>
                  <a:pt x="28486" y="427290"/>
                </a:lnTo>
                <a:lnTo>
                  <a:pt x="75962" y="427290"/>
                </a:lnTo>
                <a:lnTo>
                  <a:pt x="75962" y="379813"/>
                </a:lnTo>
                <a:lnTo>
                  <a:pt x="0" y="379813"/>
                </a:lnTo>
                <a:lnTo>
                  <a:pt x="75962" y="379813"/>
                </a:lnTo>
                <a:lnTo>
                  <a:pt x="75962" y="332336"/>
                </a:lnTo>
                <a:lnTo>
                  <a:pt x="28486" y="332336"/>
                </a:lnTo>
                <a:lnTo>
                  <a:pt x="75962" y="332336"/>
                </a:lnTo>
                <a:lnTo>
                  <a:pt x="75962" y="284860"/>
                </a:lnTo>
                <a:lnTo>
                  <a:pt x="28486" y="284860"/>
                </a:lnTo>
                <a:lnTo>
                  <a:pt x="75962" y="284860"/>
                </a:lnTo>
                <a:lnTo>
                  <a:pt x="75962" y="237383"/>
                </a:lnTo>
                <a:lnTo>
                  <a:pt x="28486" y="237383"/>
                </a:lnTo>
                <a:lnTo>
                  <a:pt x="75962" y="237383"/>
                </a:lnTo>
                <a:lnTo>
                  <a:pt x="75962" y="189907"/>
                </a:lnTo>
                <a:lnTo>
                  <a:pt x="0" y="189907"/>
                </a:lnTo>
                <a:lnTo>
                  <a:pt x="75962" y="189907"/>
                </a:lnTo>
                <a:lnTo>
                  <a:pt x="75962" y="151925"/>
                </a:lnTo>
                <a:lnTo>
                  <a:pt x="28486" y="151925"/>
                </a:lnTo>
                <a:lnTo>
                  <a:pt x="75962" y="151925"/>
                </a:lnTo>
                <a:lnTo>
                  <a:pt x="75962" y="104449"/>
                </a:lnTo>
                <a:lnTo>
                  <a:pt x="28486" y="104449"/>
                </a:lnTo>
                <a:lnTo>
                  <a:pt x="75962" y="104449"/>
                </a:lnTo>
                <a:lnTo>
                  <a:pt x="75962" y="56972"/>
                </a:lnTo>
                <a:lnTo>
                  <a:pt x="28486" y="56972"/>
                </a:lnTo>
                <a:lnTo>
                  <a:pt x="75962" y="56972"/>
                </a:lnTo>
                <a:lnTo>
                  <a:pt x="75962" y="9495"/>
                </a:lnTo>
                <a:lnTo>
                  <a:pt x="0" y="9495"/>
                </a:lnTo>
                <a:lnTo>
                  <a:pt x="75962" y="9495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43E54A-73FB-590E-FE41-BF9DB9019D9D}"/>
              </a:ext>
            </a:extLst>
          </p:cNvPr>
          <p:cNvSpPr txBox="1"/>
          <p:nvPr/>
        </p:nvSpPr>
        <p:spPr>
          <a:xfrm>
            <a:off x="914991" y="1669367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Counts/1E6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B130B39D-BD09-D6A7-6BB2-715CE4A4004F}"/>
              </a:ext>
            </a:extLst>
          </p:cNvPr>
          <p:cNvSpPr/>
          <p:nvPr/>
        </p:nvSpPr>
        <p:spPr bwMode="auto">
          <a:xfrm>
            <a:off x="11251963" y="1623701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6D0CB4D-F3B0-2535-D12F-02BCF2C9C583}"/>
              </a:ext>
            </a:extLst>
          </p:cNvPr>
          <p:cNvSpPr/>
          <p:nvPr/>
        </p:nvSpPr>
        <p:spPr bwMode="auto">
          <a:xfrm>
            <a:off x="1552485" y="1725759"/>
            <a:ext cx="9694730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626691"/>
                </a:moveTo>
                <a:lnTo>
                  <a:pt x="9496" y="626691"/>
                </a:lnTo>
                <a:lnTo>
                  <a:pt x="18991" y="626691"/>
                </a:lnTo>
                <a:lnTo>
                  <a:pt x="28486" y="626691"/>
                </a:lnTo>
                <a:lnTo>
                  <a:pt x="37982" y="626691"/>
                </a:lnTo>
                <a:lnTo>
                  <a:pt x="47477" y="626691"/>
                </a:lnTo>
                <a:lnTo>
                  <a:pt x="56972" y="626691"/>
                </a:lnTo>
                <a:lnTo>
                  <a:pt x="66468" y="626691"/>
                </a:lnTo>
                <a:lnTo>
                  <a:pt x="75963" y="626691"/>
                </a:lnTo>
                <a:lnTo>
                  <a:pt x="85458" y="626691"/>
                </a:lnTo>
                <a:lnTo>
                  <a:pt x="94954" y="607701"/>
                </a:lnTo>
                <a:lnTo>
                  <a:pt x="104449" y="626691"/>
                </a:lnTo>
                <a:lnTo>
                  <a:pt x="113944" y="626691"/>
                </a:lnTo>
                <a:lnTo>
                  <a:pt x="123440" y="626691"/>
                </a:lnTo>
                <a:lnTo>
                  <a:pt x="132935" y="626691"/>
                </a:lnTo>
                <a:lnTo>
                  <a:pt x="142430" y="626691"/>
                </a:lnTo>
                <a:lnTo>
                  <a:pt x="151926" y="626691"/>
                </a:lnTo>
                <a:lnTo>
                  <a:pt x="161421" y="626691"/>
                </a:lnTo>
                <a:lnTo>
                  <a:pt x="170916" y="626691"/>
                </a:lnTo>
                <a:lnTo>
                  <a:pt x="180412" y="626691"/>
                </a:lnTo>
                <a:lnTo>
                  <a:pt x="189907" y="626691"/>
                </a:lnTo>
                <a:lnTo>
                  <a:pt x="199402" y="626691"/>
                </a:lnTo>
                <a:lnTo>
                  <a:pt x="208898" y="626691"/>
                </a:lnTo>
                <a:lnTo>
                  <a:pt x="218393" y="626691"/>
                </a:lnTo>
                <a:lnTo>
                  <a:pt x="227888" y="626691"/>
                </a:lnTo>
                <a:lnTo>
                  <a:pt x="237383" y="626691"/>
                </a:lnTo>
                <a:lnTo>
                  <a:pt x="246879" y="626691"/>
                </a:lnTo>
                <a:lnTo>
                  <a:pt x="256374" y="626691"/>
                </a:lnTo>
                <a:lnTo>
                  <a:pt x="265870" y="626691"/>
                </a:lnTo>
                <a:lnTo>
                  <a:pt x="275365" y="626691"/>
                </a:lnTo>
                <a:lnTo>
                  <a:pt x="284860" y="626691"/>
                </a:lnTo>
                <a:lnTo>
                  <a:pt x="294355" y="626691"/>
                </a:lnTo>
                <a:lnTo>
                  <a:pt x="303851" y="626691"/>
                </a:lnTo>
                <a:lnTo>
                  <a:pt x="313346" y="626691"/>
                </a:lnTo>
                <a:lnTo>
                  <a:pt x="322841" y="626691"/>
                </a:lnTo>
                <a:lnTo>
                  <a:pt x="332337" y="626691"/>
                </a:lnTo>
                <a:lnTo>
                  <a:pt x="341832" y="626691"/>
                </a:lnTo>
                <a:lnTo>
                  <a:pt x="351327" y="626691"/>
                </a:lnTo>
                <a:lnTo>
                  <a:pt x="360823" y="626691"/>
                </a:lnTo>
                <a:lnTo>
                  <a:pt x="370318" y="626691"/>
                </a:lnTo>
                <a:lnTo>
                  <a:pt x="379813" y="626691"/>
                </a:lnTo>
                <a:lnTo>
                  <a:pt x="389309" y="626691"/>
                </a:lnTo>
                <a:lnTo>
                  <a:pt x="398804" y="626691"/>
                </a:lnTo>
                <a:lnTo>
                  <a:pt x="408299" y="626691"/>
                </a:lnTo>
                <a:lnTo>
                  <a:pt x="417795" y="626691"/>
                </a:lnTo>
                <a:lnTo>
                  <a:pt x="427290" y="626691"/>
                </a:lnTo>
                <a:lnTo>
                  <a:pt x="436785" y="626691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26691"/>
                </a:lnTo>
                <a:lnTo>
                  <a:pt x="522243" y="626691"/>
                </a:lnTo>
                <a:lnTo>
                  <a:pt x="531739" y="626691"/>
                </a:lnTo>
                <a:lnTo>
                  <a:pt x="541234" y="626691"/>
                </a:lnTo>
                <a:lnTo>
                  <a:pt x="550729" y="626691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626691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626691"/>
                </a:lnTo>
                <a:lnTo>
                  <a:pt x="636187" y="626691"/>
                </a:lnTo>
                <a:lnTo>
                  <a:pt x="645683" y="626691"/>
                </a:lnTo>
                <a:lnTo>
                  <a:pt x="655178" y="626691"/>
                </a:lnTo>
                <a:lnTo>
                  <a:pt x="664673" y="626691"/>
                </a:lnTo>
                <a:lnTo>
                  <a:pt x="674169" y="626691"/>
                </a:lnTo>
                <a:lnTo>
                  <a:pt x="683664" y="626691"/>
                </a:lnTo>
                <a:lnTo>
                  <a:pt x="693159" y="626691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26691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26691"/>
                </a:lnTo>
                <a:lnTo>
                  <a:pt x="769122" y="626691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617196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626691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626691"/>
                </a:lnTo>
                <a:lnTo>
                  <a:pt x="1262879" y="626691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2669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26691"/>
                </a:lnTo>
                <a:lnTo>
                  <a:pt x="1357832" y="626691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26691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26691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26691"/>
                </a:lnTo>
                <a:lnTo>
                  <a:pt x="1547739" y="626691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26691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626691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2669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2669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2669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2669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626691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26691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626691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26691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626691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2669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408299"/>
                </a:lnTo>
                <a:lnTo>
                  <a:pt x="2231402" y="560224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626691"/>
                </a:lnTo>
                <a:lnTo>
                  <a:pt x="2326355" y="598205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26691"/>
                </a:lnTo>
                <a:lnTo>
                  <a:pt x="2421309" y="617196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617196"/>
                </a:lnTo>
                <a:lnTo>
                  <a:pt x="2525758" y="626691"/>
                </a:lnTo>
                <a:lnTo>
                  <a:pt x="2535253" y="626691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17196"/>
                </a:lnTo>
                <a:lnTo>
                  <a:pt x="2620711" y="617196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2669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560224"/>
                </a:lnTo>
                <a:lnTo>
                  <a:pt x="2715664" y="617196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26691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26691"/>
                </a:lnTo>
                <a:lnTo>
                  <a:pt x="2810617" y="607701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26691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26691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26691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2669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626691"/>
                </a:lnTo>
                <a:lnTo>
                  <a:pt x="3104972" y="62669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26691"/>
                </a:lnTo>
                <a:lnTo>
                  <a:pt x="3199926" y="626691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26691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2669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626691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26691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26691"/>
                </a:lnTo>
                <a:lnTo>
                  <a:pt x="3494281" y="626691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26691"/>
                </a:lnTo>
                <a:lnTo>
                  <a:pt x="3589234" y="62669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26691"/>
                </a:lnTo>
                <a:lnTo>
                  <a:pt x="3684187" y="626691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579215"/>
                </a:lnTo>
                <a:lnTo>
                  <a:pt x="3779141" y="0"/>
                </a:lnTo>
                <a:lnTo>
                  <a:pt x="3788636" y="617196"/>
                </a:lnTo>
                <a:lnTo>
                  <a:pt x="3798131" y="579215"/>
                </a:lnTo>
                <a:lnTo>
                  <a:pt x="3807627" y="607701"/>
                </a:lnTo>
                <a:lnTo>
                  <a:pt x="3817122" y="617196"/>
                </a:lnTo>
                <a:lnTo>
                  <a:pt x="3826617" y="626691"/>
                </a:lnTo>
                <a:lnTo>
                  <a:pt x="3836112" y="626691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579215"/>
                </a:lnTo>
                <a:lnTo>
                  <a:pt x="3883589" y="626691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26691"/>
                </a:lnTo>
                <a:lnTo>
                  <a:pt x="3931066" y="626691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341832"/>
                </a:lnTo>
                <a:lnTo>
                  <a:pt x="3978543" y="617196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626691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626691"/>
                </a:lnTo>
                <a:lnTo>
                  <a:pt x="4073496" y="626691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626691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626691"/>
                </a:lnTo>
                <a:lnTo>
                  <a:pt x="4168449" y="626691"/>
                </a:lnTo>
                <a:lnTo>
                  <a:pt x="4177944" y="626691"/>
                </a:lnTo>
                <a:lnTo>
                  <a:pt x="4187440" y="626691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626691"/>
                </a:lnTo>
                <a:lnTo>
                  <a:pt x="4225421" y="626691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617196"/>
                </a:lnTo>
                <a:lnTo>
                  <a:pt x="4272898" y="626691"/>
                </a:lnTo>
                <a:lnTo>
                  <a:pt x="4282393" y="626691"/>
                </a:lnTo>
                <a:lnTo>
                  <a:pt x="4291888" y="626691"/>
                </a:lnTo>
                <a:lnTo>
                  <a:pt x="4301384" y="626691"/>
                </a:lnTo>
                <a:lnTo>
                  <a:pt x="4310879" y="626691"/>
                </a:lnTo>
                <a:lnTo>
                  <a:pt x="4320374" y="626691"/>
                </a:lnTo>
                <a:lnTo>
                  <a:pt x="4329870" y="626691"/>
                </a:lnTo>
                <a:lnTo>
                  <a:pt x="4339365" y="626691"/>
                </a:lnTo>
                <a:lnTo>
                  <a:pt x="4348860" y="626691"/>
                </a:lnTo>
                <a:lnTo>
                  <a:pt x="4358356" y="617196"/>
                </a:lnTo>
                <a:lnTo>
                  <a:pt x="4367851" y="626691"/>
                </a:lnTo>
                <a:lnTo>
                  <a:pt x="4377346" y="626691"/>
                </a:lnTo>
                <a:lnTo>
                  <a:pt x="4386842" y="626691"/>
                </a:lnTo>
                <a:lnTo>
                  <a:pt x="4396337" y="626691"/>
                </a:lnTo>
                <a:lnTo>
                  <a:pt x="4405832" y="626691"/>
                </a:lnTo>
                <a:lnTo>
                  <a:pt x="4415327" y="626691"/>
                </a:lnTo>
                <a:lnTo>
                  <a:pt x="4424823" y="626691"/>
                </a:lnTo>
                <a:lnTo>
                  <a:pt x="4434318" y="626691"/>
                </a:lnTo>
                <a:lnTo>
                  <a:pt x="4443813" y="626691"/>
                </a:lnTo>
                <a:lnTo>
                  <a:pt x="4453309" y="626691"/>
                </a:lnTo>
                <a:lnTo>
                  <a:pt x="4462804" y="626691"/>
                </a:lnTo>
                <a:lnTo>
                  <a:pt x="4472300" y="626691"/>
                </a:lnTo>
                <a:lnTo>
                  <a:pt x="4481795" y="626691"/>
                </a:lnTo>
                <a:lnTo>
                  <a:pt x="4491290" y="626691"/>
                </a:lnTo>
                <a:lnTo>
                  <a:pt x="4500785" y="626691"/>
                </a:lnTo>
                <a:lnTo>
                  <a:pt x="4510281" y="626691"/>
                </a:lnTo>
                <a:lnTo>
                  <a:pt x="4519776" y="626691"/>
                </a:lnTo>
                <a:lnTo>
                  <a:pt x="4529271" y="626691"/>
                </a:lnTo>
                <a:lnTo>
                  <a:pt x="4538767" y="626691"/>
                </a:lnTo>
                <a:lnTo>
                  <a:pt x="4548262" y="626691"/>
                </a:lnTo>
                <a:lnTo>
                  <a:pt x="4557758" y="626691"/>
                </a:lnTo>
                <a:lnTo>
                  <a:pt x="4567253" y="626691"/>
                </a:lnTo>
                <a:lnTo>
                  <a:pt x="4576748" y="626691"/>
                </a:lnTo>
                <a:lnTo>
                  <a:pt x="4586243" y="626691"/>
                </a:lnTo>
                <a:lnTo>
                  <a:pt x="4595739" y="626691"/>
                </a:lnTo>
                <a:lnTo>
                  <a:pt x="4605234" y="626691"/>
                </a:lnTo>
                <a:lnTo>
                  <a:pt x="4614729" y="626691"/>
                </a:lnTo>
                <a:lnTo>
                  <a:pt x="4624225" y="626691"/>
                </a:lnTo>
                <a:lnTo>
                  <a:pt x="4633720" y="626691"/>
                </a:lnTo>
                <a:lnTo>
                  <a:pt x="4643216" y="626691"/>
                </a:lnTo>
                <a:lnTo>
                  <a:pt x="4652711" y="626691"/>
                </a:lnTo>
                <a:lnTo>
                  <a:pt x="4662206" y="626691"/>
                </a:lnTo>
                <a:lnTo>
                  <a:pt x="4671701" y="626691"/>
                </a:lnTo>
                <a:lnTo>
                  <a:pt x="4681197" y="626691"/>
                </a:lnTo>
                <a:lnTo>
                  <a:pt x="4690692" y="626691"/>
                </a:lnTo>
                <a:lnTo>
                  <a:pt x="4700187" y="626691"/>
                </a:lnTo>
                <a:lnTo>
                  <a:pt x="4709683" y="626691"/>
                </a:lnTo>
                <a:lnTo>
                  <a:pt x="4719178" y="626691"/>
                </a:lnTo>
                <a:lnTo>
                  <a:pt x="4728673" y="626691"/>
                </a:lnTo>
                <a:lnTo>
                  <a:pt x="4738169" y="626691"/>
                </a:lnTo>
                <a:lnTo>
                  <a:pt x="4747664" y="626691"/>
                </a:lnTo>
                <a:lnTo>
                  <a:pt x="4757159" y="626691"/>
                </a:lnTo>
                <a:lnTo>
                  <a:pt x="4766654" y="626691"/>
                </a:lnTo>
                <a:lnTo>
                  <a:pt x="4776150" y="626691"/>
                </a:lnTo>
                <a:lnTo>
                  <a:pt x="4785645" y="626691"/>
                </a:lnTo>
                <a:lnTo>
                  <a:pt x="4795141" y="626691"/>
                </a:lnTo>
                <a:lnTo>
                  <a:pt x="4804636" y="626691"/>
                </a:lnTo>
                <a:lnTo>
                  <a:pt x="4814131" y="626691"/>
                </a:lnTo>
                <a:lnTo>
                  <a:pt x="4823627" y="626691"/>
                </a:lnTo>
                <a:lnTo>
                  <a:pt x="4833122" y="626691"/>
                </a:lnTo>
                <a:lnTo>
                  <a:pt x="4842617" y="626691"/>
                </a:lnTo>
                <a:lnTo>
                  <a:pt x="4852112" y="626691"/>
                </a:lnTo>
                <a:lnTo>
                  <a:pt x="4861608" y="626691"/>
                </a:lnTo>
                <a:lnTo>
                  <a:pt x="4871103" y="626691"/>
                </a:lnTo>
                <a:lnTo>
                  <a:pt x="4880599" y="626691"/>
                </a:lnTo>
                <a:lnTo>
                  <a:pt x="4890094" y="626691"/>
                </a:lnTo>
                <a:lnTo>
                  <a:pt x="4899589" y="626691"/>
                </a:lnTo>
                <a:lnTo>
                  <a:pt x="4909085" y="626691"/>
                </a:lnTo>
                <a:lnTo>
                  <a:pt x="4918580" y="626691"/>
                </a:lnTo>
                <a:lnTo>
                  <a:pt x="4928075" y="626691"/>
                </a:lnTo>
                <a:lnTo>
                  <a:pt x="4937570" y="626691"/>
                </a:lnTo>
                <a:lnTo>
                  <a:pt x="4947066" y="626691"/>
                </a:lnTo>
                <a:lnTo>
                  <a:pt x="4956561" y="626691"/>
                </a:lnTo>
                <a:lnTo>
                  <a:pt x="4966057" y="626691"/>
                </a:lnTo>
                <a:lnTo>
                  <a:pt x="4975552" y="626691"/>
                </a:lnTo>
                <a:lnTo>
                  <a:pt x="4985047" y="626691"/>
                </a:lnTo>
                <a:lnTo>
                  <a:pt x="4994543" y="626691"/>
                </a:lnTo>
                <a:lnTo>
                  <a:pt x="5004038" y="626691"/>
                </a:lnTo>
                <a:lnTo>
                  <a:pt x="5013533" y="626691"/>
                </a:lnTo>
                <a:lnTo>
                  <a:pt x="5023028" y="626691"/>
                </a:lnTo>
                <a:lnTo>
                  <a:pt x="5032524" y="626691"/>
                </a:lnTo>
                <a:lnTo>
                  <a:pt x="5042019" y="626691"/>
                </a:lnTo>
                <a:lnTo>
                  <a:pt x="5051514" y="626691"/>
                </a:lnTo>
                <a:lnTo>
                  <a:pt x="5061010" y="626691"/>
                </a:lnTo>
                <a:lnTo>
                  <a:pt x="5070505" y="626691"/>
                </a:lnTo>
                <a:lnTo>
                  <a:pt x="5080000" y="626691"/>
                </a:lnTo>
                <a:lnTo>
                  <a:pt x="5089496" y="626691"/>
                </a:lnTo>
                <a:lnTo>
                  <a:pt x="5098991" y="626691"/>
                </a:lnTo>
                <a:lnTo>
                  <a:pt x="5108487" y="626691"/>
                </a:lnTo>
                <a:lnTo>
                  <a:pt x="5117981" y="626691"/>
                </a:lnTo>
                <a:lnTo>
                  <a:pt x="5127477" y="626691"/>
                </a:lnTo>
                <a:lnTo>
                  <a:pt x="5136973" y="626691"/>
                </a:lnTo>
                <a:lnTo>
                  <a:pt x="5146468" y="626691"/>
                </a:lnTo>
                <a:lnTo>
                  <a:pt x="5155963" y="626691"/>
                </a:lnTo>
                <a:lnTo>
                  <a:pt x="5165458" y="626691"/>
                </a:lnTo>
                <a:lnTo>
                  <a:pt x="5174954" y="626691"/>
                </a:lnTo>
                <a:lnTo>
                  <a:pt x="5184449" y="626691"/>
                </a:lnTo>
                <a:lnTo>
                  <a:pt x="5193944" y="626691"/>
                </a:lnTo>
                <a:lnTo>
                  <a:pt x="5203440" y="626691"/>
                </a:lnTo>
                <a:lnTo>
                  <a:pt x="5212935" y="626691"/>
                </a:lnTo>
                <a:lnTo>
                  <a:pt x="5222430" y="626691"/>
                </a:lnTo>
                <a:lnTo>
                  <a:pt x="5231926" y="626691"/>
                </a:lnTo>
                <a:lnTo>
                  <a:pt x="5241421" y="626691"/>
                </a:lnTo>
                <a:lnTo>
                  <a:pt x="5250916" y="626691"/>
                </a:lnTo>
                <a:lnTo>
                  <a:pt x="5260412" y="626691"/>
                </a:lnTo>
                <a:lnTo>
                  <a:pt x="5269907" y="626691"/>
                </a:lnTo>
                <a:lnTo>
                  <a:pt x="5279403" y="626691"/>
                </a:lnTo>
                <a:lnTo>
                  <a:pt x="5288897" y="626691"/>
                </a:lnTo>
                <a:lnTo>
                  <a:pt x="5298393" y="626691"/>
                </a:lnTo>
                <a:lnTo>
                  <a:pt x="5307889" y="626691"/>
                </a:lnTo>
                <a:lnTo>
                  <a:pt x="5317383" y="626691"/>
                </a:lnTo>
                <a:lnTo>
                  <a:pt x="5326879" y="626691"/>
                </a:lnTo>
                <a:lnTo>
                  <a:pt x="5336374" y="626691"/>
                </a:lnTo>
                <a:lnTo>
                  <a:pt x="5345870" y="626691"/>
                </a:lnTo>
                <a:lnTo>
                  <a:pt x="5355365" y="626691"/>
                </a:lnTo>
                <a:lnTo>
                  <a:pt x="5364860" y="626691"/>
                </a:lnTo>
                <a:lnTo>
                  <a:pt x="5374356" y="626691"/>
                </a:lnTo>
                <a:lnTo>
                  <a:pt x="5383851" y="626691"/>
                </a:lnTo>
                <a:lnTo>
                  <a:pt x="5393346" y="626691"/>
                </a:lnTo>
                <a:lnTo>
                  <a:pt x="5402842" y="626691"/>
                </a:lnTo>
                <a:lnTo>
                  <a:pt x="5412337" y="626691"/>
                </a:lnTo>
                <a:lnTo>
                  <a:pt x="5421832" y="626691"/>
                </a:lnTo>
                <a:lnTo>
                  <a:pt x="5431327" y="626691"/>
                </a:lnTo>
                <a:lnTo>
                  <a:pt x="5440823" y="626691"/>
                </a:lnTo>
                <a:lnTo>
                  <a:pt x="5450319" y="626691"/>
                </a:lnTo>
                <a:lnTo>
                  <a:pt x="5459813" y="626691"/>
                </a:lnTo>
                <a:lnTo>
                  <a:pt x="5469309" y="626691"/>
                </a:lnTo>
                <a:lnTo>
                  <a:pt x="5478804" y="626691"/>
                </a:lnTo>
                <a:lnTo>
                  <a:pt x="5488299" y="626691"/>
                </a:lnTo>
                <a:lnTo>
                  <a:pt x="5497795" y="626691"/>
                </a:lnTo>
                <a:lnTo>
                  <a:pt x="5507290" y="626691"/>
                </a:lnTo>
                <a:lnTo>
                  <a:pt x="5516786" y="626691"/>
                </a:lnTo>
                <a:lnTo>
                  <a:pt x="5526281" y="626691"/>
                </a:lnTo>
                <a:lnTo>
                  <a:pt x="5535776" y="626691"/>
                </a:lnTo>
                <a:lnTo>
                  <a:pt x="5545272" y="626691"/>
                </a:lnTo>
                <a:lnTo>
                  <a:pt x="5554766" y="626691"/>
                </a:lnTo>
                <a:lnTo>
                  <a:pt x="5564262" y="626691"/>
                </a:lnTo>
                <a:lnTo>
                  <a:pt x="5573758" y="626691"/>
                </a:lnTo>
                <a:lnTo>
                  <a:pt x="5583253" y="626691"/>
                </a:lnTo>
                <a:lnTo>
                  <a:pt x="5592748" y="626691"/>
                </a:lnTo>
                <a:lnTo>
                  <a:pt x="5602243" y="626691"/>
                </a:lnTo>
                <a:lnTo>
                  <a:pt x="5611739" y="626691"/>
                </a:lnTo>
                <a:lnTo>
                  <a:pt x="5621234" y="626691"/>
                </a:lnTo>
                <a:lnTo>
                  <a:pt x="5630729" y="626691"/>
                </a:lnTo>
                <a:lnTo>
                  <a:pt x="5640225" y="626691"/>
                </a:lnTo>
                <a:lnTo>
                  <a:pt x="5649720" y="626691"/>
                </a:lnTo>
                <a:lnTo>
                  <a:pt x="5659215" y="626691"/>
                </a:lnTo>
                <a:lnTo>
                  <a:pt x="5668711" y="626691"/>
                </a:lnTo>
                <a:lnTo>
                  <a:pt x="5678206" y="626691"/>
                </a:lnTo>
                <a:lnTo>
                  <a:pt x="5687702" y="626691"/>
                </a:lnTo>
                <a:lnTo>
                  <a:pt x="5697197" y="626691"/>
                </a:lnTo>
                <a:lnTo>
                  <a:pt x="5706692" y="626691"/>
                </a:lnTo>
                <a:lnTo>
                  <a:pt x="5716188" y="626691"/>
                </a:lnTo>
                <a:lnTo>
                  <a:pt x="5725682" y="626691"/>
                </a:lnTo>
                <a:lnTo>
                  <a:pt x="5735178" y="626691"/>
                </a:lnTo>
                <a:lnTo>
                  <a:pt x="5744673" y="626691"/>
                </a:lnTo>
                <a:lnTo>
                  <a:pt x="5754169" y="626691"/>
                </a:lnTo>
                <a:lnTo>
                  <a:pt x="5763664" y="626691"/>
                </a:lnTo>
                <a:lnTo>
                  <a:pt x="5773159" y="626691"/>
                </a:lnTo>
                <a:lnTo>
                  <a:pt x="5782655" y="626691"/>
                </a:lnTo>
                <a:lnTo>
                  <a:pt x="5792150" y="626691"/>
                </a:lnTo>
                <a:lnTo>
                  <a:pt x="5801645" y="626691"/>
                </a:lnTo>
                <a:lnTo>
                  <a:pt x="5811141" y="626691"/>
                </a:lnTo>
                <a:lnTo>
                  <a:pt x="5820636" y="626691"/>
                </a:lnTo>
                <a:lnTo>
                  <a:pt x="5830131" y="626691"/>
                </a:lnTo>
                <a:lnTo>
                  <a:pt x="5839627" y="626691"/>
                </a:lnTo>
                <a:lnTo>
                  <a:pt x="5849122" y="626691"/>
                </a:lnTo>
                <a:lnTo>
                  <a:pt x="5858618" y="626691"/>
                </a:lnTo>
                <a:lnTo>
                  <a:pt x="5868112" y="626691"/>
                </a:lnTo>
                <a:lnTo>
                  <a:pt x="5877608" y="626691"/>
                </a:lnTo>
                <a:lnTo>
                  <a:pt x="5887104" y="626691"/>
                </a:lnTo>
                <a:lnTo>
                  <a:pt x="5896598" y="626691"/>
                </a:lnTo>
                <a:lnTo>
                  <a:pt x="5906094" y="626691"/>
                </a:lnTo>
                <a:lnTo>
                  <a:pt x="5915589" y="626691"/>
                </a:lnTo>
                <a:lnTo>
                  <a:pt x="5925085" y="626691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626691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26691"/>
                </a:lnTo>
                <a:lnTo>
                  <a:pt x="6010543" y="617196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26691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626691"/>
                </a:lnTo>
                <a:lnTo>
                  <a:pt x="6105496" y="617196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26691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26691"/>
                </a:lnTo>
                <a:lnTo>
                  <a:pt x="6200449" y="626691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626691"/>
                </a:lnTo>
                <a:lnTo>
                  <a:pt x="6304897" y="626691"/>
                </a:lnTo>
                <a:lnTo>
                  <a:pt x="6314393" y="62669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26691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626691"/>
                </a:lnTo>
                <a:lnTo>
                  <a:pt x="6399851" y="626691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626691"/>
                </a:lnTo>
                <a:lnTo>
                  <a:pt x="6504299" y="62669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26691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26691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26691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626691"/>
                </a:lnTo>
                <a:lnTo>
                  <a:pt x="6694206" y="617196"/>
                </a:lnTo>
                <a:lnTo>
                  <a:pt x="6703702" y="626691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26691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626691"/>
                </a:lnTo>
                <a:lnTo>
                  <a:pt x="6884112" y="626691"/>
                </a:lnTo>
                <a:lnTo>
                  <a:pt x="6893608" y="626691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26691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626691"/>
                </a:lnTo>
                <a:lnTo>
                  <a:pt x="7083514" y="626691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26691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26691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26691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569720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598205"/>
                </a:lnTo>
                <a:lnTo>
                  <a:pt x="7662729" y="588710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26691"/>
                </a:lnTo>
                <a:lnTo>
                  <a:pt x="7757682" y="617196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26691"/>
                </a:lnTo>
                <a:lnTo>
                  <a:pt x="7852636" y="617196"/>
                </a:lnTo>
                <a:lnTo>
                  <a:pt x="7862131" y="626691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26691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17196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26691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26691"/>
                </a:lnTo>
                <a:lnTo>
                  <a:pt x="8241944" y="626691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26691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26691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26691"/>
                </a:lnTo>
                <a:lnTo>
                  <a:pt x="8536300" y="607701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26691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26691"/>
                </a:lnTo>
                <a:lnTo>
                  <a:pt x="8726206" y="626691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26691"/>
                </a:lnTo>
                <a:lnTo>
                  <a:pt x="8830655" y="626691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26691"/>
                </a:lnTo>
                <a:lnTo>
                  <a:pt x="9020561" y="626691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26691"/>
                </a:lnTo>
                <a:lnTo>
                  <a:pt x="9115514" y="598205"/>
                </a:lnTo>
                <a:lnTo>
                  <a:pt x="9125010" y="626691"/>
                </a:lnTo>
                <a:lnTo>
                  <a:pt x="9134505" y="626691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26691"/>
                </a:lnTo>
                <a:lnTo>
                  <a:pt x="9191477" y="626691"/>
                </a:lnTo>
                <a:lnTo>
                  <a:pt x="9200973" y="626691"/>
                </a:lnTo>
                <a:lnTo>
                  <a:pt x="9210468" y="455776"/>
                </a:lnTo>
                <a:lnTo>
                  <a:pt x="9219963" y="626691"/>
                </a:lnTo>
                <a:lnTo>
                  <a:pt x="9229458" y="626691"/>
                </a:lnTo>
                <a:lnTo>
                  <a:pt x="9238954" y="626691"/>
                </a:lnTo>
                <a:lnTo>
                  <a:pt x="9248450" y="626691"/>
                </a:lnTo>
                <a:lnTo>
                  <a:pt x="9257944" y="626691"/>
                </a:lnTo>
                <a:lnTo>
                  <a:pt x="9267440" y="626691"/>
                </a:lnTo>
                <a:lnTo>
                  <a:pt x="9276935" y="626691"/>
                </a:lnTo>
                <a:lnTo>
                  <a:pt x="9286430" y="626691"/>
                </a:lnTo>
                <a:lnTo>
                  <a:pt x="9295926" y="626691"/>
                </a:lnTo>
                <a:lnTo>
                  <a:pt x="9305421" y="626691"/>
                </a:lnTo>
                <a:lnTo>
                  <a:pt x="9314917" y="626691"/>
                </a:lnTo>
                <a:lnTo>
                  <a:pt x="9324412" y="626691"/>
                </a:lnTo>
                <a:lnTo>
                  <a:pt x="9333907" y="626691"/>
                </a:lnTo>
                <a:lnTo>
                  <a:pt x="9343403" y="626691"/>
                </a:lnTo>
                <a:lnTo>
                  <a:pt x="9352897" y="626691"/>
                </a:lnTo>
                <a:lnTo>
                  <a:pt x="9362393" y="626691"/>
                </a:lnTo>
                <a:lnTo>
                  <a:pt x="9371889" y="626691"/>
                </a:lnTo>
                <a:lnTo>
                  <a:pt x="9381384" y="626691"/>
                </a:lnTo>
                <a:lnTo>
                  <a:pt x="9390879" y="626691"/>
                </a:lnTo>
                <a:lnTo>
                  <a:pt x="9400374" y="598205"/>
                </a:lnTo>
                <a:lnTo>
                  <a:pt x="9409870" y="617196"/>
                </a:lnTo>
                <a:lnTo>
                  <a:pt x="9419365" y="626691"/>
                </a:lnTo>
                <a:lnTo>
                  <a:pt x="9428860" y="626691"/>
                </a:lnTo>
                <a:lnTo>
                  <a:pt x="9438356" y="626691"/>
                </a:lnTo>
                <a:lnTo>
                  <a:pt x="9447851" y="626691"/>
                </a:lnTo>
                <a:lnTo>
                  <a:pt x="9457346" y="626691"/>
                </a:lnTo>
                <a:lnTo>
                  <a:pt x="9466842" y="626691"/>
                </a:lnTo>
                <a:lnTo>
                  <a:pt x="9476337" y="626691"/>
                </a:lnTo>
                <a:lnTo>
                  <a:pt x="9485833" y="626691"/>
                </a:lnTo>
                <a:lnTo>
                  <a:pt x="9495327" y="626691"/>
                </a:lnTo>
                <a:lnTo>
                  <a:pt x="9504823" y="626691"/>
                </a:lnTo>
                <a:lnTo>
                  <a:pt x="9514319" y="626691"/>
                </a:lnTo>
                <a:lnTo>
                  <a:pt x="9523813" y="626691"/>
                </a:lnTo>
                <a:lnTo>
                  <a:pt x="9533309" y="626691"/>
                </a:lnTo>
                <a:lnTo>
                  <a:pt x="9542804" y="626691"/>
                </a:lnTo>
                <a:lnTo>
                  <a:pt x="9552300" y="626691"/>
                </a:lnTo>
                <a:lnTo>
                  <a:pt x="9561795" y="626691"/>
                </a:lnTo>
                <a:lnTo>
                  <a:pt x="9571290" y="626691"/>
                </a:lnTo>
                <a:lnTo>
                  <a:pt x="9580786" y="626691"/>
                </a:lnTo>
                <a:lnTo>
                  <a:pt x="9590281" y="626691"/>
                </a:lnTo>
                <a:lnTo>
                  <a:pt x="9599776" y="626691"/>
                </a:lnTo>
                <a:lnTo>
                  <a:pt x="9609272" y="626691"/>
                </a:lnTo>
                <a:lnTo>
                  <a:pt x="9618767" y="626691"/>
                </a:lnTo>
                <a:lnTo>
                  <a:pt x="9628262" y="626691"/>
                </a:lnTo>
                <a:lnTo>
                  <a:pt x="9637758" y="626691"/>
                </a:lnTo>
                <a:lnTo>
                  <a:pt x="9647253" y="626691"/>
                </a:lnTo>
                <a:lnTo>
                  <a:pt x="9656748" y="626691"/>
                </a:lnTo>
                <a:lnTo>
                  <a:pt x="9666243" y="626691"/>
                </a:lnTo>
                <a:lnTo>
                  <a:pt x="9675739" y="626691"/>
                </a:lnTo>
                <a:lnTo>
                  <a:pt x="9685234" y="626691"/>
                </a:lnTo>
                <a:lnTo>
                  <a:pt x="9694729" y="626691"/>
                </a:lnTo>
              </a:path>
            </a:pathLst>
          </a:custGeom>
          <a:noFill/>
          <a:ln w="12700" cap="flat" cmpd="sng" algn="ctr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ACC7F61-CB8F-D556-F48B-D27BCB2F4034}"/>
              </a:ext>
            </a:extLst>
          </p:cNvPr>
          <p:cNvSpPr txBox="1"/>
          <p:nvPr/>
        </p:nvSpPr>
        <p:spPr>
          <a:xfrm>
            <a:off x="5372392" y="1882750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41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C8527FC-44A2-4804-8B4B-8CFC5C4ABF6D}"/>
              </a:ext>
            </a:extLst>
          </p:cNvPr>
          <p:cNvSpPr txBox="1"/>
          <p:nvPr/>
        </p:nvSpPr>
        <p:spPr>
          <a:xfrm>
            <a:off x="3625252" y="194921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82CA5C4-9452-EE2C-99F2-03F071312582}"/>
              </a:ext>
            </a:extLst>
          </p:cNvPr>
          <p:cNvSpPr txBox="1"/>
          <p:nvPr/>
        </p:nvSpPr>
        <p:spPr>
          <a:xfrm>
            <a:off x="10604318" y="1996694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B0B2057-A9F2-6760-E7FF-654B6314967B}"/>
              </a:ext>
            </a:extLst>
          </p:cNvPr>
          <p:cNvSpPr txBox="1"/>
          <p:nvPr/>
        </p:nvSpPr>
        <p:spPr>
          <a:xfrm>
            <a:off x="4109513" y="2101143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C8593CD-63A6-E205-3609-BD0401D92992}"/>
              </a:ext>
            </a:extLst>
          </p:cNvPr>
          <p:cNvSpPr txBox="1"/>
          <p:nvPr/>
        </p:nvSpPr>
        <p:spPr>
          <a:xfrm>
            <a:off x="8961626" y="211063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639B918-2EC8-AF99-C408-5759A7A604E0}"/>
              </a:ext>
            </a:extLst>
          </p:cNvPr>
          <p:cNvSpPr txBox="1"/>
          <p:nvPr/>
        </p:nvSpPr>
        <p:spPr>
          <a:xfrm>
            <a:off x="5267943" y="2120134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40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8511A2B-2BA6-800C-30DD-1F27CBF1D176}"/>
              </a:ext>
            </a:extLst>
          </p:cNvPr>
          <p:cNvSpPr txBox="1"/>
          <p:nvPr/>
        </p:nvSpPr>
        <p:spPr>
          <a:xfrm>
            <a:off x="9056579" y="194921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79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EB37A54-05AE-EFC3-F8FB-6F37FAD86BF6}"/>
              </a:ext>
            </a:extLst>
          </p:cNvPr>
          <p:cNvSpPr txBox="1"/>
          <p:nvPr/>
        </p:nvSpPr>
        <p:spPr>
          <a:xfrm>
            <a:off x="3720205" y="2139124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5C54081-EBF0-AE4A-8C34-494934AF1944}"/>
              </a:ext>
            </a:extLst>
          </p:cNvPr>
          <p:cNvSpPr txBox="1"/>
          <p:nvPr/>
        </p:nvSpPr>
        <p:spPr>
          <a:xfrm>
            <a:off x="10803720" y="2139124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6F68E0C-415F-E164-E55C-7BEFC141B5F5}"/>
              </a:ext>
            </a:extLst>
          </p:cNvPr>
          <p:cNvSpPr txBox="1"/>
          <p:nvPr/>
        </p:nvSpPr>
        <p:spPr>
          <a:xfrm>
            <a:off x="10509364" y="2139124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1F15213-6F2E-7FB8-3453-365C9CC656BE}"/>
              </a:ext>
            </a:extLst>
          </p:cNvPr>
          <p:cNvSpPr txBox="1"/>
          <p:nvPr/>
        </p:nvSpPr>
        <p:spPr>
          <a:xfrm>
            <a:off x="1452785" y="1506730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pt-BR" sz="800">
                <a:latin typeface="Arial" panose="020B0604020202020204" pitchFamily="34" charset="0"/>
              </a:rPr>
              <a:t>  *2 Sep 25- 1-1- NPs-400 um-positive-005.tdc + Ions 400µm 36071896 cts</a:t>
            </a:r>
            <a:endParaRPr lang="en-US" sz="800">
              <a:latin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9658019-4188-4F1C-9F63-A188F96269BB}"/>
              </a:ext>
            </a:extLst>
          </p:cNvPr>
          <p:cNvSpPr txBox="1"/>
          <p:nvPr/>
        </p:nvSpPr>
        <p:spPr>
          <a:xfrm>
            <a:off x="1296708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79.80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7A7C96A-EF38-5913-E88A-633832F2AF98}"/>
              </a:ext>
            </a:extLst>
          </p:cNvPr>
          <p:cNvSpPr txBox="1"/>
          <p:nvPr/>
        </p:nvSpPr>
        <p:spPr>
          <a:xfrm>
            <a:off x="3722764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79.85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86173A0-BB98-EDD4-E2E4-EE58A7878681}"/>
              </a:ext>
            </a:extLst>
          </p:cNvPr>
          <p:cNvSpPr txBox="1"/>
          <p:nvPr/>
        </p:nvSpPr>
        <p:spPr>
          <a:xfrm>
            <a:off x="6153567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79.90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0028CCD-A190-91B6-BF4B-F50FB19CE753}"/>
              </a:ext>
            </a:extLst>
          </p:cNvPr>
          <p:cNvSpPr txBox="1"/>
          <p:nvPr/>
        </p:nvSpPr>
        <p:spPr>
          <a:xfrm>
            <a:off x="8574876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79.95</a:t>
            </a: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D3F5DF92-94C7-F083-72CA-CA451DAD47F7}"/>
              </a:ext>
            </a:extLst>
          </p:cNvPr>
          <p:cNvSpPr/>
          <p:nvPr/>
        </p:nvSpPr>
        <p:spPr bwMode="auto">
          <a:xfrm>
            <a:off x="1547738" y="3760150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6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2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6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52112" y="0"/>
                </a:lnTo>
                <a:lnTo>
                  <a:pt x="4852112" y="75962"/>
                </a:lnTo>
                <a:lnTo>
                  <a:pt x="4852112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6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2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6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E2D966C-7ADA-67F1-DDD9-F8FA2547C7DB}"/>
              </a:ext>
            </a:extLst>
          </p:cNvPr>
          <p:cNvSpPr txBox="1"/>
          <p:nvPr/>
        </p:nvSpPr>
        <p:spPr>
          <a:xfrm>
            <a:off x="5968482" y="4016523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6ED2ECA0-F834-BD8B-6AE7-7807068242E9}"/>
              </a:ext>
            </a:extLst>
          </p:cNvPr>
          <p:cNvSpPr/>
          <p:nvPr/>
        </p:nvSpPr>
        <p:spPr bwMode="auto">
          <a:xfrm>
            <a:off x="1547738" y="3010019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F103572-DCF4-F8DA-5D8D-DD394EADE9D5}"/>
              </a:ext>
            </a:extLst>
          </p:cNvPr>
          <p:cNvSpPr txBox="1"/>
          <p:nvPr/>
        </p:nvSpPr>
        <p:spPr>
          <a:xfrm>
            <a:off x="1193617" y="3637039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8726A59-2750-F097-3619-007134CA006F}"/>
              </a:ext>
            </a:extLst>
          </p:cNvPr>
          <p:cNvSpPr txBox="1"/>
          <p:nvPr/>
        </p:nvSpPr>
        <p:spPr>
          <a:xfrm>
            <a:off x="1193617" y="3523095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7B5170F-5FCD-C81F-E445-C285FC48F464}"/>
              </a:ext>
            </a:extLst>
          </p:cNvPr>
          <p:cNvSpPr txBox="1"/>
          <p:nvPr/>
        </p:nvSpPr>
        <p:spPr>
          <a:xfrm>
            <a:off x="1193617" y="3409151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002062C-044C-7CA5-C78A-B485DEDEBA67}"/>
              </a:ext>
            </a:extLst>
          </p:cNvPr>
          <p:cNvSpPr txBox="1"/>
          <p:nvPr/>
        </p:nvSpPr>
        <p:spPr>
          <a:xfrm>
            <a:off x="1193617" y="3295207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210ADFE-2F5F-CFB6-6558-C0C93F0DDC77}"/>
              </a:ext>
            </a:extLst>
          </p:cNvPr>
          <p:cNvSpPr txBox="1"/>
          <p:nvPr/>
        </p:nvSpPr>
        <p:spPr>
          <a:xfrm>
            <a:off x="1193617" y="3181264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2.0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CC5C101-5B24-7A89-49E0-C6F9047060B5}"/>
              </a:ext>
            </a:extLst>
          </p:cNvPr>
          <p:cNvSpPr txBox="1"/>
          <p:nvPr/>
        </p:nvSpPr>
        <p:spPr>
          <a:xfrm>
            <a:off x="1193617" y="3067320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2.5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46D0376-30A0-A31D-ABB0-D36F3EC62724}"/>
              </a:ext>
            </a:extLst>
          </p:cNvPr>
          <p:cNvSpPr txBox="1"/>
          <p:nvPr/>
        </p:nvSpPr>
        <p:spPr>
          <a:xfrm>
            <a:off x="1193617" y="2953376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3.0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EF6B630-06F7-0C78-0EE5-3BB8955F496B}"/>
              </a:ext>
            </a:extLst>
          </p:cNvPr>
          <p:cNvSpPr/>
          <p:nvPr/>
        </p:nvSpPr>
        <p:spPr bwMode="auto">
          <a:xfrm>
            <a:off x="1471776" y="3010019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21645"/>
                </a:lnTo>
                <a:lnTo>
                  <a:pt x="28486" y="721645"/>
                </a:lnTo>
                <a:lnTo>
                  <a:pt x="75962" y="721645"/>
                </a:lnTo>
                <a:lnTo>
                  <a:pt x="75962" y="702654"/>
                </a:lnTo>
                <a:lnTo>
                  <a:pt x="28486" y="702654"/>
                </a:lnTo>
                <a:lnTo>
                  <a:pt x="75962" y="702654"/>
                </a:lnTo>
                <a:lnTo>
                  <a:pt x="75962" y="674168"/>
                </a:lnTo>
                <a:lnTo>
                  <a:pt x="28486" y="674168"/>
                </a:lnTo>
                <a:lnTo>
                  <a:pt x="75962" y="674168"/>
                </a:lnTo>
                <a:lnTo>
                  <a:pt x="75962" y="655177"/>
                </a:lnTo>
                <a:lnTo>
                  <a:pt x="28486" y="655177"/>
                </a:lnTo>
                <a:lnTo>
                  <a:pt x="75962" y="655177"/>
                </a:lnTo>
                <a:lnTo>
                  <a:pt x="75962" y="636187"/>
                </a:lnTo>
                <a:lnTo>
                  <a:pt x="0" y="636187"/>
                </a:lnTo>
                <a:lnTo>
                  <a:pt x="75962" y="636187"/>
                </a:lnTo>
                <a:lnTo>
                  <a:pt x="75962" y="607701"/>
                </a:lnTo>
                <a:lnTo>
                  <a:pt x="28486" y="607701"/>
                </a:lnTo>
                <a:lnTo>
                  <a:pt x="75962" y="607701"/>
                </a:lnTo>
                <a:lnTo>
                  <a:pt x="75962" y="588710"/>
                </a:lnTo>
                <a:lnTo>
                  <a:pt x="28486" y="588710"/>
                </a:lnTo>
                <a:lnTo>
                  <a:pt x="75962" y="588710"/>
                </a:lnTo>
                <a:lnTo>
                  <a:pt x="75962" y="560224"/>
                </a:lnTo>
                <a:lnTo>
                  <a:pt x="28486" y="560224"/>
                </a:lnTo>
                <a:lnTo>
                  <a:pt x="75962" y="560224"/>
                </a:lnTo>
                <a:lnTo>
                  <a:pt x="75962" y="541233"/>
                </a:lnTo>
                <a:lnTo>
                  <a:pt x="28486" y="541233"/>
                </a:lnTo>
                <a:lnTo>
                  <a:pt x="75962" y="541233"/>
                </a:lnTo>
                <a:lnTo>
                  <a:pt x="75962" y="522243"/>
                </a:lnTo>
                <a:lnTo>
                  <a:pt x="0" y="522243"/>
                </a:lnTo>
                <a:lnTo>
                  <a:pt x="75962" y="522243"/>
                </a:lnTo>
                <a:lnTo>
                  <a:pt x="75962" y="493757"/>
                </a:lnTo>
                <a:lnTo>
                  <a:pt x="28486" y="493757"/>
                </a:lnTo>
                <a:lnTo>
                  <a:pt x="75962" y="493757"/>
                </a:lnTo>
                <a:lnTo>
                  <a:pt x="75962" y="474766"/>
                </a:lnTo>
                <a:lnTo>
                  <a:pt x="28486" y="474766"/>
                </a:lnTo>
                <a:lnTo>
                  <a:pt x="75962" y="474766"/>
                </a:lnTo>
                <a:lnTo>
                  <a:pt x="75962" y="455775"/>
                </a:lnTo>
                <a:lnTo>
                  <a:pt x="28486" y="455775"/>
                </a:lnTo>
                <a:lnTo>
                  <a:pt x="75962" y="455775"/>
                </a:lnTo>
                <a:lnTo>
                  <a:pt x="75962" y="427289"/>
                </a:lnTo>
                <a:lnTo>
                  <a:pt x="28486" y="427289"/>
                </a:lnTo>
                <a:lnTo>
                  <a:pt x="75962" y="427289"/>
                </a:lnTo>
                <a:lnTo>
                  <a:pt x="75962" y="408299"/>
                </a:lnTo>
                <a:lnTo>
                  <a:pt x="0" y="408299"/>
                </a:lnTo>
                <a:lnTo>
                  <a:pt x="75962" y="408299"/>
                </a:lnTo>
                <a:lnTo>
                  <a:pt x="75962" y="379813"/>
                </a:lnTo>
                <a:lnTo>
                  <a:pt x="28486" y="379813"/>
                </a:lnTo>
                <a:lnTo>
                  <a:pt x="75962" y="379813"/>
                </a:lnTo>
                <a:lnTo>
                  <a:pt x="75962" y="360822"/>
                </a:lnTo>
                <a:lnTo>
                  <a:pt x="28486" y="360822"/>
                </a:lnTo>
                <a:lnTo>
                  <a:pt x="75962" y="360822"/>
                </a:lnTo>
                <a:lnTo>
                  <a:pt x="75962" y="341831"/>
                </a:lnTo>
                <a:lnTo>
                  <a:pt x="28486" y="341831"/>
                </a:lnTo>
                <a:lnTo>
                  <a:pt x="75962" y="341831"/>
                </a:lnTo>
                <a:lnTo>
                  <a:pt x="75962" y="313346"/>
                </a:lnTo>
                <a:lnTo>
                  <a:pt x="28486" y="313346"/>
                </a:lnTo>
                <a:lnTo>
                  <a:pt x="75962" y="313346"/>
                </a:lnTo>
                <a:lnTo>
                  <a:pt x="75962" y="294355"/>
                </a:lnTo>
                <a:lnTo>
                  <a:pt x="0" y="294355"/>
                </a:lnTo>
                <a:lnTo>
                  <a:pt x="75962" y="294355"/>
                </a:lnTo>
                <a:lnTo>
                  <a:pt x="75962" y="275364"/>
                </a:lnTo>
                <a:lnTo>
                  <a:pt x="28486" y="275364"/>
                </a:lnTo>
                <a:lnTo>
                  <a:pt x="75962" y="275364"/>
                </a:lnTo>
                <a:lnTo>
                  <a:pt x="75962" y="246878"/>
                </a:lnTo>
                <a:lnTo>
                  <a:pt x="28486" y="246878"/>
                </a:lnTo>
                <a:lnTo>
                  <a:pt x="75962" y="246878"/>
                </a:lnTo>
                <a:lnTo>
                  <a:pt x="75962" y="227888"/>
                </a:lnTo>
                <a:lnTo>
                  <a:pt x="28486" y="227888"/>
                </a:lnTo>
                <a:lnTo>
                  <a:pt x="75962" y="227888"/>
                </a:lnTo>
                <a:lnTo>
                  <a:pt x="75962" y="199402"/>
                </a:lnTo>
                <a:lnTo>
                  <a:pt x="28486" y="199402"/>
                </a:lnTo>
                <a:lnTo>
                  <a:pt x="75962" y="199402"/>
                </a:lnTo>
                <a:lnTo>
                  <a:pt x="75962" y="180411"/>
                </a:lnTo>
                <a:lnTo>
                  <a:pt x="0" y="180411"/>
                </a:lnTo>
                <a:lnTo>
                  <a:pt x="75962" y="180411"/>
                </a:lnTo>
                <a:lnTo>
                  <a:pt x="75962" y="161420"/>
                </a:lnTo>
                <a:lnTo>
                  <a:pt x="28486" y="161420"/>
                </a:lnTo>
                <a:lnTo>
                  <a:pt x="75962" y="161420"/>
                </a:lnTo>
                <a:lnTo>
                  <a:pt x="75962" y="132934"/>
                </a:lnTo>
                <a:lnTo>
                  <a:pt x="28486" y="132934"/>
                </a:lnTo>
                <a:lnTo>
                  <a:pt x="75962" y="132934"/>
                </a:lnTo>
                <a:lnTo>
                  <a:pt x="75962" y="113944"/>
                </a:lnTo>
                <a:lnTo>
                  <a:pt x="28486" y="113944"/>
                </a:lnTo>
                <a:lnTo>
                  <a:pt x="75962" y="113944"/>
                </a:lnTo>
                <a:lnTo>
                  <a:pt x="75962" y="85458"/>
                </a:lnTo>
                <a:lnTo>
                  <a:pt x="28486" y="85458"/>
                </a:lnTo>
                <a:lnTo>
                  <a:pt x="75962" y="85458"/>
                </a:lnTo>
                <a:lnTo>
                  <a:pt x="75962" y="66467"/>
                </a:lnTo>
                <a:lnTo>
                  <a:pt x="0" y="66467"/>
                </a:lnTo>
                <a:lnTo>
                  <a:pt x="75962" y="66467"/>
                </a:lnTo>
                <a:lnTo>
                  <a:pt x="75962" y="47476"/>
                </a:lnTo>
                <a:lnTo>
                  <a:pt x="28486" y="47476"/>
                </a:lnTo>
                <a:lnTo>
                  <a:pt x="75962" y="47476"/>
                </a:lnTo>
                <a:lnTo>
                  <a:pt x="75962" y="18990"/>
                </a:lnTo>
                <a:lnTo>
                  <a:pt x="28486" y="18990"/>
                </a:lnTo>
                <a:lnTo>
                  <a:pt x="75962" y="18990"/>
                </a:lnTo>
                <a:lnTo>
                  <a:pt x="75962" y="0"/>
                </a:lnTo>
                <a:lnTo>
                  <a:pt x="28486" y="0"/>
                </a:lnTo>
                <a:close/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B175267-7F73-4A34-C36F-645A1FF00DF3}"/>
              </a:ext>
            </a:extLst>
          </p:cNvPr>
          <p:cNvSpPr txBox="1"/>
          <p:nvPr/>
        </p:nvSpPr>
        <p:spPr>
          <a:xfrm>
            <a:off x="914991" y="3055685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Counts/1E3</a:t>
            </a: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D8DAFD63-F06F-14A1-F054-D72BF8CCEB45}"/>
              </a:ext>
            </a:extLst>
          </p:cNvPr>
          <p:cNvSpPr/>
          <p:nvPr/>
        </p:nvSpPr>
        <p:spPr bwMode="auto">
          <a:xfrm>
            <a:off x="11251963" y="3010019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24AA24D1-7E25-F450-E99C-BB4FDA66BA53}"/>
              </a:ext>
            </a:extLst>
          </p:cNvPr>
          <p:cNvSpPr/>
          <p:nvPr/>
        </p:nvSpPr>
        <p:spPr bwMode="auto">
          <a:xfrm>
            <a:off x="1557234" y="3123963"/>
            <a:ext cx="9685234" cy="626692"/>
          </a:xfrm>
          <a:custGeom>
            <a:avLst/>
            <a:gdLst/>
            <a:ahLst/>
            <a:cxnLst/>
            <a:rect l="0" t="0" r="0" b="0"/>
            <a:pathLst>
              <a:path w="9685234" h="626692">
                <a:moveTo>
                  <a:pt x="0" y="626691"/>
                </a:moveTo>
                <a:lnTo>
                  <a:pt x="37981" y="626691"/>
                </a:lnTo>
                <a:lnTo>
                  <a:pt x="85458" y="626691"/>
                </a:lnTo>
                <a:lnTo>
                  <a:pt x="123439" y="626691"/>
                </a:lnTo>
                <a:lnTo>
                  <a:pt x="170916" y="626691"/>
                </a:lnTo>
                <a:lnTo>
                  <a:pt x="208897" y="626691"/>
                </a:lnTo>
                <a:lnTo>
                  <a:pt x="246878" y="626691"/>
                </a:lnTo>
                <a:lnTo>
                  <a:pt x="294355" y="626691"/>
                </a:lnTo>
                <a:lnTo>
                  <a:pt x="332336" y="626691"/>
                </a:lnTo>
                <a:lnTo>
                  <a:pt x="379813" y="626691"/>
                </a:lnTo>
                <a:lnTo>
                  <a:pt x="417794" y="626691"/>
                </a:lnTo>
                <a:lnTo>
                  <a:pt x="465271" y="626691"/>
                </a:lnTo>
                <a:lnTo>
                  <a:pt x="503252" y="626691"/>
                </a:lnTo>
                <a:lnTo>
                  <a:pt x="550729" y="626691"/>
                </a:lnTo>
                <a:lnTo>
                  <a:pt x="588710" y="626691"/>
                </a:lnTo>
                <a:lnTo>
                  <a:pt x="626691" y="626691"/>
                </a:lnTo>
                <a:lnTo>
                  <a:pt x="674168" y="626691"/>
                </a:lnTo>
                <a:lnTo>
                  <a:pt x="712149" y="626691"/>
                </a:lnTo>
                <a:lnTo>
                  <a:pt x="759626" y="626691"/>
                </a:lnTo>
                <a:lnTo>
                  <a:pt x="797607" y="626691"/>
                </a:lnTo>
                <a:lnTo>
                  <a:pt x="845084" y="626691"/>
                </a:lnTo>
                <a:lnTo>
                  <a:pt x="883065" y="626691"/>
                </a:lnTo>
                <a:lnTo>
                  <a:pt x="921046" y="626691"/>
                </a:lnTo>
                <a:lnTo>
                  <a:pt x="968523" y="626691"/>
                </a:lnTo>
                <a:lnTo>
                  <a:pt x="1006504" y="626691"/>
                </a:lnTo>
                <a:lnTo>
                  <a:pt x="1053981" y="626691"/>
                </a:lnTo>
                <a:lnTo>
                  <a:pt x="1091962" y="626691"/>
                </a:lnTo>
                <a:lnTo>
                  <a:pt x="1139439" y="626691"/>
                </a:lnTo>
                <a:lnTo>
                  <a:pt x="1177420" y="626691"/>
                </a:lnTo>
                <a:lnTo>
                  <a:pt x="1215402" y="626691"/>
                </a:lnTo>
                <a:lnTo>
                  <a:pt x="1262878" y="626691"/>
                </a:lnTo>
                <a:lnTo>
                  <a:pt x="1300860" y="626691"/>
                </a:lnTo>
                <a:lnTo>
                  <a:pt x="1348336" y="626691"/>
                </a:lnTo>
                <a:lnTo>
                  <a:pt x="1386317" y="626691"/>
                </a:lnTo>
                <a:lnTo>
                  <a:pt x="1433794" y="626691"/>
                </a:lnTo>
                <a:lnTo>
                  <a:pt x="1471775" y="626691"/>
                </a:lnTo>
                <a:lnTo>
                  <a:pt x="1509757" y="626691"/>
                </a:lnTo>
                <a:lnTo>
                  <a:pt x="1557233" y="626691"/>
                </a:lnTo>
                <a:lnTo>
                  <a:pt x="1595215" y="626691"/>
                </a:lnTo>
                <a:lnTo>
                  <a:pt x="1642691" y="626691"/>
                </a:lnTo>
                <a:lnTo>
                  <a:pt x="1680673" y="626691"/>
                </a:lnTo>
                <a:lnTo>
                  <a:pt x="1728149" y="626691"/>
                </a:lnTo>
                <a:lnTo>
                  <a:pt x="1766131" y="626691"/>
                </a:lnTo>
                <a:lnTo>
                  <a:pt x="1813607" y="626691"/>
                </a:lnTo>
                <a:lnTo>
                  <a:pt x="1851589" y="626691"/>
                </a:lnTo>
                <a:lnTo>
                  <a:pt x="1889570" y="626691"/>
                </a:lnTo>
                <a:lnTo>
                  <a:pt x="1937047" y="626691"/>
                </a:lnTo>
                <a:lnTo>
                  <a:pt x="1975028" y="626691"/>
                </a:lnTo>
                <a:lnTo>
                  <a:pt x="2022504" y="626691"/>
                </a:lnTo>
                <a:lnTo>
                  <a:pt x="2060485" y="626691"/>
                </a:lnTo>
                <a:lnTo>
                  <a:pt x="2107962" y="626691"/>
                </a:lnTo>
                <a:lnTo>
                  <a:pt x="2145943" y="626691"/>
                </a:lnTo>
                <a:lnTo>
                  <a:pt x="2183925" y="626691"/>
                </a:lnTo>
                <a:lnTo>
                  <a:pt x="2231401" y="626691"/>
                </a:lnTo>
                <a:lnTo>
                  <a:pt x="2269383" y="626691"/>
                </a:lnTo>
                <a:lnTo>
                  <a:pt x="2316859" y="626691"/>
                </a:lnTo>
                <a:lnTo>
                  <a:pt x="2354841" y="626691"/>
                </a:lnTo>
                <a:lnTo>
                  <a:pt x="2402317" y="626691"/>
                </a:lnTo>
                <a:lnTo>
                  <a:pt x="2440299" y="626691"/>
                </a:lnTo>
                <a:lnTo>
                  <a:pt x="2478280" y="626691"/>
                </a:lnTo>
                <a:lnTo>
                  <a:pt x="2525757" y="626691"/>
                </a:lnTo>
                <a:lnTo>
                  <a:pt x="2563738" y="626691"/>
                </a:lnTo>
                <a:lnTo>
                  <a:pt x="2611215" y="626691"/>
                </a:lnTo>
                <a:lnTo>
                  <a:pt x="2649196" y="626691"/>
                </a:lnTo>
                <a:lnTo>
                  <a:pt x="2696673" y="626691"/>
                </a:lnTo>
                <a:lnTo>
                  <a:pt x="2734654" y="626691"/>
                </a:lnTo>
                <a:lnTo>
                  <a:pt x="2772635" y="626691"/>
                </a:lnTo>
                <a:lnTo>
                  <a:pt x="2820112" y="626691"/>
                </a:lnTo>
                <a:lnTo>
                  <a:pt x="2858093" y="626691"/>
                </a:lnTo>
                <a:lnTo>
                  <a:pt x="2905570" y="626691"/>
                </a:lnTo>
                <a:lnTo>
                  <a:pt x="2943551" y="626691"/>
                </a:lnTo>
                <a:lnTo>
                  <a:pt x="2991028" y="626691"/>
                </a:lnTo>
                <a:lnTo>
                  <a:pt x="3029009" y="626691"/>
                </a:lnTo>
                <a:lnTo>
                  <a:pt x="3076486" y="626691"/>
                </a:lnTo>
                <a:lnTo>
                  <a:pt x="3114467" y="626691"/>
                </a:lnTo>
                <a:lnTo>
                  <a:pt x="3152448" y="626691"/>
                </a:lnTo>
                <a:lnTo>
                  <a:pt x="3199925" y="626691"/>
                </a:lnTo>
                <a:lnTo>
                  <a:pt x="3237906" y="626691"/>
                </a:lnTo>
                <a:lnTo>
                  <a:pt x="3285383" y="626691"/>
                </a:lnTo>
                <a:lnTo>
                  <a:pt x="3323364" y="626691"/>
                </a:lnTo>
                <a:lnTo>
                  <a:pt x="3370841" y="626691"/>
                </a:lnTo>
                <a:lnTo>
                  <a:pt x="3408822" y="626691"/>
                </a:lnTo>
                <a:lnTo>
                  <a:pt x="3446804" y="626691"/>
                </a:lnTo>
                <a:lnTo>
                  <a:pt x="3494280" y="626691"/>
                </a:lnTo>
                <a:lnTo>
                  <a:pt x="3532262" y="626691"/>
                </a:lnTo>
                <a:lnTo>
                  <a:pt x="3579738" y="626691"/>
                </a:lnTo>
                <a:lnTo>
                  <a:pt x="3617720" y="626691"/>
                </a:lnTo>
                <a:lnTo>
                  <a:pt x="3665196" y="626691"/>
                </a:lnTo>
                <a:lnTo>
                  <a:pt x="3703177" y="626691"/>
                </a:lnTo>
                <a:lnTo>
                  <a:pt x="3741158" y="626691"/>
                </a:lnTo>
                <a:lnTo>
                  <a:pt x="3788635" y="626691"/>
                </a:lnTo>
                <a:lnTo>
                  <a:pt x="3826616" y="626691"/>
                </a:lnTo>
                <a:lnTo>
                  <a:pt x="3874093" y="626691"/>
                </a:lnTo>
                <a:lnTo>
                  <a:pt x="3912074" y="626691"/>
                </a:lnTo>
                <a:lnTo>
                  <a:pt x="3959551" y="626691"/>
                </a:lnTo>
                <a:lnTo>
                  <a:pt x="3997532" y="626691"/>
                </a:lnTo>
                <a:lnTo>
                  <a:pt x="4045009" y="626691"/>
                </a:lnTo>
                <a:lnTo>
                  <a:pt x="4082990" y="626691"/>
                </a:lnTo>
                <a:lnTo>
                  <a:pt x="4120972" y="626691"/>
                </a:lnTo>
                <a:lnTo>
                  <a:pt x="4168448" y="626691"/>
                </a:lnTo>
                <a:lnTo>
                  <a:pt x="4206430" y="626691"/>
                </a:lnTo>
                <a:lnTo>
                  <a:pt x="4253906" y="626691"/>
                </a:lnTo>
                <a:lnTo>
                  <a:pt x="4291888" y="626691"/>
                </a:lnTo>
                <a:lnTo>
                  <a:pt x="4339364" y="626691"/>
                </a:lnTo>
                <a:lnTo>
                  <a:pt x="4377346" y="626691"/>
                </a:lnTo>
                <a:lnTo>
                  <a:pt x="4415327" y="626691"/>
                </a:lnTo>
                <a:lnTo>
                  <a:pt x="4462804" y="626691"/>
                </a:lnTo>
                <a:lnTo>
                  <a:pt x="4500785" y="626691"/>
                </a:lnTo>
                <a:lnTo>
                  <a:pt x="4548262" y="626691"/>
                </a:lnTo>
                <a:lnTo>
                  <a:pt x="4586243" y="626691"/>
                </a:lnTo>
                <a:lnTo>
                  <a:pt x="4633720" y="626691"/>
                </a:lnTo>
                <a:lnTo>
                  <a:pt x="4671701" y="626691"/>
                </a:lnTo>
                <a:lnTo>
                  <a:pt x="4709682" y="626691"/>
                </a:lnTo>
                <a:lnTo>
                  <a:pt x="4757158" y="626691"/>
                </a:lnTo>
                <a:lnTo>
                  <a:pt x="4795140" y="626691"/>
                </a:lnTo>
                <a:lnTo>
                  <a:pt x="4842616" y="626691"/>
                </a:lnTo>
                <a:lnTo>
                  <a:pt x="4880598" y="626691"/>
                </a:lnTo>
                <a:lnTo>
                  <a:pt x="4928074" y="617196"/>
                </a:lnTo>
                <a:lnTo>
                  <a:pt x="4966056" y="626691"/>
                </a:lnTo>
                <a:lnTo>
                  <a:pt x="5013532" y="626691"/>
                </a:lnTo>
                <a:lnTo>
                  <a:pt x="5051514" y="626691"/>
                </a:lnTo>
                <a:lnTo>
                  <a:pt x="5089495" y="617196"/>
                </a:lnTo>
                <a:lnTo>
                  <a:pt x="5136972" y="617196"/>
                </a:lnTo>
                <a:lnTo>
                  <a:pt x="5174953" y="617196"/>
                </a:lnTo>
                <a:lnTo>
                  <a:pt x="5222430" y="617196"/>
                </a:lnTo>
                <a:lnTo>
                  <a:pt x="5260411" y="617196"/>
                </a:lnTo>
                <a:lnTo>
                  <a:pt x="5307887" y="617196"/>
                </a:lnTo>
                <a:lnTo>
                  <a:pt x="5345869" y="617196"/>
                </a:lnTo>
                <a:lnTo>
                  <a:pt x="5383850" y="617196"/>
                </a:lnTo>
                <a:lnTo>
                  <a:pt x="5431327" y="617196"/>
                </a:lnTo>
                <a:lnTo>
                  <a:pt x="5469308" y="617196"/>
                </a:lnTo>
                <a:lnTo>
                  <a:pt x="5516785" y="617196"/>
                </a:lnTo>
                <a:lnTo>
                  <a:pt x="5554766" y="617196"/>
                </a:lnTo>
                <a:lnTo>
                  <a:pt x="5602243" y="607701"/>
                </a:lnTo>
                <a:lnTo>
                  <a:pt x="5640224" y="607701"/>
                </a:lnTo>
                <a:lnTo>
                  <a:pt x="5687701" y="607701"/>
                </a:lnTo>
                <a:lnTo>
                  <a:pt x="5725682" y="598205"/>
                </a:lnTo>
                <a:lnTo>
                  <a:pt x="5763663" y="598205"/>
                </a:lnTo>
                <a:lnTo>
                  <a:pt x="5811140" y="598205"/>
                </a:lnTo>
                <a:lnTo>
                  <a:pt x="5849122" y="588710"/>
                </a:lnTo>
                <a:lnTo>
                  <a:pt x="5896598" y="588710"/>
                </a:lnTo>
                <a:lnTo>
                  <a:pt x="5934579" y="579214"/>
                </a:lnTo>
                <a:lnTo>
                  <a:pt x="5982056" y="569719"/>
                </a:lnTo>
                <a:lnTo>
                  <a:pt x="6020037" y="560224"/>
                </a:lnTo>
                <a:lnTo>
                  <a:pt x="6058018" y="550729"/>
                </a:lnTo>
                <a:lnTo>
                  <a:pt x="6105495" y="531738"/>
                </a:lnTo>
                <a:lnTo>
                  <a:pt x="6143477" y="522243"/>
                </a:lnTo>
                <a:lnTo>
                  <a:pt x="6190953" y="503252"/>
                </a:lnTo>
                <a:lnTo>
                  <a:pt x="6228934" y="503252"/>
                </a:lnTo>
                <a:lnTo>
                  <a:pt x="6276411" y="465271"/>
                </a:lnTo>
                <a:lnTo>
                  <a:pt x="6314393" y="446280"/>
                </a:lnTo>
                <a:lnTo>
                  <a:pt x="6352374" y="417794"/>
                </a:lnTo>
                <a:lnTo>
                  <a:pt x="6399850" y="408299"/>
                </a:lnTo>
                <a:lnTo>
                  <a:pt x="6437831" y="351327"/>
                </a:lnTo>
                <a:lnTo>
                  <a:pt x="6485308" y="322841"/>
                </a:lnTo>
                <a:lnTo>
                  <a:pt x="6523290" y="313345"/>
                </a:lnTo>
                <a:lnTo>
                  <a:pt x="6570766" y="256374"/>
                </a:lnTo>
                <a:lnTo>
                  <a:pt x="6608747" y="227887"/>
                </a:lnTo>
                <a:lnTo>
                  <a:pt x="6656224" y="189906"/>
                </a:lnTo>
                <a:lnTo>
                  <a:pt x="6694206" y="161420"/>
                </a:lnTo>
                <a:lnTo>
                  <a:pt x="6732186" y="142429"/>
                </a:lnTo>
                <a:lnTo>
                  <a:pt x="6779663" y="132934"/>
                </a:lnTo>
                <a:lnTo>
                  <a:pt x="6817645" y="104448"/>
                </a:lnTo>
                <a:lnTo>
                  <a:pt x="6865122" y="66467"/>
                </a:lnTo>
                <a:lnTo>
                  <a:pt x="6903102" y="47476"/>
                </a:lnTo>
                <a:lnTo>
                  <a:pt x="6950579" y="18990"/>
                </a:lnTo>
                <a:lnTo>
                  <a:pt x="6988561" y="47476"/>
                </a:lnTo>
                <a:lnTo>
                  <a:pt x="7026542" y="37981"/>
                </a:lnTo>
                <a:lnTo>
                  <a:pt x="7074018" y="0"/>
                </a:lnTo>
                <a:lnTo>
                  <a:pt x="7112000" y="0"/>
                </a:lnTo>
                <a:lnTo>
                  <a:pt x="7159477" y="28486"/>
                </a:lnTo>
                <a:lnTo>
                  <a:pt x="7197458" y="37981"/>
                </a:lnTo>
                <a:lnTo>
                  <a:pt x="7244934" y="28486"/>
                </a:lnTo>
                <a:lnTo>
                  <a:pt x="7282916" y="47476"/>
                </a:lnTo>
                <a:lnTo>
                  <a:pt x="7330393" y="75962"/>
                </a:lnTo>
                <a:lnTo>
                  <a:pt x="7368374" y="85458"/>
                </a:lnTo>
                <a:lnTo>
                  <a:pt x="7406355" y="94953"/>
                </a:lnTo>
                <a:lnTo>
                  <a:pt x="7453831" y="104448"/>
                </a:lnTo>
                <a:lnTo>
                  <a:pt x="7491813" y="142429"/>
                </a:lnTo>
                <a:lnTo>
                  <a:pt x="7539290" y="161420"/>
                </a:lnTo>
                <a:lnTo>
                  <a:pt x="7577271" y="180411"/>
                </a:lnTo>
                <a:lnTo>
                  <a:pt x="7624747" y="208897"/>
                </a:lnTo>
                <a:lnTo>
                  <a:pt x="7662729" y="237383"/>
                </a:lnTo>
                <a:lnTo>
                  <a:pt x="7700710" y="256374"/>
                </a:lnTo>
                <a:lnTo>
                  <a:pt x="7748186" y="275364"/>
                </a:lnTo>
                <a:lnTo>
                  <a:pt x="7786168" y="294355"/>
                </a:lnTo>
                <a:lnTo>
                  <a:pt x="7833645" y="322841"/>
                </a:lnTo>
                <a:lnTo>
                  <a:pt x="7871626" y="341831"/>
                </a:lnTo>
                <a:lnTo>
                  <a:pt x="7919102" y="351327"/>
                </a:lnTo>
                <a:lnTo>
                  <a:pt x="7957084" y="379813"/>
                </a:lnTo>
                <a:lnTo>
                  <a:pt x="8004561" y="379813"/>
                </a:lnTo>
                <a:lnTo>
                  <a:pt x="8042542" y="398803"/>
                </a:lnTo>
                <a:lnTo>
                  <a:pt x="8080523" y="417794"/>
                </a:lnTo>
                <a:lnTo>
                  <a:pt x="8128000" y="436785"/>
                </a:lnTo>
                <a:lnTo>
                  <a:pt x="8165981" y="446280"/>
                </a:lnTo>
                <a:lnTo>
                  <a:pt x="8213458" y="465271"/>
                </a:lnTo>
                <a:lnTo>
                  <a:pt x="8251439" y="484261"/>
                </a:lnTo>
                <a:lnTo>
                  <a:pt x="8298916" y="484261"/>
                </a:lnTo>
                <a:lnTo>
                  <a:pt x="8336897" y="503252"/>
                </a:lnTo>
                <a:lnTo>
                  <a:pt x="8374878" y="512747"/>
                </a:lnTo>
                <a:lnTo>
                  <a:pt x="8422355" y="522243"/>
                </a:lnTo>
                <a:lnTo>
                  <a:pt x="8460336" y="541233"/>
                </a:lnTo>
                <a:lnTo>
                  <a:pt x="8507813" y="541233"/>
                </a:lnTo>
                <a:lnTo>
                  <a:pt x="8545794" y="541233"/>
                </a:lnTo>
                <a:lnTo>
                  <a:pt x="8593271" y="550729"/>
                </a:lnTo>
                <a:lnTo>
                  <a:pt x="8631252" y="569719"/>
                </a:lnTo>
                <a:lnTo>
                  <a:pt x="8678729" y="579214"/>
                </a:lnTo>
                <a:lnTo>
                  <a:pt x="8716710" y="579214"/>
                </a:lnTo>
                <a:lnTo>
                  <a:pt x="8754692" y="579214"/>
                </a:lnTo>
                <a:lnTo>
                  <a:pt x="8802168" y="579214"/>
                </a:lnTo>
                <a:lnTo>
                  <a:pt x="8840149" y="579214"/>
                </a:lnTo>
                <a:lnTo>
                  <a:pt x="8887626" y="588710"/>
                </a:lnTo>
                <a:lnTo>
                  <a:pt x="8925608" y="588710"/>
                </a:lnTo>
                <a:lnTo>
                  <a:pt x="8973084" y="588710"/>
                </a:lnTo>
                <a:lnTo>
                  <a:pt x="9011065" y="588710"/>
                </a:lnTo>
                <a:lnTo>
                  <a:pt x="9049047" y="598205"/>
                </a:lnTo>
                <a:lnTo>
                  <a:pt x="9096523" y="598205"/>
                </a:lnTo>
                <a:lnTo>
                  <a:pt x="9134505" y="598205"/>
                </a:lnTo>
                <a:lnTo>
                  <a:pt x="9181981" y="607701"/>
                </a:lnTo>
                <a:lnTo>
                  <a:pt x="9219962" y="598205"/>
                </a:lnTo>
                <a:lnTo>
                  <a:pt x="9267439" y="607701"/>
                </a:lnTo>
                <a:lnTo>
                  <a:pt x="9305421" y="607701"/>
                </a:lnTo>
                <a:lnTo>
                  <a:pt x="9352897" y="607701"/>
                </a:lnTo>
                <a:lnTo>
                  <a:pt x="9390878" y="607701"/>
                </a:lnTo>
                <a:lnTo>
                  <a:pt x="9428860" y="607701"/>
                </a:lnTo>
                <a:lnTo>
                  <a:pt x="9476337" y="607701"/>
                </a:lnTo>
                <a:lnTo>
                  <a:pt x="9514317" y="617196"/>
                </a:lnTo>
                <a:lnTo>
                  <a:pt x="9561794" y="617196"/>
                </a:lnTo>
                <a:lnTo>
                  <a:pt x="9599776" y="617196"/>
                </a:lnTo>
                <a:lnTo>
                  <a:pt x="9647252" y="617196"/>
                </a:lnTo>
                <a:lnTo>
                  <a:pt x="9685233" y="607701"/>
                </a:lnTo>
              </a:path>
            </a:pathLst>
          </a:custGeom>
          <a:noFill/>
          <a:ln w="12700" cap="flat" cmpd="sng" algn="ctr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C7FD789-D9DD-3103-33BE-85CFCBCC48E9}"/>
              </a:ext>
            </a:extLst>
          </p:cNvPr>
          <p:cNvSpPr txBox="1"/>
          <p:nvPr/>
        </p:nvSpPr>
        <p:spPr>
          <a:xfrm>
            <a:off x="1452785" y="2893048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pt-BR" sz="800">
                <a:latin typeface="Arial" panose="020B0604020202020204" pitchFamily="34" charset="0"/>
              </a:rPr>
              <a:t>  *2 Sep 25- 1-1- NPs-400 um-positive-005.tdc + Ions 400µm 36071896 cts</a:t>
            </a:r>
            <a:endParaRPr lang="en-US" sz="800">
              <a:latin typeface="Arial" panose="020B0604020202020204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80DD20D-8D8A-670E-8719-BAABDD6C471F}"/>
              </a:ext>
            </a:extLst>
          </p:cNvPr>
          <p:cNvSpPr txBox="1"/>
          <p:nvPr/>
        </p:nvSpPr>
        <p:spPr>
          <a:xfrm>
            <a:off x="1336722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850347C-9243-B375-C030-451EAF47B5AD}"/>
              </a:ext>
            </a:extLst>
          </p:cNvPr>
          <p:cNvSpPr txBox="1"/>
          <p:nvPr/>
        </p:nvSpPr>
        <p:spPr>
          <a:xfrm>
            <a:off x="3753283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F7367E0-1261-FDE0-5C7B-3DDDAF8AECB9}"/>
              </a:ext>
            </a:extLst>
          </p:cNvPr>
          <p:cNvSpPr txBox="1"/>
          <p:nvPr/>
        </p:nvSpPr>
        <p:spPr>
          <a:xfrm>
            <a:off x="6174591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C3880-BE0B-6064-4332-5FA52E3260EE}"/>
              </a:ext>
            </a:extLst>
          </p:cNvPr>
          <p:cNvSpPr txBox="1"/>
          <p:nvPr/>
        </p:nvSpPr>
        <p:spPr>
          <a:xfrm>
            <a:off x="8605395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91.5</a:t>
            </a:r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35916673-9FE2-FBDD-1936-9FA5D0156E05}"/>
              </a:ext>
            </a:extLst>
          </p:cNvPr>
          <p:cNvSpPr/>
          <p:nvPr/>
        </p:nvSpPr>
        <p:spPr bwMode="auto">
          <a:xfrm>
            <a:off x="1547738" y="5146467"/>
            <a:ext cx="9713721" cy="75964"/>
          </a:xfrm>
          <a:custGeom>
            <a:avLst/>
            <a:gdLst/>
            <a:ahLst/>
            <a:cxnLst/>
            <a:rect l="0" t="0" r="0" b="0"/>
            <a:pathLst>
              <a:path w="9713721" h="75964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3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7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7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7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7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3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7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7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7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7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75963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7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7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7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7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3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7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7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7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7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84E2716-518C-43CB-9FE4-7E580BAAB3D4}"/>
              </a:ext>
            </a:extLst>
          </p:cNvPr>
          <p:cNvSpPr txBox="1"/>
          <p:nvPr/>
        </p:nvSpPr>
        <p:spPr>
          <a:xfrm>
            <a:off x="5968482" y="5402841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FEC38EA1-6598-3E23-B3A8-EA908157A769}"/>
              </a:ext>
            </a:extLst>
          </p:cNvPr>
          <p:cNvSpPr/>
          <p:nvPr/>
        </p:nvSpPr>
        <p:spPr bwMode="auto">
          <a:xfrm>
            <a:off x="1547738" y="4396336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293C38E-F78C-A6B6-2DA8-FD12CCB9CC37}"/>
              </a:ext>
            </a:extLst>
          </p:cNvPr>
          <p:cNvSpPr txBox="1"/>
          <p:nvPr/>
        </p:nvSpPr>
        <p:spPr>
          <a:xfrm>
            <a:off x="1193617" y="5023357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1A2C974-96AC-A72D-19A1-98C1C967B1B9}"/>
              </a:ext>
            </a:extLst>
          </p:cNvPr>
          <p:cNvSpPr txBox="1"/>
          <p:nvPr/>
        </p:nvSpPr>
        <p:spPr>
          <a:xfrm>
            <a:off x="1193617" y="4833450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D8E34E4-ACA3-94C4-AC55-88764B1859FF}"/>
              </a:ext>
            </a:extLst>
          </p:cNvPr>
          <p:cNvSpPr txBox="1"/>
          <p:nvPr/>
        </p:nvSpPr>
        <p:spPr>
          <a:xfrm>
            <a:off x="1193617" y="4653039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1E234B1-E26A-D682-E4FF-083F798115AF}"/>
              </a:ext>
            </a:extLst>
          </p:cNvPr>
          <p:cNvSpPr txBox="1"/>
          <p:nvPr/>
        </p:nvSpPr>
        <p:spPr>
          <a:xfrm>
            <a:off x="1193617" y="4472628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E47B1AC-98EC-1625-399B-73DCC9968C59}"/>
              </a:ext>
            </a:extLst>
          </p:cNvPr>
          <p:cNvSpPr txBox="1"/>
          <p:nvPr/>
        </p:nvSpPr>
        <p:spPr>
          <a:xfrm>
            <a:off x="1193617" y="4292217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2.0</a:t>
            </a:r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D2594146-ED85-EB3F-4ACE-0C485A2C35D4}"/>
              </a:ext>
            </a:extLst>
          </p:cNvPr>
          <p:cNvSpPr/>
          <p:nvPr/>
        </p:nvSpPr>
        <p:spPr bwMode="auto">
          <a:xfrm>
            <a:off x="1471776" y="4396336"/>
            <a:ext cx="75963" cy="759628"/>
          </a:xfrm>
          <a:custGeom>
            <a:avLst/>
            <a:gdLst/>
            <a:ahLst/>
            <a:cxnLst/>
            <a:rect l="0" t="0" r="0" b="0"/>
            <a:pathLst>
              <a:path w="75963" h="759628">
                <a:moveTo>
                  <a:pt x="75962" y="0"/>
                </a:moveTo>
                <a:lnTo>
                  <a:pt x="75962" y="759627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12150"/>
                </a:lnTo>
                <a:lnTo>
                  <a:pt x="28486" y="712150"/>
                </a:lnTo>
                <a:lnTo>
                  <a:pt x="75962" y="712150"/>
                </a:lnTo>
                <a:lnTo>
                  <a:pt x="75962" y="674169"/>
                </a:lnTo>
                <a:lnTo>
                  <a:pt x="28486" y="674169"/>
                </a:lnTo>
                <a:lnTo>
                  <a:pt x="75962" y="674169"/>
                </a:lnTo>
                <a:lnTo>
                  <a:pt x="75962" y="636187"/>
                </a:lnTo>
                <a:lnTo>
                  <a:pt x="28486" y="636187"/>
                </a:lnTo>
                <a:lnTo>
                  <a:pt x="75962" y="636187"/>
                </a:lnTo>
                <a:lnTo>
                  <a:pt x="75962" y="598206"/>
                </a:lnTo>
                <a:lnTo>
                  <a:pt x="28486" y="598206"/>
                </a:lnTo>
                <a:lnTo>
                  <a:pt x="75962" y="598206"/>
                </a:lnTo>
                <a:lnTo>
                  <a:pt x="75962" y="560225"/>
                </a:lnTo>
                <a:lnTo>
                  <a:pt x="0" y="560225"/>
                </a:lnTo>
                <a:lnTo>
                  <a:pt x="75962" y="560225"/>
                </a:lnTo>
                <a:lnTo>
                  <a:pt x="75962" y="531739"/>
                </a:lnTo>
                <a:lnTo>
                  <a:pt x="28486" y="531739"/>
                </a:lnTo>
                <a:lnTo>
                  <a:pt x="75962" y="531739"/>
                </a:lnTo>
                <a:lnTo>
                  <a:pt x="75962" y="493757"/>
                </a:lnTo>
                <a:lnTo>
                  <a:pt x="28486" y="493757"/>
                </a:lnTo>
                <a:lnTo>
                  <a:pt x="75962" y="493757"/>
                </a:lnTo>
                <a:lnTo>
                  <a:pt x="75962" y="455776"/>
                </a:lnTo>
                <a:lnTo>
                  <a:pt x="28486" y="455776"/>
                </a:lnTo>
                <a:lnTo>
                  <a:pt x="75962" y="455776"/>
                </a:lnTo>
                <a:lnTo>
                  <a:pt x="75962" y="417795"/>
                </a:lnTo>
                <a:lnTo>
                  <a:pt x="28486" y="417795"/>
                </a:lnTo>
                <a:lnTo>
                  <a:pt x="75962" y="417795"/>
                </a:lnTo>
                <a:lnTo>
                  <a:pt x="75962" y="379814"/>
                </a:lnTo>
                <a:lnTo>
                  <a:pt x="0" y="379814"/>
                </a:lnTo>
                <a:lnTo>
                  <a:pt x="75962" y="379814"/>
                </a:lnTo>
                <a:lnTo>
                  <a:pt x="75962" y="351328"/>
                </a:lnTo>
                <a:lnTo>
                  <a:pt x="28486" y="351328"/>
                </a:lnTo>
                <a:lnTo>
                  <a:pt x="75962" y="351328"/>
                </a:lnTo>
                <a:lnTo>
                  <a:pt x="75962" y="313346"/>
                </a:lnTo>
                <a:lnTo>
                  <a:pt x="28486" y="313346"/>
                </a:lnTo>
                <a:lnTo>
                  <a:pt x="75962" y="313346"/>
                </a:lnTo>
                <a:lnTo>
                  <a:pt x="75962" y="275365"/>
                </a:lnTo>
                <a:lnTo>
                  <a:pt x="28486" y="275365"/>
                </a:lnTo>
                <a:lnTo>
                  <a:pt x="75962" y="275365"/>
                </a:lnTo>
                <a:lnTo>
                  <a:pt x="75962" y="237383"/>
                </a:lnTo>
                <a:lnTo>
                  <a:pt x="28486" y="237383"/>
                </a:lnTo>
                <a:lnTo>
                  <a:pt x="75962" y="237383"/>
                </a:lnTo>
                <a:lnTo>
                  <a:pt x="75962" y="199402"/>
                </a:lnTo>
                <a:lnTo>
                  <a:pt x="0" y="199402"/>
                </a:lnTo>
                <a:lnTo>
                  <a:pt x="75962" y="199402"/>
                </a:lnTo>
                <a:lnTo>
                  <a:pt x="75962" y="161421"/>
                </a:lnTo>
                <a:lnTo>
                  <a:pt x="28486" y="161421"/>
                </a:lnTo>
                <a:lnTo>
                  <a:pt x="75962" y="161421"/>
                </a:lnTo>
                <a:lnTo>
                  <a:pt x="75962" y="132935"/>
                </a:lnTo>
                <a:lnTo>
                  <a:pt x="28486" y="132935"/>
                </a:lnTo>
                <a:lnTo>
                  <a:pt x="75962" y="132935"/>
                </a:lnTo>
                <a:lnTo>
                  <a:pt x="75962" y="94954"/>
                </a:lnTo>
                <a:lnTo>
                  <a:pt x="28486" y="94954"/>
                </a:lnTo>
                <a:lnTo>
                  <a:pt x="75962" y="94954"/>
                </a:lnTo>
                <a:lnTo>
                  <a:pt x="75962" y="56972"/>
                </a:lnTo>
                <a:lnTo>
                  <a:pt x="28486" y="56972"/>
                </a:lnTo>
                <a:lnTo>
                  <a:pt x="75962" y="56972"/>
                </a:lnTo>
                <a:lnTo>
                  <a:pt x="75962" y="18991"/>
                </a:lnTo>
                <a:lnTo>
                  <a:pt x="0" y="18991"/>
                </a:lnTo>
                <a:lnTo>
                  <a:pt x="75962" y="18991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FAE1815-5FEB-63B1-F8EA-69C9CE6BCE8D}"/>
              </a:ext>
            </a:extLst>
          </p:cNvPr>
          <p:cNvSpPr txBox="1"/>
          <p:nvPr/>
        </p:nvSpPr>
        <p:spPr>
          <a:xfrm>
            <a:off x="914991" y="4442003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Counts/1E3</a:t>
            </a:r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FC3162E6-B8A8-81D4-51A0-FB627EEB2C7B}"/>
              </a:ext>
            </a:extLst>
          </p:cNvPr>
          <p:cNvSpPr/>
          <p:nvPr/>
        </p:nvSpPr>
        <p:spPr bwMode="auto">
          <a:xfrm>
            <a:off x="11251963" y="4396336"/>
            <a:ext cx="1" cy="759628"/>
          </a:xfrm>
          <a:custGeom>
            <a:avLst/>
            <a:gdLst/>
            <a:ahLst/>
            <a:cxnLst/>
            <a:rect l="0" t="0" r="0" b="0"/>
            <a:pathLst>
              <a:path w="1" h="759628">
                <a:moveTo>
                  <a:pt x="0" y="0"/>
                </a:moveTo>
                <a:lnTo>
                  <a:pt x="0" y="759627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4B9F4F39-4EEC-6D18-8107-922C490F9102}"/>
              </a:ext>
            </a:extLst>
          </p:cNvPr>
          <p:cNvSpPr/>
          <p:nvPr/>
        </p:nvSpPr>
        <p:spPr bwMode="auto">
          <a:xfrm>
            <a:off x="1547738" y="4510281"/>
            <a:ext cx="9694730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531738"/>
                </a:moveTo>
                <a:lnTo>
                  <a:pt x="9496" y="550728"/>
                </a:lnTo>
                <a:lnTo>
                  <a:pt x="18991" y="560224"/>
                </a:lnTo>
                <a:lnTo>
                  <a:pt x="28486" y="579214"/>
                </a:lnTo>
                <a:lnTo>
                  <a:pt x="37982" y="579214"/>
                </a:lnTo>
                <a:lnTo>
                  <a:pt x="47477" y="588710"/>
                </a:lnTo>
                <a:lnTo>
                  <a:pt x="56972" y="588710"/>
                </a:lnTo>
                <a:lnTo>
                  <a:pt x="66468" y="598205"/>
                </a:lnTo>
                <a:lnTo>
                  <a:pt x="75963" y="607700"/>
                </a:lnTo>
                <a:lnTo>
                  <a:pt x="85458" y="607700"/>
                </a:lnTo>
                <a:lnTo>
                  <a:pt x="94954" y="617196"/>
                </a:lnTo>
                <a:lnTo>
                  <a:pt x="104449" y="617196"/>
                </a:lnTo>
                <a:lnTo>
                  <a:pt x="113944" y="607700"/>
                </a:lnTo>
                <a:lnTo>
                  <a:pt x="123440" y="617196"/>
                </a:lnTo>
                <a:lnTo>
                  <a:pt x="132935" y="617196"/>
                </a:lnTo>
                <a:lnTo>
                  <a:pt x="142430" y="617196"/>
                </a:lnTo>
                <a:lnTo>
                  <a:pt x="151926" y="617196"/>
                </a:lnTo>
                <a:lnTo>
                  <a:pt x="161421" y="617196"/>
                </a:lnTo>
                <a:lnTo>
                  <a:pt x="170916" y="617196"/>
                </a:lnTo>
                <a:lnTo>
                  <a:pt x="180412" y="617196"/>
                </a:lnTo>
                <a:lnTo>
                  <a:pt x="189907" y="626691"/>
                </a:lnTo>
                <a:lnTo>
                  <a:pt x="199402" y="617196"/>
                </a:lnTo>
                <a:lnTo>
                  <a:pt x="208898" y="617196"/>
                </a:lnTo>
                <a:lnTo>
                  <a:pt x="218393" y="617196"/>
                </a:lnTo>
                <a:lnTo>
                  <a:pt x="227888" y="617196"/>
                </a:lnTo>
                <a:lnTo>
                  <a:pt x="237383" y="626691"/>
                </a:lnTo>
                <a:lnTo>
                  <a:pt x="246879" y="626691"/>
                </a:lnTo>
                <a:lnTo>
                  <a:pt x="256374" y="617196"/>
                </a:lnTo>
                <a:lnTo>
                  <a:pt x="265870" y="617196"/>
                </a:lnTo>
                <a:lnTo>
                  <a:pt x="275365" y="617196"/>
                </a:lnTo>
                <a:lnTo>
                  <a:pt x="284860" y="617196"/>
                </a:lnTo>
                <a:lnTo>
                  <a:pt x="294355" y="626691"/>
                </a:lnTo>
                <a:lnTo>
                  <a:pt x="303851" y="626691"/>
                </a:lnTo>
                <a:lnTo>
                  <a:pt x="313346" y="617196"/>
                </a:lnTo>
                <a:lnTo>
                  <a:pt x="322841" y="617196"/>
                </a:lnTo>
                <a:lnTo>
                  <a:pt x="332337" y="626691"/>
                </a:lnTo>
                <a:lnTo>
                  <a:pt x="341832" y="626691"/>
                </a:lnTo>
                <a:lnTo>
                  <a:pt x="351327" y="626691"/>
                </a:lnTo>
                <a:lnTo>
                  <a:pt x="360823" y="617196"/>
                </a:lnTo>
                <a:lnTo>
                  <a:pt x="370318" y="626691"/>
                </a:lnTo>
                <a:lnTo>
                  <a:pt x="379813" y="626691"/>
                </a:lnTo>
                <a:lnTo>
                  <a:pt x="389309" y="626691"/>
                </a:lnTo>
                <a:lnTo>
                  <a:pt x="398804" y="626691"/>
                </a:lnTo>
                <a:lnTo>
                  <a:pt x="408299" y="626691"/>
                </a:lnTo>
                <a:lnTo>
                  <a:pt x="417795" y="626691"/>
                </a:lnTo>
                <a:lnTo>
                  <a:pt x="427290" y="626691"/>
                </a:lnTo>
                <a:lnTo>
                  <a:pt x="436785" y="626691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26691"/>
                </a:lnTo>
                <a:lnTo>
                  <a:pt x="522243" y="626691"/>
                </a:lnTo>
                <a:lnTo>
                  <a:pt x="531739" y="626691"/>
                </a:lnTo>
                <a:lnTo>
                  <a:pt x="541234" y="626691"/>
                </a:lnTo>
                <a:lnTo>
                  <a:pt x="550729" y="626691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626691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626691"/>
                </a:lnTo>
                <a:lnTo>
                  <a:pt x="636187" y="626691"/>
                </a:lnTo>
                <a:lnTo>
                  <a:pt x="645683" y="626691"/>
                </a:lnTo>
                <a:lnTo>
                  <a:pt x="655178" y="626691"/>
                </a:lnTo>
                <a:lnTo>
                  <a:pt x="664673" y="626691"/>
                </a:lnTo>
                <a:lnTo>
                  <a:pt x="674169" y="626691"/>
                </a:lnTo>
                <a:lnTo>
                  <a:pt x="683664" y="626691"/>
                </a:lnTo>
                <a:lnTo>
                  <a:pt x="693159" y="626691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26691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26691"/>
                </a:lnTo>
                <a:lnTo>
                  <a:pt x="769122" y="626691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626691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626691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626691"/>
                </a:lnTo>
                <a:lnTo>
                  <a:pt x="1262879" y="626691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2669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26691"/>
                </a:lnTo>
                <a:lnTo>
                  <a:pt x="1357832" y="626691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26691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26691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26691"/>
                </a:lnTo>
                <a:lnTo>
                  <a:pt x="1547739" y="626691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26691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626691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2669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2669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2669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2669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626691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26691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626691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26691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626691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2669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626691"/>
                </a:lnTo>
                <a:lnTo>
                  <a:pt x="2231402" y="626691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626691"/>
                </a:lnTo>
                <a:lnTo>
                  <a:pt x="2326355" y="626691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26691"/>
                </a:lnTo>
                <a:lnTo>
                  <a:pt x="2421309" y="626691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626691"/>
                </a:lnTo>
                <a:lnTo>
                  <a:pt x="2525758" y="626691"/>
                </a:lnTo>
                <a:lnTo>
                  <a:pt x="2535253" y="626691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26691"/>
                </a:lnTo>
                <a:lnTo>
                  <a:pt x="2620711" y="626691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2669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626691"/>
                </a:lnTo>
                <a:lnTo>
                  <a:pt x="2715664" y="626691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26691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26691"/>
                </a:lnTo>
                <a:lnTo>
                  <a:pt x="2810617" y="626691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26691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26691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26691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2669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626691"/>
                </a:lnTo>
                <a:lnTo>
                  <a:pt x="3104972" y="62669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26691"/>
                </a:lnTo>
                <a:lnTo>
                  <a:pt x="3199926" y="626691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26691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2669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626691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26691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26691"/>
                </a:lnTo>
                <a:lnTo>
                  <a:pt x="3494281" y="626691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26691"/>
                </a:lnTo>
                <a:lnTo>
                  <a:pt x="3589234" y="62669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26691"/>
                </a:lnTo>
                <a:lnTo>
                  <a:pt x="3684187" y="626691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626691"/>
                </a:lnTo>
                <a:lnTo>
                  <a:pt x="3779141" y="626691"/>
                </a:lnTo>
                <a:lnTo>
                  <a:pt x="3788636" y="626691"/>
                </a:lnTo>
                <a:lnTo>
                  <a:pt x="3798131" y="626691"/>
                </a:lnTo>
                <a:lnTo>
                  <a:pt x="3807627" y="626691"/>
                </a:lnTo>
                <a:lnTo>
                  <a:pt x="3817122" y="626691"/>
                </a:lnTo>
                <a:lnTo>
                  <a:pt x="3826617" y="626691"/>
                </a:lnTo>
                <a:lnTo>
                  <a:pt x="3836112" y="626691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626691"/>
                </a:lnTo>
                <a:lnTo>
                  <a:pt x="3883589" y="626691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26691"/>
                </a:lnTo>
                <a:lnTo>
                  <a:pt x="3931066" y="626691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626691"/>
                </a:lnTo>
                <a:lnTo>
                  <a:pt x="3978543" y="626691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626691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626691"/>
                </a:lnTo>
                <a:lnTo>
                  <a:pt x="4073496" y="626691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626691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626691"/>
                </a:lnTo>
                <a:lnTo>
                  <a:pt x="4168449" y="626691"/>
                </a:lnTo>
                <a:lnTo>
                  <a:pt x="4177944" y="626691"/>
                </a:lnTo>
                <a:lnTo>
                  <a:pt x="4187440" y="626691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626691"/>
                </a:lnTo>
                <a:lnTo>
                  <a:pt x="4225421" y="626691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626691"/>
                </a:lnTo>
                <a:lnTo>
                  <a:pt x="4272898" y="626691"/>
                </a:lnTo>
                <a:lnTo>
                  <a:pt x="4282393" y="626691"/>
                </a:lnTo>
                <a:lnTo>
                  <a:pt x="4291888" y="626691"/>
                </a:lnTo>
                <a:lnTo>
                  <a:pt x="4301384" y="626691"/>
                </a:lnTo>
                <a:lnTo>
                  <a:pt x="4310879" y="626691"/>
                </a:lnTo>
                <a:lnTo>
                  <a:pt x="4320374" y="626691"/>
                </a:lnTo>
                <a:lnTo>
                  <a:pt x="4329870" y="626691"/>
                </a:lnTo>
                <a:lnTo>
                  <a:pt x="4339365" y="626691"/>
                </a:lnTo>
                <a:lnTo>
                  <a:pt x="4348860" y="626691"/>
                </a:lnTo>
                <a:lnTo>
                  <a:pt x="4358356" y="626691"/>
                </a:lnTo>
                <a:lnTo>
                  <a:pt x="4367851" y="626691"/>
                </a:lnTo>
                <a:lnTo>
                  <a:pt x="4377346" y="626691"/>
                </a:lnTo>
                <a:lnTo>
                  <a:pt x="4386842" y="626691"/>
                </a:lnTo>
                <a:lnTo>
                  <a:pt x="4396337" y="626691"/>
                </a:lnTo>
                <a:lnTo>
                  <a:pt x="4405832" y="626691"/>
                </a:lnTo>
                <a:lnTo>
                  <a:pt x="4415327" y="626691"/>
                </a:lnTo>
                <a:lnTo>
                  <a:pt x="4424823" y="626691"/>
                </a:lnTo>
                <a:lnTo>
                  <a:pt x="4434318" y="626691"/>
                </a:lnTo>
                <a:lnTo>
                  <a:pt x="4443813" y="617196"/>
                </a:lnTo>
                <a:lnTo>
                  <a:pt x="4453309" y="617196"/>
                </a:lnTo>
                <a:lnTo>
                  <a:pt x="4462804" y="626691"/>
                </a:lnTo>
                <a:lnTo>
                  <a:pt x="4472300" y="617196"/>
                </a:lnTo>
                <a:lnTo>
                  <a:pt x="4481795" y="617196"/>
                </a:lnTo>
                <a:lnTo>
                  <a:pt x="4491290" y="617196"/>
                </a:lnTo>
                <a:lnTo>
                  <a:pt x="4500785" y="617196"/>
                </a:lnTo>
                <a:lnTo>
                  <a:pt x="4510281" y="617196"/>
                </a:lnTo>
                <a:lnTo>
                  <a:pt x="4519776" y="598205"/>
                </a:lnTo>
                <a:lnTo>
                  <a:pt x="4529271" y="598205"/>
                </a:lnTo>
                <a:lnTo>
                  <a:pt x="4538767" y="588710"/>
                </a:lnTo>
                <a:lnTo>
                  <a:pt x="4548262" y="569719"/>
                </a:lnTo>
                <a:lnTo>
                  <a:pt x="4557758" y="541233"/>
                </a:lnTo>
                <a:lnTo>
                  <a:pt x="4567253" y="503252"/>
                </a:lnTo>
                <a:lnTo>
                  <a:pt x="4576748" y="474766"/>
                </a:lnTo>
                <a:lnTo>
                  <a:pt x="4586243" y="417794"/>
                </a:lnTo>
                <a:lnTo>
                  <a:pt x="4595739" y="360822"/>
                </a:lnTo>
                <a:lnTo>
                  <a:pt x="4605234" y="313345"/>
                </a:lnTo>
                <a:lnTo>
                  <a:pt x="4614729" y="265869"/>
                </a:lnTo>
                <a:lnTo>
                  <a:pt x="4624225" y="218392"/>
                </a:lnTo>
                <a:lnTo>
                  <a:pt x="4633720" y="180411"/>
                </a:lnTo>
                <a:lnTo>
                  <a:pt x="4643216" y="161420"/>
                </a:lnTo>
                <a:lnTo>
                  <a:pt x="4652711" y="161420"/>
                </a:lnTo>
                <a:lnTo>
                  <a:pt x="4662206" y="170915"/>
                </a:lnTo>
                <a:lnTo>
                  <a:pt x="4671701" y="170915"/>
                </a:lnTo>
                <a:lnTo>
                  <a:pt x="4681197" y="208896"/>
                </a:lnTo>
                <a:lnTo>
                  <a:pt x="4690692" y="246878"/>
                </a:lnTo>
                <a:lnTo>
                  <a:pt x="4700187" y="284859"/>
                </a:lnTo>
                <a:lnTo>
                  <a:pt x="4709683" y="322841"/>
                </a:lnTo>
                <a:lnTo>
                  <a:pt x="4719178" y="370317"/>
                </a:lnTo>
                <a:lnTo>
                  <a:pt x="4728673" y="398803"/>
                </a:lnTo>
                <a:lnTo>
                  <a:pt x="4738169" y="427289"/>
                </a:lnTo>
                <a:lnTo>
                  <a:pt x="4747664" y="465270"/>
                </a:lnTo>
                <a:lnTo>
                  <a:pt x="4757159" y="484261"/>
                </a:lnTo>
                <a:lnTo>
                  <a:pt x="4766654" y="503252"/>
                </a:lnTo>
                <a:lnTo>
                  <a:pt x="4776150" y="531738"/>
                </a:lnTo>
                <a:lnTo>
                  <a:pt x="4785645" y="550728"/>
                </a:lnTo>
                <a:lnTo>
                  <a:pt x="4795141" y="560224"/>
                </a:lnTo>
                <a:lnTo>
                  <a:pt x="4804636" y="569719"/>
                </a:lnTo>
                <a:lnTo>
                  <a:pt x="4814131" y="588710"/>
                </a:lnTo>
                <a:lnTo>
                  <a:pt x="4823627" y="588710"/>
                </a:lnTo>
                <a:lnTo>
                  <a:pt x="4833122" y="598205"/>
                </a:lnTo>
                <a:lnTo>
                  <a:pt x="4842617" y="598205"/>
                </a:lnTo>
                <a:lnTo>
                  <a:pt x="4852112" y="598205"/>
                </a:lnTo>
                <a:lnTo>
                  <a:pt x="4861608" y="607700"/>
                </a:lnTo>
                <a:lnTo>
                  <a:pt x="4871103" y="607700"/>
                </a:lnTo>
                <a:lnTo>
                  <a:pt x="4880599" y="607700"/>
                </a:lnTo>
                <a:lnTo>
                  <a:pt x="4890094" y="607700"/>
                </a:lnTo>
                <a:lnTo>
                  <a:pt x="4899589" y="617196"/>
                </a:lnTo>
                <a:lnTo>
                  <a:pt x="4909085" y="607700"/>
                </a:lnTo>
                <a:lnTo>
                  <a:pt x="4918580" y="617196"/>
                </a:lnTo>
                <a:lnTo>
                  <a:pt x="4928075" y="617196"/>
                </a:lnTo>
                <a:lnTo>
                  <a:pt x="4937570" y="617196"/>
                </a:lnTo>
                <a:lnTo>
                  <a:pt x="4947066" y="617196"/>
                </a:lnTo>
                <a:lnTo>
                  <a:pt x="4956561" y="617196"/>
                </a:lnTo>
                <a:lnTo>
                  <a:pt x="4966057" y="617196"/>
                </a:lnTo>
                <a:lnTo>
                  <a:pt x="4975552" y="617196"/>
                </a:lnTo>
                <a:lnTo>
                  <a:pt x="4985047" y="617196"/>
                </a:lnTo>
                <a:lnTo>
                  <a:pt x="4994543" y="617196"/>
                </a:lnTo>
                <a:lnTo>
                  <a:pt x="5004038" y="617196"/>
                </a:lnTo>
                <a:lnTo>
                  <a:pt x="5013533" y="617196"/>
                </a:lnTo>
                <a:lnTo>
                  <a:pt x="5023028" y="617196"/>
                </a:lnTo>
                <a:lnTo>
                  <a:pt x="5032524" y="617196"/>
                </a:lnTo>
                <a:lnTo>
                  <a:pt x="5042019" y="617196"/>
                </a:lnTo>
                <a:lnTo>
                  <a:pt x="5051514" y="626691"/>
                </a:lnTo>
                <a:lnTo>
                  <a:pt x="5061010" y="617196"/>
                </a:lnTo>
                <a:lnTo>
                  <a:pt x="5070505" y="617196"/>
                </a:lnTo>
                <a:lnTo>
                  <a:pt x="5080000" y="617196"/>
                </a:lnTo>
                <a:lnTo>
                  <a:pt x="5089496" y="617196"/>
                </a:lnTo>
                <a:lnTo>
                  <a:pt x="5098991" y="617196"/>
                </a:lnTo>
                <a:lnTo>
                  <a:pt x="5108487" y="617196"/>
                </a:lnTo>
                <a:lnTo>
                  <a:pt x="5117981" y="617196"/>
                </a:lnTo>
                <a:lnTo>
                  <a:pt x="5127477" y="617196"/>
                </a:lnTo>
                <a:lnTo>
                  <a:pt x="5136973" y="617196"/>
                </a:lnTo>
                <a:lnTo>
                  <a:pt x="5146468" y="607700"/>
                </a:lnTo>
                <a:lnTo>
                  <a:pt x="5155963" y="607700"/>
                </a:lnTo>
                <a:lnTo>
                  <a:pt x="5165458" y="607700"/>
                </a:lnTo>
                <a:lnTo>
                  <a:pt x="5174954" y="598205"/>
                </a:lnTo>
                <a:lnTo>
                  <a:pt x="5184449" y="598205"/>
                </a:lnTo>
                <a:lnTo>
                  <a:pt x="5193944" y="598205"/>
                </a:lnTo>
                <a:lnTo>
                  <a:pt x="5203440" y="588710"/>
                </a:lnTo>
                <a:lnTo>
                  <a:pt x="5212935" y="598205"/>
                </a:lnTo>
                <a:lnTo>
                  <a:pt x="5222430" y="588710"/>
                </a:lnTo>
                <a:lnTo>
                  <a:pt x="5231926" y="598205"/>
                </a:lnTo>
                <a:lnTo>
                  <a:pt x="5241421" y="588710"/>
                </a:lnTo>
                <a:lnTo>
                  <a:pt x="5250916" y="598205"/>
                </a:lnTo>
                <a:lnTo>
                  <a:pt x="5260412" y="598205"/>
                </a:lnTo>
                <a:lnTo>
                  <a:pt x="5269907" y="598205"/>
                </a:lnTo>
                <a:lnTo>
                  <a:pt x="5279403" y="598205"/>
                </a:lnTo>
                <a:lnTo>
                  <a:pt x="5288897" y="598205"/>
                </a:lnTo>
                <a:lnTo>
                  <a:pt x="5298393" y="598205"/>
                </a:lnTo>
                <a:lnTo>
                  <a:pt x="5307889" y="598205"/>
                </a:lnTo>
                <a:lnTo>
                  <a:pt x="5317383" y="607700"/>
                </a:lnTo>
                <a:lnTo>
                  <a:pt x="5326879" y="607700"/>
                </a:lnTo>
                <a:lnTo>
                  <a:pt x="5336374" y="607700"/>
                </a:lnTo>
                <a:lnTo>
                  <a:pt x="5345870" y="607700"/>
                </a:lnTo>
                <a:lnTo>
                  <a:pt x="5355365" y="617196"/>
                </a:lnTo>
                <a:lnTo>
                  <a:pt x="5364860" y="617196"/>
                </a:lnTo>
                <a:lnTo>
                  <a:pt x="5374356" y="617196"/>
                </a:lnTo>
                <a:lnTo>
                  <a:pt x="5383851" y="617196"/>
                </a:lnTo>
                <a:lnTo>
                  <a:pt x="5393346" y="626691"/>
                </a:lnTo>
                <a:lnTo>
                  <a:pt x="5402842" y="617196"/>
                </a:lnTo>
                <a:lnTo>
                  <a:pt x="5412337" y="617196"/>
                </a:lnTo>
                <a:lnTo>
                  <a:pt x="5421832" y="626691"/>
                </a:lnTo>
                <a:lnTo>
                  <a:pt x="5431327" y="626691"/>
                </a:lnTo>
                <a:lnTo>
                  <a:pt x="5440823" y="626691"/>
                </a:lnTo>
                <a:lnTo>
                  <a:pt x="5450319" y="626691"/>
                </a:lnTo>
                <a:lnTo>
                  <a:pt x="5459813" y="626691"/>
                </a:lnTo>
                <a:lnTo>
                  <a:pt x="5469309" y="626691"/>
                </a:lnTo>
                <a:lnTo>
                  <a:pt x="5478804" y="626691"/>
                </a:lnTo>
                <a:lnTo>
                  <a:pt x="5488299" y="626691"/>
                </a:lnTo>
                <a:lnTo>
                  <a:pt x="5497795" y="626691"/>
                </a:lnTo>
                <a:lnTo>
                  <a:pt x="5507290" y="626691"/>
                </a:lnTo>
                <a:lnTo>
                  <a:pt x="5516786" y="626691"/>
                </a:lnTo>
                <a:lnTo>
                  <a:pt x="5526281" y="626691"/>
                </a:lnTo>
                <a:lnTo>
                  <a:pt x="5535776" y="626691"/>
                </a:lnTo>
                <a:lnTo>
                  <a:pt x="5545272" y="626691"/>
                </a:lnTo>
                <a:lnTo>
                  <a:pt x="5554766" y="626691"/>
                </a:lnTo>
                <a:lnTo>
                  <a:pt x="5564262" y="626691"/>
                </a:lnTo>
                <a:lnTo>
                  <a:pt x="5573758" y="626691"/>
                </a:lnTo>
                <a:lnTo>
                  <a:pt x="5583253" y="626691"/>
                </a:lnTo>
                <a:lnTo>
                  <a:pt x="5592748" y="626691"/>
                </a:lnTo>
                <a:lnTo>
                  <a:pt x="5602243" y="626691"/>
                </a:lnTo>
                <a:lnTo>
                  <a:pt x="5611739" y="626691"/>
                </a:lnTo>
                <a:lnTo>
                  <a:pt x="5621234" y="626691"/>
                </a:lnTo>
                <a:lnTo>
                  <a:pt x="5630729" y="626691"/>
                </a:lnTo>
                <a:lnTo>
                  <a:pt x="5640225" y="626691"/>
                </a:lnTo>
                <a:lnTo>
                  <a:pt x="5649720" y="626691"/>
                </a:lnTo>
                <a:lnTo>
                  <a:pt x="5659215" y="626691"/>
                </a:lnTo>
                <a:lnTo>
                  <a:pt x="5668711" y="626691"/>
                </a:lnTo>
                <a:lnTo>
                  <a:pt x="5678206" y="626691"/>
                </a:lnTo>
                <a:lnTo>
                  <a:pt x="5687702" y="626691"/>
                </a:lnTo>
                <a:lnTo>
                  <a:pt x="5697197" y="626691"/>
                </a:lnTo>
                <a:lnTo>
                  <a:pt x="5706692" y="626691"/>
                </a:lnTo>
                <a:lnTo>
                  <a:pt x="5716188" y="626691"/>
                </a:lnTo>
                <a:lnTo>
                  <a:pt x="5725682" y="626691"/>
                </a:lnTo>
                <a:lnTo>
                  <a:pt x="5735178" y="626691"/>
                </a:lnTo>
                <a:lnTo>
                  <a:pt x="5744673" y="626691"/>
                </a:lnTo>
                <a:lnTo>
                  <a:pt x="5754169" y="626691"/>
                </a:lnTo>
                <a:lnTo>
                  <a:pt x="5763664" y="626691"/>
                </a:lnTo>
                <a:lnTo>
                  <a:pt x="5773159" y="626691"/>
                </a:lnTo>
                <a:lnTo>
                  <a:pt x="5782655" y="626691"/>
                </a:lnTo>
                <a:lnTo>
                  <a:pt x="5792150" y="626691"/>
                </a:lnTo>
                <a:lnTo>
                  <a:pt x="5801645" y="626691"/>
                </a:lnTo>
                <a:lnTo>
                  <a:pt x="5811141" y="626691"/>
                </a:lnTo>
                <a:lnTo>
                  <a:pt x="5820636" y="626691"/>
                </a:lnTo>
                <a:lnTo>
                  <a:pt x="5830131" y="626691"/>
                </a:lnTo>
                <a:lnTo>
                  <a:pt x="5839627" y="626691"/>
                </a:lnTo>
                <a:lnTo>
                  <a:pt x="5849122" y="626691"/>
                </a:lnTo>
                <a:lnTo>
                  <a:pt x="5858618" y="626691"/>
                </a:lnTo>
                <a:lnTo>
                  <a:pt x="5868112" y="626691"/>
                </a:lnTo>
                <a:lnTo>
                  <a:pt x="5877608" y="626691"/>
                </a:lnTo>
                <a:lnTo>
                  <a:pt x="5887104" y="626691"/>
                </a:lnTo>
                <a:lnTo>
                  <a:pt x="5896598" y="626691"/>
                </a:lnTo>
                <a:lnTo>
                  <a:pt x="5906094" y="626691"/>
                </a:lnTo>
                <a:lnTo>
                  <a:pt x="5915589" y="626691"/>
                </a:lnTo>
                <a:lnTo>
                  <a:pt x="5925085" y="626691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626691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26691"/>
                </a:lnTo>
                <a:lnTo>
                  <a:pt x="6010543" y="626691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26691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626691"/>
                </a:lnTo>
                <a:lnTo>
                  <a:pt x="6105496" y="626691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26691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26691"/>
                </a:lnTo>
                <a:lnTo>
                  <a:pt x="6200449" y="626691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626691"/>
                </a:lnTo>
                <a:lnTo>
                  <a:pt x="6304897" y="626691"/>
                </a:lnTo>
                <a:lnTo>
                  <a:pt x="6314393" y="62669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26691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626691"/>
                </a:lnTo>
                <a:lnTo>
                  <a:pt x="6399851" y="626691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626691"/>
                </a:lnTo>
                <a:lnTo>
                  <a:pt x="6504299" y="62669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26691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26691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26691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626691"/>
                </a:lnTo>
                <a:lnTo>
                  <a:pt x="6694206" y="626691"/>
                </a:lnTo>
                <a:lnTo>
                  <a:pt x="6703702" y="626691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26691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626691"/>
                </a:lnTo>
                <a:lnTo>
                  <a:pt x="6884112" y="626691"/>
                </a:lnTo>
                <a:lnTo>
                  <a:pt x="6893608" y="626691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26691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626691"/>
                </a:lnTo>
                <a:lnTo>
                  <a:pt x="7083514" y="626691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26691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26691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26691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626691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626691"/>
                </a:lnTo>
                <a:lnTo>
                  <a:pt x="7662729" y="626691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26691"/>
                </a:lnTo>
                <a:lnTo>
                  <a:pt x="7757682" y="626691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26691"/>
                </a:lnTo>
                <a:lnTo>
                  <a:pt x="7852636" y="626691"/>
                </a:lnTo>
                <a:lnTo>
                  <a:pt x="7862131" y="626691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26691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26691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26691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26691"/>
                </a:lnTo>
                <a:lnTo>
                  <a:pt x="8241944" y="626691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26691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26691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26691"/>
                </a:lnTo>
                <a:lnTo>
                  <a:pt x="8536300" y="626691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26691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26691"/>
                </a:lnTo>
                <a:lnTo>
                  <a:pt x="8726206" y="626691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26691"/>
                </a:lnTo>
                <a:lnTo>
                  <a:pt x="8830655" y="626691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26691"/>
                </a:lnTo>
                <a:lnTo>
                  <a:pt x="9020561" y="626691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26691"/>
                </a:lnTo>
                <a:lnTo>
                  <a:pt x="9115514" y="626691"/>
                </a:lnTo>
                <a:lnTo>
                  <a:pt x="9125010" y="626691"/>
                </a:lnTo>
                <a:lnTo>
                  <a:pt x="9134505" y="626691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26691"/>
                </a:lnTo>
                <a:lnTo>
                  <a:pt x="9191477" y="626691"/>
                </a:lnTo>
                <a:lnTo>
                  <a:pt x="9200973" y="626691"/>
                </a:lnTo>
                <a:lnTo>
                  <a:pt x="9210468" y="626691"/>
                </a:lnTo>
                <a:lnTo>
                  <a:pt x="9219963" y="626691"/>
                </a:lnTo>
                <a:lnTo>
                  <a:pt x="9229458" y="626691"/>
                </a:lnTo>
                <a:lnTo>
                  <a:pt x="9238954" y="626691"/>
                </a:lnTo>
                <a:lnTo>
                  <a:pt x="9248450" y="626691"/>
                </a:lnTo>
                <a:lnTo>
                  <a:pt x="9257944" y="626691"/>
                </a:lnTo>
                <a:lnTo>
                  <a:pt x="9267440" y="626691"/>
                </a:lnTo>
                <a:lnTo>
                  <a:pt x="9276935" y="617196"/>
                </a:lnTo>
                <a:lnTo>
                  <a:pt x="9286430" y="626691"/>
                </a:lnTo>
                <a:lnTo>
                  <a:pt x="9295926" y="626691"/>
                </a:lnTo>
                <a:lnTo>
                  <a:pt x="9305421" y="617196"/>
                </a:lnTo>
                <a:lnTo>
                  <a:pt x="9314917" y="617196"/>
                </a:lnTo>
                <a:lnTo>
                  <a:pt x="9324412" y="617196"/>
                </a:lnTo>
                <a:lnTo>
                  <a:pt x="9333907" y="617196"/>
                </a:lnTo>
                <a:lnTo>
                  <a:pt x="9343403" y="607700"/>
                </a:lnTo>
                <a:lnTo>
                  <a:pt x="9352897" y="607700"/>
                </a:lnTo>
                <a:lnTo>
                  <a:pt x="9362393" y="588710"/>
                </a:lnTo>
                <a:lnTo>
                  <a:pt x="9371889" y="588710"/>
                </a:lnTo>
                <a:lnTo>
                  <a:pt x="9381384" y="560224"/>
                </a:lnTo>
                <a:lnTo>
                  <a:pt x="9390879" y="541233"/>
                </a:lnTo>
                <a:lnTo>
                  <a:pt x="9400374" y="522242"/>
                </a:lnTo>
                <a:lnTo>
                  <a:pt x="9409870" y="474766"/>
                </a:lnTo>
                <a:lnTo>
                  <a:pt x="9419365" y="446280"/>
                </a:lnTo>
                <a:lnTo>
                  <a:pt x="9428860" y="398803"/>
                </a:lnTo>
                <a:lnTo>
                  <a:pt x="9438356" y="351327"/>
                </a:lnTo>
                <a:lnTo>
                  <a:pt x="9447851" y="303850"/>
                </a:lnTo>
                <a:lnTo>
                  <a:pt x="9457346" y="265869"/>
                </a:lnTo>
                <a:lnTo>
                  <a:pt x="9466842" y="208896"/>
                </a:lnTo>
                <a:lnTo>
                  <a:pt x="9476337" y="189906"/>
                </a:lnTo>
                <a:lnTo>
                  <a:pt x="9485833" y="142429"/>
                </a:lnTo>
                <a:lnTo>
                  <a:pt x="9495327" y="104448"/>
                </a:lnTo>
                <a:lnTo>
                  <a:pt x="9504823" y="66467"/>
                </a:lnTo>
                <a:lnTo>
                  <a:pt x="9514319" y="47476"/>
                </a:lnTo>
                <a:lnTo>
                  <a:pt x="9523813" y="28485"/>
                </a:lnTo>
                <a:lnTo>
                  <a:pt x="9533309" y="0"/>
                </a:lnTo>
                <a:lnTo>
                  <a:pt x="9542804" y="9495"/>
                </a:lnTo>
                <a:lnTo>
                  <a:pt x="9552300" y="28485"/>
                </a:lnTo>
                <a:lnTo>
                  <a:pt x="9561795" y="28485"/>
                </a:lnTo>
                <a:lnTo>
                  <a:pt x="9571290" y="94953"/>
                </a:lnTo>
                <a:lnTo>
                  <a:pt x="9580786" y="132934"/>
                </a:lnTo>
                <a:lnTo>
                  <a:pt x="9590281" y="180411"/>
                </a:lnTo>
                <a:lnTo>
                  <a:pt x="9599776" y="218392"/>
                </a:lnTo>
                <a:lnTo>
                  <a:pt x="9609272" y="275364"/>
                </a:lnTo>
                <a:lnTo>
                  <a:pt x="9618767" y="284859"/>
                </a:lnTo>
                <a:lnTo>
                  <a:pt x="9628262" y="341831"/>
                </a:lnTo>
                <a:lnTo>
                  <a:pt x="9637758" y="370317"/>
                </a:lnTo>
                <a:lnTo>
                  <a:pt x="9647253" y="417794"/>
                </a:lnTo>
                <a:lnTo>
                  <a:pt x="9656748" y="436784"/>
                </a:lnTo>
                <a:lnTo>
                  <a:pt x="9666243" y="465270"/>
                </a:lnTo>
                <a:lnTo>
                  <a:pt x="9675739" y="493757"/>
                </a:lnTo>
                <a:lnTo>
                  <a:pt x="9685234" y="522242"/>
                </a:lnTo>
                <a:lnTo>
                  <a:pt x="9694729" y="531738"/>
                </a:lnTo>
              </a:path>
            </a:pathLst>
          </a:custGeom>
          <a:noFill/>
          <a:ln w="12700" cap="flat" cmpd="sng" algn="ctr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33E680F-0111-0E2B-DE79-ACA62841C897}"/>
              </a:ext>
            </a:extLst>
          </p:cNvPr>
          <p:cNvSpPr txBox="1"/>
          <p:nvPr/>
        </p:nvSpPr>
        <p:spPr>
          <a:xfrm>
            <a:off x="6037065" y="4330705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90.96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1879A27-18D3-0589-58C3-FB848564D80E}"/>
              </a:ext>
            </a:extLst>
          </p:cNvPr>
          <p:cNvSpPr txBox="1"/>
          <p:nvPr/>
        </p:nvSpPr>
        <p:spPr>
          <a:xfrm>
            <a:off x="6616280" y="4757994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91.08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B425F50-8392-A42C-7482-55106A6D29EE}"/>
              </a:ext>
            </a:extLst>
          </p:cNvPr>
          <p:cNvSpPr txBox="1"/>
          <p:nvPr/>
        </p:nvSpPr>
        <p:spPr>
          <a:xfrm>
            <a:off x="6701738" y="4454144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91.09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B4B5B25-200F-F8CF-BEF5-59881389D20C}"/>
              </a:ext>
            </a:extLst>
          </p:cNvPr>
          <p:cNvSpPr txBox="1"/>
          <p:nvPr/>
        </p:nvSpPr>
        <p:spPr>
          <a:xfrm>
            <a:off x="1452785" y="4279366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pt-BR" sz="800" dirty="0">
                <a:latin typeface="Arial" panose="020B0604020202020204" pitchFamily="34" charset="0"/>
              </a:rPr>
              <a:t>  *2 Sep 25- 1-1- NPs-400 um-positive-005.tdc + Ions 400µm 36071896 cts</a:t>
            </a:r>
            <a:endParaRPr lang="en-US" sz="800" dirty="0">
              <a:latin typeface="Arial" panose="020B0604020202020204" pitchFamily="34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71522BC-61D8-EE27-BAB6-D329BE48ECF2}"/>
              </a:ext>
            </a:extLst>
          </p:cNvPr>
          <p:cNvSpPr txBox="1"/>
          <p:nvPr/>
        </p:nvSpPr>
        <p:spPr>
          <a:xfrm>
            <a:off x="914400" y="5587999"/>
            <a:ext cx="8293100" cy="4064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Enter Slide Comments Here</a:t>
            </a:r>
          </a:p>
        </p:txBody>
      </p:sp>
    </p:spTree>
    <p:extLst>
      <p:ext uri="{BB962C8B-B14F-4D97-AF65-F5344CB8AC3E}">
        <p14:creationId xmlns:p14="http://schemas.microsoft.com/office/powerpoint/2010/main" val="3246583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9F7309-7A44-C1DA-4F24-2B9700002240}"/>
              </a:ext>
            </a:extLst>
          </p:cNvPr>
          <p:cNvSpPr txBox="1"/>
          <p:nvPr/>
        </p:nvSpPr>
        <p:spPr>
          <a:xfrm>
            <a:off x="1117600" y="990600"/>
            <a:ext cx="10160000" cy="861774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</a:rPr>
              <a:t> </a:t>
            </a:r>
          </a:p>
          <a:p>
            <a:pPr algn="ctr"/>
            <a:r>
              <a:rPr lang="en-US" sz="2800" dirty="0">
                <a:latin typeface="Arial" panose="020B0604020202020204" pitchFamily="34" charset="0"/>
              </a:rPr>
              <a:t>2 </a:t>
            </a:r>
            <a:r>
              <a:rPr lang="en-US" sz="2800" dirty="0" err="1">
                <a:latin typeface="Arial" panose="020B0604020202020204" pitchFamily="34" charset="0"/>
              </a:rPr>
              <a:t>sep</a:t>
            </a:r>
            <a:r>
              <a:rPr lang="en-US" sz="2800" dirty="0">
                <a:latin typeface="Arial" panose="020B0604020202020204" pitchFamily="34" charset="0"/>
              </a:rPr>
              <a:t> 25-1-1-negative-400 um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001AF5-72A4-1AD5-D63B-70C9ACB63DF8}"/>
              </a:ext>
            </a:extLst>
          </p:cNvPr>
          <p:cNvSpPr txBox="1"/>
          <p:nvPr/>
        </p:nvSpPr>
        <p:spPr>
          <a:xfrm>
            <a:off x="818148" y="1948916"/>
            <a:ext cx="10363200" cy="2540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+ Ions, xxx µm analysis area (xxx µm scale bar)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776035-E88A-19E4-0FD0-8B61EB5DA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551" y="2202916"/>
            <a:ext cx="2563738" cy="25637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8E662D4-F387-5F56-FE7A-69025212DFA9}"/>
              </a:ext>
            </a:extLst>
          </p:cNvPr>
          <p:cNvSpPr txBox="1"/>
          <p:nvPr/>
        </p:nvSpPr>
        <p:spPr>
          <a:xfrm>
            <a:off x="91155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Total_Ion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47655321; Max: 1193; Scale: 100µm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F1CEB7F-BB16-F31B-17BF-41F7363A48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13271" y="2202916"/>
            <a:ext cx="2563738" cy="25637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6A74703-2317-34BE-71E0-E8E1B46D30C0}"/>
              </a:ext>
            </a:extLst>
          </p:cNvPr>
          <p:cNvSpPr txBox="1"/>
          <p:nvPr/>
        </p:nvSpPr>
        <p:spPr>
          <a:xfrm>
            <a:off x="351327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fr-FR" sz="800">
                <a:latin typeface="Arial" panose="020B0604020202020204" pitchFamily="34" charset="0"/>
              </a:rPr>
              <a:t>Se -  79.97 (256x256)</a:t>
            </a:r>
          </a:p>
          <a:p>
            <a:pPr algn="ctr"/>
            <a:r>
              <a:rPr lang="fr-FR" sz="800">
                <a:latin typeface="Arial" panose="020B0604020202020204" pitchFamily="34" charset="0"/>
              </a:rPr>
              <a:t>Cts: 69473; Max: 9; Scale: 100µm</a:t>
            </a:r>
            <a:endParaRPr lang="en-US" sz="800"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ADDAB68-D199-11D0-FB1F-51FFF457ED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14991" y="2202916"/>
            <a:ext cx="2563738" cy="25637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A2D69CA-5832-A6D4-DF16-B0CCD42E757C}"/>
              </a:ext>
            </a:extLst>
          </p:cNvPr>
          <p:cNvSpPr txBox="1"/>
          <p:nvPr/>
        </p:nvSpPr>
        <p:spPr>
          <a:xfrm>
            <a:off x="611499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91.041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13011; Max: 5; Scale: 100µm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8E05305-542B-6CCE-901F-52296E5CAA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16711" y="2202916"/>
            <a:ext cx="2563738" cy="256373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098328D-823F-6965-2604-178F68072BB7}"/>
              </a:ext>
            </a:extLst>
          </p:cNvPr>
          <p:cNvSpPr txBox="1"/>
          <p:nvPr/>
        </p:nvSpPr>
        <p:spPr>
          <a:xfrm>
            <a:off x="871671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OVERLAY</a:t>
            </a:r>
          </a:p>
          <a:p>
            <a:pPr algn="ctr"/>
            <a:endParaRPr lang="en-US" sz="800"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323472-2664-E6D0-EDFE-A32E7EE93C15}"/>
              </a:ext>
            </a:extLst>
          </p:cNvPr>
          <p:cNvSpPr txBox="1"/>
          <p:nvPr/>
        </p:nvSpPr>
        <p:spPr>
          <a:xfrm>
            <a:off x="914400" y="5587999"/>
            <a:ext cx="8293100" cy="4064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Enter Slide Comments Here</a:t>
            </a:r>
          </a:p>
        </p:txBody>
      </p:sp>
    </p:spTree>
    <p:extLst>
      <p:ext uri="{BB962C8B-B14F-4D97-AF65-F5344CB8AC3E}">
        <p14:creationId xmlns:p14="http://schemas.microsoft.com/office/powerpoint/2010/main" val="8045734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7454624-9F33-A6B3-2D71-970A087DD085}"/>
              </a:ext>
            </a:extLst>
          </p:cNvPr>
          <p:cNvSpPr txBox="1"/>
          <p:nvPr/>
        </p:nvSpPr>
        <p:spPr>
          <a:xfrm>
            <a:off x="1117600" y="990600"/>
            <a:ext cx="10160000" cy="3429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pt-BR" sz="2800">
                <a:latin typeface="Arial" panose="020B0604020202020204" pitchFamily="34" charset="0"/>
              </a:rPr>
              <a:t>2 sep 25-1-1 negative-400 um</a:t>
            </a:r>
            <a:endParaRPr lang="en-US" sz="2800"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1A8EDF-F9D6-DA5F-6CC1-B9E33B386E6B}"/>
              </a:ext>
            </a:extLst>
          </p:cNvPr>
          <p:cNvSpPr txBox="1"/>
          <p:nvPr/>
        </p:nvSpPr>
        <p:spPr>
          <a:xfrm>
            <a:off x="1420139" y="2459290"/>
            <a:ext cx="25519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2CE366-1766-BBA1-EC5A-AECF81DBD1A4}"/>
              </a:ext>
            </a:extLst>
          </p:cNvPr>
          <p:cNvSpPr txBox="1"/>
          <p:nvPr/>
        </p:nvSpPr>
        <p:spPr>
          <a:xfrm>
            <a:off x="3326668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7F92A7-33AA-6D37-4A4B-81F040850694}"/>
              </a:ext>
            </a:extLst>
          </p:cNvPr>
          <p:cNvSpPr txBox="1"/>
          <p:nvPr/>
        </p:nvSpPr>
        <p:spPr>
          <a:xfrm>
            <a:off x="5263715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C69A05-DB6F-203F-A38F-0DF3E4035B67}"/>
              </a:ext>
            </a:extLst>
          </p:cNvPr>
          <p:cNvSpPr txBox="1"/>
          <p:nvPr/>
        </p:nvSpPr>
        <p:spPr>
          <a:xfrm>
            <a:off x="7210257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1070F5-7A61-9CD3-C3C3-D3BB2ABCB4AE}"/>
              </a:ext>
            </a:extLst>
          </p:cNvPr>
          <p:cNvSpPr txBox="1"/>
          <p:nvPr/>
        </p:nvSpPr>
        <p:spPr>
          <a:xfrm>
            <a:off x="9147303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80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08EC81-8C7B-31A0-63B6-6788CBE480D9}"/>
              </a:ext>
            </a:extLst>
          </p:cNvPr>
          <p:cNvSpPr/>
          <p:nvPr/>
        </p:nvSpPr>
        <p:spPr bwMode="auto">
          <a:xfrm>
            <a:off x="1547738" y="2373832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75962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47476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75962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47476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75962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47476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75962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16833F-E1AC-3908-68E0-D9BEA73A0D94}"/>
              </a:ext>
            </a:extLst>
          </p:cNvPr>
          <p:cNvSpPr txBox="1"/>
          <p:nvPr/>
        </p:nvSpPr>
        <p:spPr>
          <a:xfrm>
            <a:off x="5968482" y="2630206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7C4DB60-EB5E-5FE7-3F05-DF09CBB773C2}"/>
              </a:ext>
            </a:extLst>
          </p:cNvPr>
          <p:cNvSpPr/>
          <p:nvPr/>
        </p:nvSpPr>
        <p:spPr bwMode="auto">
          <a:xfrm>
            <a:off x="1547738" y="1623701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0E32F9-564F-50BF-78DA-857A8284F529}"/>
              </a:ext>
            </a:extLst>
          </p:cNvPr>
          <p:cNvSpPr txBox="1"/>
          <p:nvPr/>
        </p:nvSpPr>
        <p:spPr>
          <a:xfrm>
            <a:off x="1299415" y="2250721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E8FF4F-5C41-557C-3E4D-D7535ADCBD2C}"/>
              </a:ext>
            </a:extLst>
          </p:cNvPr>
          <p:cNvSpPr txBox="1"/>
          <p:nvPr/>
        </p:nvSpPr>
        <p:spPr>
          <a:xfrm>
            <a:off x="1299415" y="2127282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25A201-3BAE-AA7A-E03F-7EBC22E7145E}"/>
              </a:ext>
            </a:extLst>
          </p:cNvPr>
          <p:cNvSpPr txBox="1"/>
          <p:nvPr/>
        </p:nvSpPr>
        <p:spPr>
          <a:xfrm>
            <a:off x="1299415" y="2003843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5CB019-6CE2-5B81-0723-214EEE147A99}"/>
              </a:ext>
            </a:extLst>
          </p:cNvPr>
          <p:cNvSpPr txBox="1"/>
          <p:nvPr/>
        </p:nvSpPr>
        <p:spPr>
          <a:xfrm>
            <a:off x="1299415" y="1889899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2B72C1-F5A7-ACCA-6AF9-5EFCEAD7DD1B}"/>
              </a:ext>
            </a:extLst>
          </p:cNvPr>
          <p:cNvSpPr txBox="1"/>
          <p:nvPr/>
        </p:nvSpPr>
        <p:spPr>
          <a:xfrm>
            <a:off x="1299415" y="1766460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17110D-A51A-E853-357B-98F5D0E16EFD}"/>
              </a:ext>
            </a:extLst>
          </p:cNvPr>
          <p:cNvSpPr txBox="1"/>
          <p:nvPr/>
        </p:nvSpPr>
        <p:spPr>
          <a:xfrm>
            <a:off x="1299415" y="1652516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EAF5D5-47BA-FB14-E6AF-EBBFF1B4BF3A}"/>
              </a:ext>
            </a:extLst>
          </p:cNvPr>
          <p:cNvSpPr txBox="1"/>
          <p:nvPr/>
        </p:nvSpPr>
        <p:spPr>
          <a:xfrm>
            <a:off x="1299415" y="1529076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F69DA55D-2A20-7841-CCB8-D9A2049D2B61}"/>
              </a:ext>
            </a:extLst>
          </p:cNvPr>
          <p:cNvSpPr/>
          <p:nvPr/>
        </p:nvSpPr>
        <p:spPr bwMode="auto">
          <a:xfrm>
            <a:off x="1471776" y="1623701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21645"/>
                </a:lnTo>
                <a:lnTo>
                  <a:pt x="28486" y="721645"/>
                </a:lnTo>
                <a:lnTo>
                  <a:pt x="75962" y="721645"/>
                </a:lnTo>
                <a:lnTo>
                  <a:pt x="75962" y="693159"/>
                </a:lnTo>
                <a:lnTo>
                  <a:pt x="28486" y="693159"/>
                </a:lnTo>
                <a:lnTo>
                  <a:pt x="75962" y="693159"/>
                </a:lnTo>
                <a:lnTo>
                  <a:pt x="75962" y="674168"/>
                </a:lnTo>
                <a:lnTo>
                  <a:pt x="28486" y="674168"/>
                </a:lnTo>
                <a:lnTo>
                  <a:pt x="75962" y="674168"/>
                </a:lnTo>
                <a:lnTo>
                  <a:pt x="75962" y="645682"/>
                </a:lnTo>
                <a:lnTo>
                  <a:pt x="28486" y="645682"/>
                </a:lnTo>
                <a:lnTo>
                  <a:pt x="75962" y="645682"/>
                </a:lnTo>
                <a:lnTo>
                  <a:pt x="75962" y="626691"/>
                </a:lnTo>
                <a:lnTo>
                  <a:pt x="0" y="626691"/>
                </a:lnTo>
                <a:lnTo>
                  <a:pt x="75962" y="626691"/>
                </a:lnTo>
                <a:lnTo>
                  <a:pt x="75962" y="598206"/>
                </a:lnTo>
                <a:lnTo>
                  <a:pt x="28486" y="598206"/>
                </a:lnTo>
                <a:lnTo>
                  <a:pt x="75962" y="598206"/>
                </a:lnTo>
                <a:lnTo>
                  <a:pt x="75962" y="579215"/>
                </a:lnTo>
                <a:lnTo>
                  <a:pt x="28486" y="579215"/>
                </a:lnTo>
                <a:lnTo>
                  <a:pt x="75962" y="579215"/>
                </a:lnTo>
                <a:lnTo>
                  <a:pt x="75962" y="550729"/>
                </a:lnTo>
                <a:lnTo>
                  <a:pt x="28486" y="550729"/>
                </a:lnTo>
                <a:lnTo>
                  <a:pt x="75962" y="550729"/>
                </a:lnTo>
                <a:lnTo>
                  <a:pt x="75962" y="531738"/>
                </a:lnTo>
                <a:lnTo>
                  <a:pt x="28486" y="531738"/>
                </a:lnTo>
                <a:lnTo>
                  <a:pt x="75962" y="531738"/>
                </a:lnTo>
                <a:lnTo>
                  <a:pt x="75962" y="503252"/>
                </a:lnTo>
                <a:lnTo>
                  <a:pt x="0" y="503252"/>
                </a:lnTo>
                <a:lnTo>
                  <a:pt x="75962" y="503252"/>
                </a:lnTo>
                <a:lnTo>
                  <a:pt x="75962" y="484262"/>
                </a:lnTo>
                <a:lnTo>
                  <a:pt x="28486" y="484262"/>
                </a:lnTo>
                <a:lnTo>
                  <a:pt x="75962" y="484262"/>
                </a:lnTo>
                <a:lnTo>
                  <a:pt x="75962" y="455776"/>
                </a:lnTo>
                <a:lnTo>
                  <a:pt x="28486" y="455776"/>
                </a:lnTo>
                <a:lnTo>
                  <a:pt x="75962" y="455776"/>
                </a:lnTo>
                <a:lnTo>
                  <a:pt x="75962" y="436785"/>
                </a:lnTo>
                <a:lnTo>
                  <a:pt x="28486" y="436785"/>
                </a:lnTo>
                <a:lnTo>
                  <a:pt x="75962" y="436785"/>
                </a:lnTo>
                <a:lnTo>
                  <a:pt x="75962" y="408299"/>
                </a:lnTo>
                <a:lnTo>
                  <a:pt x="28486" y="408299"/>
                </a:lnTo>
                <a:lnTo>
                  <a:pt x="75962" y="408299"/>
                </a:lnTo>
                <a:lnTo>
                  <a:pt x="75962" y="389308"/>
                </a:lnTo>
                <a:lnTo>
                  <a:pt x="0" y="389308"/>
                </a:lnTo>
                <a:lnTo>
                  <a:pt x="75962" y="389308"/>
                </a:lnTo>
                <a:lnTo>
                  <a:pt x="75962" y="360822"/>
                </a:lnTo>
                <a:lnTo>
                  <a:pt x="28486" y="360822"/>
                </a:lnTo>
                <a:lnTo>
                  <a:pt x="75962" y="360822"/>
                </a:lnTo>
                <a:lnTo>
                  <a:pt x="75962" y="341832"/>
                </a:lnTo>
                <a:lnTo>
                  <a:pt x="28486" y="341832"/>
                </a:lnTo>
                <a:lnTo>
                  <a:pt x="75962" y="341832"/>
                </a:lnTo>
                <a:lnTo>
                  <a:pt x="75962" y="313346"/>
                </a:lnTo>
                <a:lnTo>
                  <a:pt x="28486" y="313346"/>
                </a:lnTo>
                <a:lnTo>
                  <a:pt x="75962" y="313346"/>
                </a:lnTo>
                <a:lnTo>
                  <a:pt x="75962" y="294355"/>
                </a:lnTo>
                <a:lnTo>
                  <a:pt x="28486" y="294355"/>
                </a:lnTo>
                <a:lnTo>
                  <a:pt x="75962" y="294355"/>
                </a:lnTo>
                <a:lnTo>
                  <a:pt x="75962" y="265869"/>
                </a:lnTo>
                <a:lnTo>
                  <a:pt x="0" y="265869"/>
                </a:lnTo>
                <a:lnTo>
                  <a:pt x="75962" y="265869"/>
                </a:lnTo>
                <a:lnTo>
                  <a:pt x="75962" y="246878"/>
                </a:lnTo>
                <a:lnTo>
                  <a:pt x="28486" y="246878"/>
                </a:lnTo>
                <a:lnTo>
                  <a:pt x="75962" y="246878"/>
                </a:lnTo>
                <a:lnTo>
                  <a:pt x="75962" y="218393"/>
                </a:lnTo>
                <a:lnTo>
                  <a:pt x="28486" y="218393"/>
                </a:lnTo>
                <a:lnTo>
                  <a:pt x="75962" y="218393"/>
                </a:lnTo>
                <a:lnTo>
                  <a:pt x="75962" y="199402"/>
                </a:lnTo>
                <a:lnTo>
                  <a:pt x="28486" y="199402"/>
                </a:lnTo>
                <a:lnTo>
                  <a:pt x="75962" y="199402"/>
                </a:lnTo>
                <a:lnTo>
                  <a:pt x="75962" y="170916"/>
                </a:lnTo>
                <a:lnTo>
                  <a:pt x="28486" y="170916"/>
                </a:lnTo>
                <a:lnTo>
                  <a:pt x="75962" y="170916"/>
                </a:lnTo>
                <a:lnTo>
                  <a:pt x="75962" y="151925"/>
                </a:lnTo>
                <a:lnTo>
                  <a:pt x="0" y="151925"/>
                </a:lnTo>
                <a:lnTo>
                  <a:pt x="75962" y="151925"/>
                </a:lnTo>
                <a:lnTo>
                  <a:pt x="75962" y="123439"/>
                </a:lnTo>
                <a:lnTo>
                  <a:pt x="28486" y="123439"/>
                </a:lnTo>
                <a:lnTo>
                  <a:pt x="75962" y="123439"/>
                </a:lnTo>
                <a:lnTo>
                  <a:pt x="75962" y="104449"/>
                </a:lnTo>
                <a:lnTo>
                  <a:pt x="28486" y="104449"/>
                </a:lnTo>
                <a:lnTo>
                  <a:pt x="75962" y="104449"/>
                </a:lnTo>
                <a:lnTo>
                  <a:pt x="75962" y="75963"/>
                </a:lnTo>
                <a:lnTo>
                  <a:pt x="28486" y="75963"/>
                </a:lnTo>
                <a:lnTo>
                  <a:pt x="75962" y="75963"/>
                </a:lnTo>
                <a:lnTo>
                  <a:pt x="75962" y="56972"/>
                </a:lnTo>
                <a:lnTo>
                  <a:pt x="28486" y="56972"/>
                </a:lnTo>
                <a:lnTo>
                  <a:pt x="75962" y="56972"/>
                </a:lnTo>
                <a:lnTo>
                  <a:pt x="75962" y="28486"/>
                </a:lnTo>
                <a:lnTo>
                  <a:pt x="0" y="28486"/>
                </a:lnTo>
                <a:lnTo>
                  <a:pt x="75962" y="28486"/>
                </a:lnTo>
                <a:lnTo>
                  <a:pt x="75962" y="9495"/>
                </a:lnTo>
                <a:lnTo>
                  <a:pt x="28486" y="9495"/>
                </a:lnTo>
                <a:lnTo>
                  <a:pt x="75962" y="9495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24E8301-729A-7EA0-CA93-645AC6D14CF0}"/>
              </a:ext>
            </a:extLst>
          </p:cNvPr>
          <p:cNvSpPr txBox="1"/>
          <p:nvPr/>
        </p:nvSpPr>
        <p:spPr>
          <a:xfrm>
            <a:off x="914991" y="1669367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Counts/1E6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9650EB6-53ED-515A-B8E1-FE391B7B3BA3}"/>
              </a:ext>
            </a:extLst>
          </p:cNvPr>
          <p:cNvSpPr/>
          <p:nvPr/>
        </p:nvSpPr>
        <p:spPr bwMode="auto">
          <a:xfrm>
            <a:off x="11251963" y="1623701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D7949137-2D11-9C7C-B736-558EDCF0DC8E}"/>
              </a:ext>
            </a:extLst>
          </p:cNvPr>
          <p:cNvSpPr/>
          <p:nvPr/>
        </p:nvSpPr>
        <p:spPr bwMode="auto">
          <a:xfrm>
            <a:off x="1547738" y="1737645"/>
            <a:ext cx="9694730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626691"/>
                </a:moveTo>
                <a:lnTo>
                  <a:pt x="9496" y="626691"/>
                </a:lnTo>
                <a:lnTo>
                  <a:pt x="18991" y="626691"/>
                </a:lnTo>
                <a:lnTo>
                  <a:pt x="28486" y="626691"/>
                </a:lnTo>
                <a:lnTo>
                  <a:pt x="37982" y="626691"/>
                </a:lnTo>
                <a:lnTo>
                  <a:pt x="47477" y="626691"/>
                </a:lnTo>
                <a:lnTo>
                  <a:pt x="56972" y="626691"/>
                </a:lnTo>
                <a:lnTo>
                  <a:pt x="66468" y="626691"/>
                </a:lnTo>
                <a:lnTo>
                  <a:pt x="75963" y="626691"/>
                </a:lnTo>
                <a:lnTo>
                  <a:pt x="85458" y="626691"/>
                </a:lnTo>
                <a:lnTo>
                  <a:pt x="94954" y="0"/>
                </a:lnTo>
                <a:lnTo>
                  <a:pt x="104449" y="607701"/>
                </a:lnTo>
                <a:lnTo>
                  <a:pt x="113944" y="617196"/>
                </a:lnTo>
                <a:lnTo>
                  <a:pt x="123440" y="617196"/>
                </a:lnTo>
                <a:lnTo>
                  <a:pt x="132935" y="626691"/>
                </a:lnTo>
                <a:lnTo>
                  <a:pt x="142430" y="626691"/>
                </a:lnTo>
                <a:lnTo>
                  <a:pt x="151926" y="626691"/>
                </a:lnTo>
                <a:lnTo>
                  <a:pt x="161421" y="626691"/>
                </a:lnTo>
                <a:lnTo>
                  <a:pt x="170916" y="626691"/>
                </a:lnTo>
                <a:lnTo>
                  <a:pt x="180412" y="626691"/>
                </a:lnTo>
                <a:lnTo>
                  <a:pt x="189907" y="626691"/>
                </a:lnTo>
                <a:lnTo>
                  <a:pt x="199402" y="626691"/>
                </a:lnTo>
                <a:lnTo>
                  <a:pt x="208898" y="626691"/>
                </a:lnTo>
                <a:lnTo>
                  <a:pt x="218393" y="626691"/>
                </a:lnTo>
                <a:lnTo>
                  <a:pt x="227888" y="626691"/>
                </a:lnTo>
                <a:lnTo>
                  <a:pt x="237383" y="626691"/>
                </a:lnTo>
                <a:lnTo>
                  <a:pt x="246879" y="626691"/>
                </a:lnTo>
                <a:lnTo>
                  <a:pt x="256374" y="626691"/>
                </a:lnTo>
                <a:lnTo>
                  <a:pt x="265870" y="626691"/>
                </a:lnTo>
                <a:lnTo>
                  <a:pt x="275365" y="626691"/>
                </a:lnTo>
                <a:lnTo>
                  <a:pt x="284860" y="626691"/>
                </a:lnTo>
                <a:lnTo>
                  <a:pt x="294355" y="626691"/>
                </a:lnTo>
                <a:lnTo>
                  <a:pt x="303851" y="626691"/>
                </a:lnTo>
                <a:lnTo>
                  <a:pt x="313346" y="626691"/>
                </a:lnTo>
                <a:lnTo>
                  <a:pt x="322841" y="626691"/>
                </a:lnTo>
                <a:lnTo>
                  <a:pt x="332337" y="626691"/>
                </a:lnTo>
                <a:lnTo>
                  <a:pt x="341832" y="626691"/>
                </a:lnTo>
                <a:lnTo>
                  <a:pt x="351327" y="626691"/>
                </a:lnTo>
                <a:lnTo>
                  <a:pt x="360823" y="626691"/>
                </a:lnTo>
                <a:lnTo>
                  <a:pt x="370318" y="626691"/>
                </a:lnTo>
                <a:lnTo>
                  <a:pt x="379813" y="626691"/>
                </a:lnTo>
                <a:lnTo>
                  <a:pt x="389309" y="626691"/>
                </a:lnTo>
                <a:lnTo>
                  <a:pt x="398804" y="626691"/>
                </a:lnTo>
                <a:lnTo>
                  <a:pt x="408299" y="626691"/>
                </a:lnTo>
                <a:lnTo>
                  <a:pt x="417795" y="626691"/>
                </a:lnTo>
                <a:lnTo>
                  <a:pt x="427290" y="626691"/>
                </a:lnTo>
                <a:lnTo>
                  <a:pt x="436785" y="626691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26691"/>
                </a:lnTo>
                <a:lnTo>
                  <a:pt x="522243" y="626691"/>
                </a:lnTo>
                <a:lnTo>
                  <a:pt x="531739" y="626691"/>
                </a:lnTo>
                <a:lnTo>
                  <a:pt x="541234" y="626691"/>
                </a:lnTo>
                <a:lnTo>
                  <a:pt x="550729" y="626691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626691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626691"/>
                </a:lnTo>
                <a:lnTo>
                  <a:pt x="636187" y="626691"/>
                </a:lnTo>
                <a:lnTo>
                  <a:pt x="645683" y="626691"/>
                </a:lnTo>
                <a:lnTo>
                  <a:pt x="655178" y="626691"/>
                </a:lnTo>
                <a:lnTo>
                  <a:pt x="664673" y="626691"/>
                </a:lnTo>
                <a:lnTo>
                  <a:pt x="674169" y="626691"/>
                </a:lnTo>
                <a:lnTo>
                  <a:pt x="683664" y="626691"/>
                </a:lnTo>
                <a:lnTo>
                  <a:pt x="693159" y="626691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26691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26691"/>
                </a:lnTo>
                <a:lnTo>
                  <a:pt x="769122" y="626691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531738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626691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389308"/>
                </a:lnTo>
                <a:lnTo>
                  <a:pt x="1262879" y="626691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2669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588710"/>
                </a:lnTo>
                <a:lnTo>
                  <a:pt x="1357832" y="626691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26691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17196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07701"/>
                </a:lnTo>
                <a:lnTo>
                  <a:pt x="1547739" y="427290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26691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436785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2669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2669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2669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2669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626691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26691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626691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26691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626691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2669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626691"/>
                </a:lnTo>
                <a:lnTo>
                  <a:pt x="2231402" y="626691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579215"/>
                </a:lnTo>
                <a:lnTo>
                  <a:pt x="2326355" y="626691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17196"/>
                </a:lnTo>
                <a:lnTo>
                  <a:pt x="2421309" y="417794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503252"/>
                </a:lnTo>
                <a:lnTo>
                  <a:pt x="2525758" y="626691"/>
                </a:lnTo>
                <a:lnTo>
                  <a:pt x="2535253" y="626691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17196"/>
                </a:lnTo>
                <a:lnTo>
                  <a:pt x="2620711" y="626691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2669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626691"/>
                </a:lnTo>
                <a:lnTo>
                  <a:pt x="2715664" y="626691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26691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26691"/>
                </a:lnTo>
                <a:lnTo>
                  <a:pt x="2810617" y="626691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26691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26691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26691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2669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626691"/>
                </a:lnTo>
                <a:lnTo>
                  <a:pt x="3104972" y="62669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17196"/>
                </a:lnTo>
                <a:lnTo>
                  <a:pt x="3199926" y="626691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26691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2669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626691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26691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07701"/>
                </a:lnTo>
                <a:lnTo>
                  <a:pt x="3494281" y="626691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07701"/>
                </a:lnTo>
                <a:lnTo>
                  <a:pt x="3589234" y="62669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17196"/>
                </a:lnTo>
                <a:lnTo>
                  <a:pt x="3684187" y="607701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626691"/>
                </a:lnTo>
                <a:lnTo>
                  <a:pt x="3779141" y="607701"/>
                </a:lnTo>
                <a:lnTo>
                  <a:pt x="3788636" y="626691"/>
                </a:lnTo>
                <a:lnTo>
                  <a:pt x="3798131" y="626691"/>
                </a:lnTo>
                <a:lnTo>
                  <a:pt x="3807627" y="626691"/>
                </a:lnTo>
                <a:lnTo>
                  <a:pt x="3817122" y="626691"/>
                </a:lnTo>
                <a:lnTo>
                  <a:pt x="3826617" y="626691"/>
                </a:lnTo>
                <a:lnTo>
                  <a:pt x="3836112" y="626691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598205"/>
                </a:lnTo>
                <a:lnTo>
                  <a:pt x="3883589" y="626691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26691"/>
                </a:lnTo>
                <a:lnTo>
                  <a:pt x="3931066" y="626691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436785"/>
                </a:lnTo>
                <a:lnTo>
                  <a:pt x="3978543" y="617196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626691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531738"/>
                </a:lnTo>
                <a:lnTo>
                  <a:pt x="4073496" y="617196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626691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598205"/>
                </a:lnTo>
                <a:lnTo>
                  <a:pt x="4168449" y="446280"/>
                </a:lnTo>
                <a:lnTo>
                  <a:pt x="4177944" y="626691"/>
                </a:lnTo>
                <a:lnTo>
                  <a:pt x="4187440" y="626691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626691"/>
                </a:lnTo>
                <a:lnTo>
                  <a:pt x="4225421" y="626691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617196"/>
                </a:lnTo>
                <a:lnTo>
                  <a:pt x="4272898" y="626691"/>
                </a:lnTo>
                <a:lnTo>
                  <a:pt x="4282393" y="626691"/>
                </a:lnTo>
                <a:lnTo>
                  <a:pt x="4291888" y="626691"/>
                </a:lnTo>
                <a:lnTo>
                  <a:pt x="4301384" y="626691"/>
                </a:lnTo>
                <a:lnTo>
                  <a:pt x="4310879" y="626691"/>
                </a:lnTo>
                <a:lnTo>
                  <a:pt x="4320374" y="626691"/>
                </a:lnTo>
                <a:lnTo>
                  <a:pt x="4329870" y="626691"/>
                </a:lnTo>
                <a:lnTo>
                  <a:pt x="4339365" y="626691"/>
                </a:lnTo>
                <a:lnTo>
                  <a:pt x="4348860" y="626691"/>
                </a:lnTo>
                <a:lnTo>
                  <a:pt x="4358356" y="541234"/>
                </a:lnTo>
                <a:lnTo>
                  <a:pt x="4367851" y="626691"/>
                </a:lnTo>
                <a:lnTo>
                  <a:pt x="4377346" y="626691"/>
                </a:lnTo>
                <a:lnTo>
                  <a:pt x="4386842" y="626691"/>
                </a:lnTo>
                <a:lnTo>
                  <a:pt x="4396337" y="626691"/>
                </a:lnTo>
                <a:lnTo>
                  <a:pt x="4405832" y="626691"/>
                </a:lnTo>
                <a:lnTo>
                  <a:pt x="4415327" y="626691"/>
                </a:lnTo>
                <a:lnTo>
                  <a:pt x="4424823" y="626691"/>
                </a:lnTo>
                <a:lnTo>
                  <a:pt x="4434318" y="626691"/>
                </a:lnTo>
                <a:lnTo>
                  <a:pt x="4443813" y="626691"/>
                </a:lnTo>
                <a:lnTo>
                  <a:pt x="4453309" y="617196"/>
                </a:lnTo>
                <a:lnTo>
                  <a:pt x="4462804" y="626691"/>
                </a:lnTo>
                <a:lnTo>
                  <a:pt x="4472300" y="626691"/>
                </a:lnTo>
                <a:lnTo>
                  <a:pt x="4481795" y="626691"/>
                </a:lnTo>
                <a:lnTo>
                  <a:pt x="4491290" y="626691"/>
                </a:lnTo>
                <a:lnTo>
                  <a:pt x="4500785" y="626691"/>
                </a:lnTo>
                <a:lnTo>
                  <a:pt x="4510281" y="626691"/>
                </a:lnTo>
                <a:lnTo>
                  <a:pt x="4519776" y="626691"/>
                </a:lnTo>
                <a:lnTo>
                  <a:pt x="4529271" y="626691"/>
                </a:lnTo>
                <a:lnTo>
                  <a:pt x="4538767" y="626691"/>
                </a:lnTo>
                <a:lnTo>
                  <a:pt x="4548262" y="626691"/>
                </a:lnTo>
                <a:lnTo>
                  <a:pt x="4557758" y="626691"/>
                </a:lnTo>
                <a:lnTo>
                  <a:pt x="4567253" y="626691"/>
                </a:lnTo>
                <a:lnTo>
                  <a:pt x="4576748" y="626691"/>
                </a:lnTo>
                <a:lnTo>
                  <a:pt x="4586243" y="626691"/>
                </a:lnTo>
                <a:lnTo>
                  <a:pt x="4595739" y="626691"/>
                </a:lnTo>
                <a:lnTo>
                  <a:pt x="4605234" y="626691"/>
                </a:lnTo>
                <a:lnTo>
                  <a:pt x="4614729" y="626691"/>
                </a:lnTo>
                <a:lnTo>
                  <a:pt x="4624225" y="626691"/>
                </a:lnTo>
                <a:lnTo>
                  <a:pt x="4633720" y="626691"/>
                </a:lnTo>
                <a:lnTo>
                  <a:pt x="4643216" y="617196"/>
                </a:lnTo>
                <a:lnTo>
                  <a:pt x="4652711" y="617196"/>
                </a:lnTo>
                <a:lnTo>
                  <a:pt x="4662206" y="626691"/>
                </a:lnTo>
                <a:lnTo>
                  <a:pt x="4671701" y="626691"/>
                </a:lnTo>
                <a:lnTo>
                  <a:pt x="4681197" y="626691"/>
                </a:lnTo>
                <a:lnTo>
                  <a:pt x="4690692" y="626691"/>
                </a:lnTo>
                <a:lnTo>
                  <a:pt x="4700187" y="626691"/>
                </a:lnTo>
                <a:lnTo>
                  <a:pt x="4709683" y="626691"/>
                </a:lnTo>
                <a:lnTo>
                  <a:pt x="4719178" y="626691"/>
                </a:lnTo>
                <a:lnTo>
                  <a:pt x="4728673" y="626691"/>
                </a:lnTo>
                <a:lnTo>
                  <a:pt x="4738169" y="626691"/>
                </a:lnTo>
                <a:lnTo>
                  <a:pt x="4747664" y="560224"/>
                </a:lnTo>
                <a:lnTo>
                  <a:pt x="4757159" y="626691"/>
                </a:lnTo>
                <a:lnTo>
                  <a:pt x="4766654" y="626691"/>
                </a:lnTo>
                <a:lnTo>
                  <a:pt x="4776150" y="626691"/>
                </a:lnTo>
                <a:lnTo>
                  <a:pt x="4785645" y="626691"/>
                </a:lnTo>
                <a:lnTo>
                  <a:pt x="4795141" y="626691"/>
                </a:lnTo>
                <a:lnTo>
                  <a:pt x="4804636" y="626691"/>
                </a:lnTo>
                <a:lnTo>
                  <a:pt x="4814131" y="626691"/>
                </a:lnTo>
                <a:lnTo>
                  <a:pt x="4823627" y="626691"/>
                </a:lnTo>
                <a:lnTo>
                  <a:pt x="4833122" y="626691"/>
                </a:lnTo>
                <a:lnTo>
                  <a:pt x="4842617" y="607701"/>
                </a:lnTo>
                <a:lnTo>
                  <a:pt x="4852112" y="626691"/>
                </a:lnTo>
                <a:lnTo>
                  <a:pt x="4861608" y="626691"/>
                </a:lnTo>
                <a:lnTo>
                  <a:pt x="4871103" y="626691"/>
                </a:lnTo>
                <a:lnTo>
                  <a:pt x="4880599" y="626691"/>
                </a:lnTo>
                <a:lnTo>
                  <a:pt x="4890094" y="626691"/>
                </a:lnTo>
                <a:lnTo>
                  <a:pt x="4899589" y="626691"/>
                </a:lnTo>
                <a:lnTo>
                  <a:pt x="4909085" y="626691"/>
                </a:lnTo>
                <a:lnTo>
                  <a:pt x="4918580" y="626691"/>
                </a:lnTo>
                <a:lnTo>
                  <a:pt x="4928075" y="626691"/>
                </a:lnTo>
                <a:lnTo>
                  <a:pt x="4937570" y="617196"/>
                </a:lnTo>
                <a:lnTo>
                  <a:pt x="4947066" y="617196"/>
                </a:lnTo>
                <a:lnTo>
                  <a:pt x="4956561" y="626691"/>
                </a:lnTo>
                <a:lnTo>
                  <a:pt x="4966057" y="626691"/>
                </a:lnTo>
                <a:lnTo>
                  <a:pt x="4975552" y="626691"/>
                </a:lnTo>
                <a:lnTo>
                  <a:pt x="4985047" y="626691"/>
                </a:lnTo>
                <a:lnTo>
                  <a:pt x="4994543" y="626691"/>
                </a:lnTo>
                <a:lnTo>
                  <a:pt x="5004038" y="626691"/>
                </a:lnTo>
                <a:lnTo>
                  <a:pt x="5013533" y="626691"/>
                </a:lnTo>
                <a:lnTo>
                  <a:pt x="5023028" y="626691"/>
                </a:lnTo>
                <a:lnTo>
                  <a:pt x="5032524" y="626691"/>
                </a:lnTo>
                <a:lnTo>
                  <a:pt x="5042019" y="626691"/>
                </a:lnTo>
                <a:lnTo>
                  <a:pt x="5051514" y="626691"/>
                </a:lnTo>
                <a:lnTo>
                  <a:pt x="5061010" y="626691"/>
                </a:lnTo>
                <a:lnTo>
                  <a:pt x="5070505" y="626691"/>
                </a:lnTo>
                <a:lnTo>
                  <a:pt x="5080000" y="626691"/>
                </a:lnTo>
                <a:lnTo>
                  <a:pt x="5089496" y="626691"/>
                </a:lnTo>
                <a:lnTo>
                  <a:pt x="5098991" y="626691"/>
                </a:lnTo>
                <a:lnTo>
                  <a:pt x="5108487" y="626691"/>
                </a:lnTo>
                <a:lnTo>
                  <a:pt x="5117981" y="626691"/>
                </a:lnTo>
                <a:lnTo>
                  <a:pt x="5127477" y="626691"/>
                </a:lnTo>
                <a:lnTo>
                  <a:pt x="5136973" y="607701"/>
                </a:lnTo>
                <a:lnTo>
                  <a:pt x="5146468" y="626691"/>
                </a:lnTo>
                <a:lnTo>
                  <a:pt x="5155963" y="626691"/>
                </a:lnTo>
                <a:lnTo>
                  <a:pt x="5165458" y="626691"/>
                </a:lnTo>
                <a:lnTo>
                  <a:pt x="5174954" y="626691"/>
                </a:lnTo>
                <a:lnTo>
                  <a:pt x="5184449" y="626691"/>
                </a:lnTo>
                <a:lnTo>
                  <a:pt x="5193944" y="626691"/>
                </a:lnTo>
                <a:lnTo>
                  <a:pt x="5203440" y="626691"/>
                </a:lnTo>
                <a:lnTo>
                  <a:pt x="5212935" y="626691"/>
                </a:lnTo>
                <a:lnTo>
                  <a:pt x="5222430" y="626691"/>
                </a:lnTo>
                <a:lnTo>
                  <a:pt x="5231926" y="617196"/>
                </a:lnTo>
                <a:lnTo>
                  <a:pt x="5241421" y="626691"/>
                </a:lnTo>
                <a:lnTo>
                  <a:pt x="5250916" y="626691"/>
                </a:lnTo>
                <a:lnTo>
                  <a:pt x="5260412" y="626691"/>
                </a:lnTo>
                <a:lnTo>
                  <a:pt x="5269907" y="626691"/>
                </a:lnTo>
                <a:lnTo>
                  <a:pt x="5279403" y="626691"/>
                </a:lnTo>
                <a:lnTo>
                  <a:pt x="5288897" y="626691"/>
                </a:lnTo>
                <a:lnTo>
                  <a:pt x="5298393" y="626691"/>
                </a:lnTo>
                <a:lnTo>
                  <a:pt x="5307889" y="626691"/>
                </a:lnTo>
                <a:lnTo>
                  <a:pt x="5317383" y="626691"/>
                </a:lnTo>
                <a:lnTo>
                  <a:pt x="5326879" y="617196"/>
                </a:lnTo>
                <a:lnTo>
                  <a:pt x="5336374" y="626691"/>
                </a:lnTo>
                <a:lnTo>
                  <a:pt x="5345870" y="626691"/>
                </a:lnTo>
                <a:lnTo>
                  <a:pt x="5355365" y="626691"/>
                </a:lnTo>
                <a:lnTo>
                  <a:pt x="5364860" y="626691"/>
                </a:lnTo>
                <a:lnTo>
                  <a:pt x="5374356" y="626691"/>
                </a:lnTo>
                <a:lnTo>
                  <a:pt x="5383851" y="626691"/>
                </a:lnTo>
                <a:lnTo>
                  <a:pt x="5393346" y="626691"/>
                </a:lnTo>
                <a:lnTo>
                  <a:pt x="5402842" y="626691"/>
                </a:lnTo>
                <a:lnTo>
                  <a:pt x="5412337" y="626691"/>
                </a:lnTo>
                <a:lnTo>
                  <a:pt x="5421832" y="626691"/>
                </a:lnTo>
                <a:lnTo>
                  <a:pt x="5431327" y="626691"/>
                </a:lnTo>
                <a:lnTo>
                  <a:pt x="5440823" y="626691"/>
                </a:lnTo>
                <a:lnTo>
                  <a:pt x="5450319" y="626691"/>
                </a:lnTo>
                <a:lnTo>
                  <a:pt x="5459813" y="626691"/>
                </a:lnTo>
                <a:lnTo>
                  <a:pt x="5469309" y="626691"/>
                </a:lnTo>
                <a:lnTo>
                  <a:pt x="5478804" y="626691"/>
                </a:lnTo>
                <a:lnTo>
                  <a:pt x="5488299" y="626691"/>
                </a:lnTo>
                <a:lnTo>
                  <a:pt x="5497795" y="626691"/>
                </a:lnTo>
                <a:lnTo>
                  <a:pt x="5507290" y="626691"/>
                </a:lnTo>
                <a:lnTo>
                  <a:pt x="5516786" y="626691"/>
                </a:lnTo>
                <a:lnTo>
                  <a:pt x="5526281" y="588710"/>
                </a:lnTo>
                <a:lnTo>
                  <a:pt x="5535776" y="626691"/>
                </a:lnTo>
                <a:lnTo>
                  <a:pt x="5545272" y="626691"/>
                </a:lnTo>
                <a:lnTo>
                  <a:pt x="5554766" y="626691"/>
                </a:lnTo>
                <a:lnTo>
                  <a:pt x="5564262" y="626691"/>
                </a:lnTo>
                <a:lnTo>
                  <a:pt x="5573758" y="626691"/>
                </a:lnTo>
                <a:lnTo>
                  <a:pt x="5583253" y="626691"/>
                </a:lnTo>
                <a:lnTo>
                  <a:pt x="5592748" y="626691"/>
                </a:lnTo>
                <a:lnTo>
                  <a:pt x="5602243" y="626691"/>
                </a:lnTo>
                <a:lnTo>
                  <a:pt x="5611739" y="626691"/>
                </a:lnTo>
                <a:lnTo>
                  <a:pt x="5621234" y="569720"/>
                </a:lnTo>
                <a:lnTo>
                  <a:pt x="5630729" y="626691"/>
                </a:lnTo>
                <a:lnTo>
                  <a:pt x="5640225" y="626691"/>
                </a:lnTo>
                <a:lnTo>
                  <a:pt x="5649720" y="626691"/>
                </a:lnTo>
                <a:lnTo>
                  <a:pt x="5659215" y="626691"/>
                </a:lnTo>
                <a:lnTo>
                  <a:pt x="5668711" y="626691"/>
                </a:lnTo>
                <a:lnTo>
                  <a:pt x="5678206" y="626691"/>
                </a:lnTo>
                <a:lnTo>
                  <a:pt x="5687702" y="626691"/>
                </a:lnTo>
                <a:lnTo>
                  <a:pt x="5697197" y="626691"/>
                </a:lnTo>
                <a:lnTo>
                  <a:pt x="5706692" y="626691"/>
                </a:lnTo>
                <a:lnTo>
                  <a:pt x="5716188" y="465271"/>
                </a:lnTo>
                <a:lnTo>
                  <a:pt x="5725682" y="617196"/>
                </a:lnTo>
                <a:lnTo>
                  <a:pt x="5735178" y="626691"/>
                </a:lnTo>
                <a:lnTo>
                  <a:pt x="5744673" y="626691"/>
                </a:lnTo>
                <a:lnTo>
                  <a:pt x="5754169" y="626691"/>
                </a:lnTo>
                <a:lnTo>
                  <a:pt x="5763664" y="626691"/>
                </a:lnTo>
                <a:lnTo>
                  <a:pt x="5773159" y="626691"/>
                </a:lnTo>
                <a:lnTo>
                  <a:pt x="5782655" y="626691"/>
                </a:lnTo>
                <a:lnTo>
                  <a:pt x="5792150" y="626691"/>
                </a:lnTo>
                <a:lnTo>
                  <a:pt x="5801645" y="626691"/>
                </a:lnTo>
                <a:lnTo>
                  <a:pt x="5811141" y="617196"/>
                </a:lnTo>
                <a:lnTo>
                  <a:pt x="5820636" y="626691"/>
                </a:lnTo>
                <a:lnTo>
                  <a:pt x="5830131" y="626691"/>
                </a:lnTo>
                <a:lnTo>
                  <a:pt x="5839627" y="626691"/>
                </a:lnTo>
                <a:lnTo>
                  <a:pt x="5849122" y="626691"/>
                </a:lnTo>
                <a:lnTo>
                  <a:pt x="5858618" y="626691"/>
                </a:lnTo>
                <a:lnTo>
                  <a:pt x="5868112" y="626691"/>
                </a:lnTo>
                <a:lnTo>
                  <a:pt x="5877608" y="626691"/>
                </a:lnTo>
                <a:lnTo>
                  <a:pt x="5887104" y="626691"/>
                </a:lnTo>
                <a:lnTo>
                  <a:pt x="5896598" y="626691"/>
                </a:lnTo>
                <a:lnTo>
                  <a:pt x="5906094" y="617196"/>
                </a:lnTo>
                <a:lnTo>
                  <a:pt x="5915589" y="617196"/>
                </a:lnTo>
                <a:lnTo>
                  <a:pt x="5925085" y="626691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626691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26691"/>
                </a:lnTo>
                <a:lnTo>
                  <a:pt x="6010543" y="617196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26691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569720"/>
                </a:lnTo>
                <a:lnTo>
                  <a:pt x="6105496" y="560224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26691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26691"/>
                </a:lnTo>
                <a:lnTo>
                  <a:pt x="6200449" y="607701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588710"/>
                </a:lnTo>
                <a:lnTo>
                  <a:pt x="6304897" y="607701"/>
                </a:lnTo>
                <a:lnTo>
                  <a:pt x="6314393" y="62669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26691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617196"/>
                </a:lnTo>
                <a:lnTo>
                  <a:pt x="6399851" y="607701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588710"/>
                </a:lnTo>
                <a:lnTo>
                  <a:pt x="6504299" y="62669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26691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17196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26691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569720"/>
                </a:lnTo>
                <a:lnTo>
                  <a:pt x="6694206" y="569720"/>
                </a:lnTo>
                <a:lnTo>
                  <a:pt x="6703702" y="626691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17196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26691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626691"/>
                </a:lnTo>
                <a:lnTo>
                  <a:pt x="6884112" y="531738"/>
                </a:lnTo>
                <a:lnTo>
                  <a:pt x="6893608" y="626691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17196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598205"/>
                </a:lnTo>
                <a:lnTo>
                  <a:pt x="7083514" y="617196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17196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17196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17196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626691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351327"/>
                </a:lnTo>
                <a:lnTo>
                  <a:pt x="7662729" y="607701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07701"/>
                </a:lnTo>
                <a:lnTo>
                  <a:pt x="7757682" y="617196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17196"/>
                </a:lnTo>
                <a:lnTo>
                  <a:pt x="7852636" y="607701"/>
                </a:lnTo>
                <a:lnTo>
                  <a:pt x="7862131" y="626691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17196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17196"/>
                </a:lnTo>
                <a:lnTo>
                  <a:pt x="8052038" y="60770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17196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26691"/>
                </a:lnTo>
                <a:lnTo>
                  <a:pt x="8241944" y="598205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17196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17196"/>
                </a:lnTo>
                <a:lnTo>
                  <a:pt x="8441346" y="617196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26691"/>
                </a:lnTo>
                <a:lnTo>
                  <a:pt x="8536300" y="626691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17196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26691"/>
                </a:lnTo>
                <a:lnTo>
                  <a:pt x="8726206" y="617196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07701"/>
                </a:lnTo>
                <a:lnTo>
                  <a:pt x="8830655" y="626691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26691"/>
                </a:lnTo>
                <a:lnTo>
                  <a:pt x="9020561" y="617196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26691"/>
                </a:lnTo>
                <a:lnTo>
                  <a:pt x="9115514" y="617196"/>
                </a:lnTo>
                <a:lnTo>
                  <a:pt x="9125010" y="626691"/>
                </a:lnTo>
                <a:lnTo>
                  <a:pt x="9134505" y="626691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26691"/>
                </a:lnTo>
                <a:lnTo>
                  <a:pt x="9191477" y="626691"/>
                </a:lnTo>
                <a:lnTo>
                  <a:pt x="9200973" y="626691"/>
                </a:lnTo>
                <a:lnTo>
                  <a:pt x="9210468" y="607701"/>
                </a:lnTo>
                <a:lnTo>
                  <a:pt x="9219963" y="617196"/>
                </a:lnTo>
                <a:lnTo>
                  <a:pt x="9229458" y="626691"/>
                </a:lnTo>
                <a:lnTo>
                  <a:pt x="9238954" y="626691"/>
                </a:lnTo>
                <a:lnTo>
                  <a:pt x="9248450" y="626691"/>
                </a:lnTo>
                <a:lnTo>
                  <a:pt x="9257944" y="626691"/>
                </a:lnTo>
                <a:lnTo>
                  <a:pt x="9267440" y="626691"/>
                </a:lnTo>
                <a:lnTo>
                  <a:pt x="9276935" y="626691"/>
                </a:lnTo>
                <a:lnTo>
                  <a:pt x="9286430" y="626691"/>
                </a:lnTo>
                <a:lnTo>
                  <a:pt x="9295926" y="626691"/>
                </a:lnTo>
                <a:lnTo>
                  <a:pt x="9305421" y="617196"/>
                </a:lnTo>
                <a:lnTo>
                  <a:pt x="9314917" y="626691"/>
                </a:lnTo>
                <a:lnTo>
                  <a:pt x="9324412" y="626691"/>
                </a:lnTo>
                <a:lnTo>
                  <a:pt x="9333907" y="626691"/>
                </a:lnTo>
                <a:lnTo>
                  <a:pt x="9343403" y="626691"/>
                </a:lnTo>
                <a:lnTo>
                  <a:pt x="9352897" y="626691"/>
                </a:lnTo>
                <a:lnTo>
                  <a:pt x="9362393" y="626691"/>
                </a:lnTo>
                <a:lnTo>
                  <a:pt x="9371889" y="626691"/>
                </a:lnTo>
                <a:lnTo>
                  <a:pt x="9381384" y="626691"/>
                </a:lnTo>
                <a:lnTo>
                  <a:pt x="9390879" y="626691"/>
                </a:lnTo>
                <a:lnTo>
                  <a:pt x="9400374" y="588710"/>
                </a:lnTo>
                <a:lnTo>
                  <a:pt x="9409870" y="598205"/>
                </a:lnTo>
                <a:lnTo>
                  <a:pt x="9419365" y="626691"/>
                </a:lnTo>
                <a:lnTo>
                  <a:pt x="9428860" y="626691"/>
                </a:lnTo>
                <a:lnTo>
                  <a:pt x="9438356" y="626691"/>
                </a:lnTo>
                <a:lnTo>
                  <a:pt x="9447851" y="626691"/>
                </a:lnTo>
                <a:lnTo>
                  <a:pt x="9457346" y="626691"/>
                </a:lnTo>
                <a:lnTo>
                  <a:pt x="9466842" y="626691"/>
                </a:lnTo>
                <a:lnTo>
                  <a:pt x="9476337" y="626691"/>
                </a:lnTo>
                <a:lnTo>
                  <a:pt x="9485833" y="626691"/>
                </a:lnTo>
                <a:lnTo>
                  <a:pt x="9495327" y="626691"/>
                </a:lnTo>
                <a:lnTo>
                  <a:pt x="9504823" y="617196"/>
                </a:lnTo>
                <a:lnTo>
                  <a:pt x="9514319" y="626691"/>
                </a:lnTo>
                <a:lnTo>
                  <a:pt x="9523813" y="626691"/>
                </a:lnTo>
                <a:lnTo>
                  <a:pt x="9533309" y="626691"/>
                </a:lnTo>
                <a:lnTo>
                  <a:pt x="9542804" y="626691"/>
                </a:lnTo>
                <a:lnTo>
                  <a:pt x="9552300" y="626691"/>
                </a:lnTo>
                <a:lnTo>
                  <a:pt x="9561795" y="626691"/>
                </a:lnTo>
                <a:lnTo>
                  <a:pt x="9571290" y="626691"/>
                </a:lnTo>
                <a:lnTo>
                  <a:pt x="9580786" y="626691"/>
                </a:lnTo>
                <a:lnTo>
                  <a:pt x="9590281" y="626691"/>
                </a:lnTo>
                <a:lnTo>
                  <a:pt x="9599776" y="607701"/>
                </a:lnTo>
                <a:lnTo>
                  <a:pt x="9609272" y="626691"/>
                </a:lnTo>
                <a:lnTo>
                  <a:pt x="9618767" y="626691"/>
                </a:lnTo>
                <a:lnTo>
                  <a:pt x="9628262" y="626691"/>
                </a:lnTo>
                <a:lnTo>
                  <a:pt x="9637758" y="626691"/>
                </a:lnTo>
                <a:lnTo>
                  <a:pt x="9647253" y="626691"/>
                </a:lnTo>
                <a:lnTo>
                  <a:pt x="9656748" y="626691"/>
                </a:lnTo>
                <a:lnTo>
                  <a:pt x="9666243" y="626691"/>
                </a:lnTo>
                <a:lnTo>
                  <a:pt x="9675739" y="626691"/>
                </a:lnTo>
                <a:lnTo>
                  <a:pt x="9685234" y="626691"/>
                </a:lnTo>
                <a:lnTo>
                  <a:pt x="9694729" y="626691"/>
                </a:lnTo>
              </a:path>
            </a:pathLst>
          </a:custGeom>
          <a:noFill/>
          <a:ln w="12700" cap="flat" cmpd="sng" algn="ctr">
            <a:solidFill>
              <a:srgbClr val="80008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2814D9D-7CB0-8DE3-4260-F5CADCBC5276}"/>
              </a:ext>
            </a:extLst>
          </p:cNvPr>
          <p:cNvSpPr txBox="1"/>
          <p:nvPr/>
        </p:nvSpPr>
        <p:spPr>
          <a:xfrm>
            <a:off x="1488803" y="1598627"/>
            <a:ext cx="307777" cy="129523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03477EE-9E64-7030-5BCA-7CF979CBCCB6}"/>
              </a:ext>
            </a:extLst>
          </p:cNvPr>
          <p:cNvSpPr txBox="1"/>
          <p:nvPr/>
        </p:nvSpPr>
        <p:spPr>
          <a:xfrm>
            <a:off x="9047084" y="1892246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79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78F3510-689C-D9A9-ADFE-95A7F5C86949}"/>
              </a:ext>
            </a:extLst>
          </p:cNvPr>
          <p:cNvSpPr txBox="1"/>
          <p:nvPr/>
        </p:nvSpPr>
        <p:spPr>
          <a:xfrm>
            <a:off x="2656728" y="1930227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EAD33CF-7BDD-E461-B9E1-A0C19BFBE4CD}"/>
              </a:ext>
            </a:extLst>
          </p:cNvPr>
          <p:cNvSpPr txBox="1"/>
          <p:nvPr/>
        </p:nvSpPr>
        <p:spPr>
          <a:xfrm>
            <a:off x="3815158" y="1958713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49B65BC-1E83-43FF-0DB2-C5EC63BFA0C1}"/>
              </a:ext>
            </a:extLst>
          </p:cNvPr>
          <p:cNvSpPr txBox="1"/>
          <p:nvPr/>
        </p:nvSpPr>
        <p:spPr>
          <a:xfrm>
            <a:off x="2941588" y="196820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942C344-00E3-9EB3-511C-DA3184020BFB}"/>
              </a:ext>
            </a:extLst>
          </p:cNvPr>
          <p:cNvSpPr txBox="1"/>
          <p:nvPr/>
        </p:nvSpPr>
        <p:spPr>
          <a:xfrm>
            <a:off x="3036541" y="180678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E52FB1E-E9AD-C1E6-90CF-55C575AF3B2C}"/>
              </a:ext>
            </a:extLst>
          </p:cNvPr>
          <p:cNvSpPr txBox="1"/>
          <p:nvPr/>
        </p:nvSpPr>
        <p:spPr>
          <a:xfrm>
            <a:off x="5372392" y="1977704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41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F6821C4-000E-D234-05A0-2016087DA760}"/>
              </a:ext>
            </a:extLst>
          </p:cNvPr>
          <p:cNvSpPr txBox="1"/>
          <p:nvPr/>
        </p:nvSpPr>
        <p:spPr>
          <a:xfrm>
            <a:off x="5562298" y="1987199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43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75F5126-7B2F-6724-ABA9-CF4741FAED0F}"/>
              </a:ext>
            </a:extLst>
          </p:cNvPr>
          <p:cNvSpPr txBox="1"/>
          <p:nvPr/>
        </p:nvSpPr>
        <p:spPr>
          <a:xfrm>
            <a:off x="7119532" y="2006190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59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56AA121-B66B-8615-EA33-656A51542DB1}"/>
              </a:ext>
            </a:extLst>
          </p:cNvPr>
          <p:cNvSpPr txBox="1"/>
          <p:nvPr/>
        </p:nvSpPr>
        <p:spPr>
          <a:xfrm>
            <a:off x="3910111" y="1797292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B50A16D-CDF9-77CE-6F09-B8763E8D0EDB}"/>
              </a:ext>
            </a:extLst>
          </p:cNvPr>
          <p:cNvSpPr txBox="1"/>
          <p:nvPr/>
        </p:nvSpPr>
        <p:spPr>
          <a:xfrm>
            <a:off x="2552280" y="2072657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76F682C-EB77-BC4E-BED6-C8613F200F2A}"/>
              </a:ext>
            </a:extLst>
          </p:cNvPr>
          <p:cNvSpPr txBox="1"/>
          <p:nvPr/>
        </p:nvSpPr>
        <p:spPr>
          <a:xfrm>
            <a:off x="8277962" y="2072657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71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AAFA91E-F532-F499-9491-ACD0426443FE}"/>
              </a:ext>
            </a:extLst>
          </p:cNvPr>
          <p:cNvSpPr txBox="1"/>
          <p:nvPr/>
        </p:nvSpPr>
        <p:spPr>
          <a:xfrm>
            <a:off x="1452785" y="1506730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*2 Sep 25- 1-1- NPs-400 um-negative-005.tdc - Ions 400µm 47655321 cts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3891D12-A4FF-CB3B-47DA-500EDDB0824B}"/>
              </a:ext>
            </a:extLst>
          </p:cNvPr>
          <p:cNvSpPr txBox="1"/>
          <p:nvPr/>
        </p:nvSpPr>
        <p:spPr>
          <a:xfrm>
            <a:off x="1296708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78.80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2590338-1462-CBD9-2167-553C5FC07856}"/>
              </a:ext>
            </a:extLst>
          </p:cNvPr>
          <p:cNvSpPr txBox="1"/>
          <p:nvPr/>
        </p:nvSpPr>
        <p:spPr>
          <a:xfrm>
            <a:off x="3718016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78.85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B96DD50-EF85-00DF-6BF3-3AE5B1E2E2E2}"/>
              </a:ext>
            </a:extLst>
          </p:cNvPr>
          <p:cNvSpPr txBox="1"/>
          <p:nvPr/>
        </p:nvSpPr>
        <p:spPr>
          <a:xfrm>
            <a:off x="6148820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78.90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A7816A8-DC9B-6D72-F26C-AF0091F2C392}"/>
              </a:ext>
            </a:extLst>
          </p:cNvPr>
          <p:cNvSpPr txBox="1"/>
          <p:nvPr/>
        </p:nvSpPr>
        <p:spPr>
          <a:xfrm>
            <a:off x="8570129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78.95</a:t>
            </a: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091A0C3B-713C-8B2D-CFEB-92DDD054C783}"/>
              </a:ext>
            </a:extLst>
          </p:cNvPr>
          <p:cNvSpPr/>
          <p:nvPr/>
        </p:nvSpPr>
        <p:spPr bwMode="auto">
          <a:xfrm>
            <a:off x="1547738" y="3760150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6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2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6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52112" y="0"/>
                </a:lnTo>
                <a:lnTo>
                  <a:pt x="4852112" y="75962"/>
                </a:lnTo>
                <a:lnTo>
                  <a:pt x="4852112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6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2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6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964801A-51BF-7AD4-4376-D1A02C9B6554}"/>
              </a:ext>
            </a:extLst>
          </p:cNvPr>
          <p:cNvSpPr txBox="1"/>
          <p:nvPr/>
        </p:nvSpPr>
        <p:spPr>
          <a:xfrm>
            <a:off x="5968482" y="4016523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EE216263-A73F-2A79-FFD1-0BFBC19886EA}"/>
              </a:ext>
            </a:extLst>
          </p:cNvPr>
          <p:cNvSpPr/>
          <p:nvPr/>
        </p:nvSpPr>
        <p:spPr bwMode="auto">
          <a:xfrm>
            <a:off x="1547738" y="3010019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7466FA8-5157-E1B2-898E-1D3A5CA29D9C}"/>
              </a:ext>
            </a:extLst>
          </p:cNvPr>
          <p:cNvSpPr txBox="1"/>
          <p:nvPr/>
        </p:nvSpPr>
        <p:spPr>
          <a:xfrm>
            <a:off x="1299415" y="3641787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B3A480E-54EE-50C8-4473-ECC9888E7B6D}"/>
              </a:ext>
            </a:extLst>
          </p:cNvPr>
          <p:cNvSpPr txBox="1"/>
          <p:nvPr/>
        </p:nvSpPr>
        <p:spPr>
          <a:xfrm>
            <a:off x="1299415" y="3518348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E80455B-6D7E-D419-319D-B7422F7C87C1}"/>
              </a:ext>
            </a:extLst>
          </p:cNvPr>
          <p:cNvSpPr txBox="1"/>
          <p:nvPr/>
        </p:nvSpPr>
        <p:spPr>
          <a:xfrm>
            <a:off x="1299415" y="3394908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C2819CE-14AF-E16C-8BD7-EA1E13D563EC}"/>
              </a:ext>
            </a:extLst>
          </p:cNvPr>
          <p:cNvSpPr txBox="1"/>
          <p:nvPr/>
        </p:nvSpPr>
        <p:spPr>
          <a:xfrm>
            <a:off x="1299415" y="3280964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0ED755F-B50A-9FB5-074D-8CFDD43B7A85}"/>
              </a:ext>
            </a:extLst>
          </p:cNvPr>
          <p:cNvSpPr txBox="1"/>
          <p:nvPr/>
        </p:nvSpPr>
        <p:spPr>
          <a:xfrm>
            <a:off x="1299415" y="3157525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39D6CE7-6BE7-DADF-D15B-4CC00D3B370D}"/>
              </a:ext>
            </a:extLst>
          </p:cNvPr>
          <p:cNvSpPr txBox="1"/>
          <p:nvPr/>
        </p:nvSpPr>
        <p:spPr>
          <a:xfrm>
            <a:off x="1299415" y="3043581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D23F6E1-99FE-ACE6-BC28-77EDBD9A1228}"/>
              </a:ext>
            </a:extLst>
          </p:cNvPr>
          <p:cNvSpPr txBox="1"/>
          <p:nvPr/>
        </p:nvSpPr>
        <p:spPr>
          <a:xfrm>
            <a:off x="1299415" y="2920142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C15C90CC-9AE1-59AC-4CAB-74E715BC5EB7}"/>
              </a:ext>
            </a:extLst>
          </p:cNvPr>
          <p:cNvSpPr/>
          <p:nvPr/>
        </p:nvSpPr>
        <p:spPr bwMode="auto">
          <a:xfrm>
            <a:off x="1471776" y="3010019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21645"/>
                </a:lnTo>
                <a:lnTo>
                  <a:pt x="28486" y="721645"/>
                </a:lnTo>
                <a:lnTo>
                  <a:pt x="75962" y="721645"/>
                </a:lnTo>
                <a:lnTo>
                  <a:pt x="75962" y="693158"/>
                </a:lnTo>
                <a:lnTo>
                  <a:pt x="28486" y="693158"/>
                </a:lnTo>
                <a:lnTo>
                  <a:pt x="75962" y="693158"/>
                </a:lnTo>
                <a:lnTo>
                  <a:pt x="75962" y="674168"/>
                </a:lnTo>
                <a:lnTo>
                  <a:pt x="28486" y="674168"/>
                </a:lnTo>
                <a:lnTo>
                  <a:pt x="75962" y="674168"/>
                </a:lnTo>
                <a:lnTo>
                  <a:pt x="75962" y="645682"/>
                </a:lnTo>
                <a:lnTo>
                  <a:pt x="28486" y="645682"/>
                </a:lnTo>
                <a:lnTo>
                  <a:pt x="75962" y="645682"/>
                </a:lnTo>
                <a:lnTo>
                  <a:pt x="75962" y="626691"/>
                </a:lnTo>
                <a:lnTo>
                  <a:pt x="0" y="626691"/>
                </a:lnTo>
                <a:lnTo>
                  <a:pt x="75962" y="626691"/>
                </a:lnTo>
                <a:lnTo>
                  <a:pt x="75962" y="598205"/>
                </a:lnTo>
                <a:lnTo>
                  <a:pt x="28486" y="598205"/>
                </a:lnTo>
                <a:lnTo>
                  <a:pt x="75962" y="598205"/>
                </a:lnTo>
                <a:lnTo>
                  <a:pt x="75962" y="579215"/>
                </a:lnTo>
                <a:lnTo>
                  <a:pt x="28486" y="579215"/>
                </a:lnTo>
                <a:lnTo>
                  <a:pt x="75962" y="579215"/>
                </a:lnTo>
                <a:lnTo>
                  <a:pt x="75962" y="550729"/>
                </a:lnTo>
                <a:lnTo>
                  <a:pt x="28486" y="550729"/>
                </a:lnTo>
                <a:lnTo>
                  <a:pt x="75962" y="550729"/>
                </a:lnTo>
                <a:lnTo>
                  <a:pt x="75962" y="531738"/>
                </a:lnTo>
                <a:lnTo>
                  <a:pt x="28486" y="531738"/>
                </a:lnTo>
                <a:lnTo>
                  <a:pt x="75962" y="531738"/>
                </a:lnTo>
                <a:lnTo>
                  <a:pt x="75962" y="503252"/>
                </a:lnTo>
                <a:lnTo>
                  <a:pt x="0" y="503252"/>
                </a:lnTo>
                <a:lnTo>
                  <a:pt x="75962" y="503252"/>
                </a:lnTo>
                <a:lnTo>
                  <a:pt x="75962" y="484262"/>
                </a:lnTo>
                <a:lnTo>
                  <a:pt x="28486" y="484262"/>
                </a:lnTo>
                <a:lnTo>
                  <a:pt x="75962" y="484262"/>
                </a:lnTo>
                <a:lnTo>
                  <a:pt x="75962" y="455775"/>
                </a:lnTo>
                <a:lnTo>
                  <a:pt x="28486" y="455775"/>
                </a:lnTo>
                <a:lnTo>
                  <a:pt x="75962" y="455775"/>
                </a:lnTo>
                <a:lnTo>
                  <a:pt x="75962" y="436785"/>
                </a:lnTo>
                <a:lnTo>
                  <a:pt x="28486" y="436785"/>
                </a:lnTo>
                <a:lnTo>
                  <a:pt x="75962" y="436785"/>
                </a:lnTo>
                <a:lnTo>
                  <a:pt x="75962" y="408299"/>
                </a:lnTo>
                <a:lnTo>
                  <a:pt x="28486" y="408299"/>
                </a:lnTo>
                <a:lnTo>
                  <a:pt x="75962" y="408299"/>
                </a:lnTo>
                <a:lnTo>
                  <a:pt x="75962" y="389308"/>
                </a:lnTo>
                <a:lnTo>
                  <a:pt x="0" y="389308"/>
                </a:lnTo>
                <a:lnTo>
                  <a:pt x="75962" y="389308"/>
                </a:lnTo>
                <a:lnTo>
                  <a:pt x="75962" y="360822"/>
                </a:lnTo>
                <a:lnTo>
                  <a:pt x="28486" y="360822"/>
                </a:lnTo>
                <a:lnTo>
                  <a:pt x="75962" y="360822"/>
                </a:lnTo>
                <a:lnTo>
                  <a:pt x="75962" y="341831"/>
                </a:lnTo>
                <a:lnTo>
                  <a:pt x="28486" y="341831"/>
                </a:lnTo>
                <a:lnTo>
                  <a:pt x="75962" y="341831"/>
                </a:lnTo>
                <a:lnTo>
                  <a:pt x="75962" y="313346"/>
                </a:lnTo>
                <a:lnTo>
                  <a:pt x="28486" y="313346"/>
                </a:lnTo>
                <a:lnTo>
                  <a:pt x="75962" y="313346"/>
                </a:lnTo>
                <a:lnTo>
                  <a:pt x="75962" y="294355"/>
                </a:lnTo>
                <a:lnTo>
                  <a:pt x="28486" y="294355"/>
                </a:lnTo>
                <a:lnTo>
                  <a:pt x="75962" y="294355"/>
                </a:lnTo>
                <a:lnTo>
                  <a:pt x="75962" y="265869"/>
                </a:lnTo>
                <a:lnTo>
                  <a:pt x="0" y="265869"/>
                </a:lnTo>
                <a:lnTo>
                  <a:pt x="75962" y="265869"/>
                </a:lnTo>
                <a:lnTo>
                  <a:pt x="75962" y="246878"/>
                </a:lnTo>
                <a:lnTo>
                  <a:pt x="28486" y="246878"/>
                </a:lnTo>
                <a:lnTo>
                  <a:pt x="75962" y="246878"/>
                </a:lnTo>
                <a:lnTo>
                  <a:pt x="75962" y="218392"/>
                </a:lnTo>
                <a:lnTo>
                  <a:pt x="28486" y="218392"/>
                </a:lnTo>
                <a:lnTo>
                  <a:pt x="75962" y="218392"/>
                </a:lnTo>
                <a:lnTo>
                  <a:pt x="75962" y="199402"/>
                </a:lnTo>
                <a:lnTo>
                  <a:pt x="28486" y="199402"/>
                </a:lnTo>
                <a:lnTo>
                  <a:pt x="75962" y="199402"/>
                </a:lnTo>
                <a:lnTo>
                  <a:pt x="75962" y="170916"/>
                </a:lnTo>
                <a:lnTo>
                  <a:pt x="28486" y="170916"/>
                </a:lnTo>
                <a:lnTo>
                  <a:pt x="75962" y="170916"/>
                </a:lnTo>
                <a:lnTo>
                  <a:pt x="75962" y="151925"/>
                </a:lnTo>
                <a:lnTo>
                  <a:pt x="0" y="151925"/>
                </a:lnTo>
                <a:lnTo>
                  <a:pt x="75962" y="151925"/>
                </a:lnTo>
                <a:lnTo>
                  <a:pt x="75962" y="123439"/>
                </a:lnTo>
                <a:lnTo>
                  <a:pt x="28486" y="123439"/>
                </a:lnTo>
                <a:lnTo>
                  <a:pt x="75962" y="123439"/>
                </a:lnTo>
                <a:lnTo>
                  <a:pt x="75962" y="104448"/>
                </a:lnTo>
                <a:lnTo>
                  <a:pt x="28486" y="104448"/>
                </a:lnTo>
                <a:lnTo>
                  <a:pt x="75962" y="104448"/>
                </a:lnTo>
                <a:lnTo>
                  <a:pt x="75962" y="75962"/>
                </a:lnTo>
                <a:lnTo>
                  <a:pt x="28486" y="75962"/>
                </a:lnTo>
                <a:lnTo>
                  <a:pt x="75962" y="75962"/>
                </a:lnTo>
                <a:lnTo>
                  <a:pt x="75962" y="56972"/>
                </a:lnTo>
                <a:lnTo>
                  <a:pt x="28486" y="56972"/>
                </a:lnTo>
                <a:lnTo>
                  <a:pt x="75962" y="56972"/>
                </a:lnTo>
                <a:lnTo>
                  <a:pt x="75962" y="28486"/>
                </a:lnTo>
                <a:lnTo>
                  <a:pt x="0" y="28486"/>
                </a:lnTo>
                <a:lnTo>
                  <a:pt x="75962" y="28486"/>
                </a:lnTo>
                <a:lnTo>
                  <a:pt x="75962" y="9495"/>
                </a:lnTo>
                <a:lnTo>
                  <a:pt x="28486" y="9495"/>
                </a:lnTo>
                <a:lnTo>
                  <a:pt x="75962" y="9495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39C3B25-DA7B-BA8D-E099-CFDD6D1AD048}"/>
              </a:ext>
            </a:extLst>
          </p:cNvPr>
          <p:cNvSpPr txBox="1"/>
          <p:nvPr/>
        </p:nvSpPr>
        <p:spPr>
          <a:xfrm>
            <a:off x="891253" y="3031947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Counts/1E4</a:t>
            </a: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26DE383F-4C84-1942-16E5-3F89E39D6C01}"/>
              </a:ext>
            </a:extLst>
          </p:cNvPr>
          <p:cNvSpPr/>
          <p:nvPr/>
        </p:nvSpPr>
        <p:spPr bwMode="auto">
          <a:xfrm>
            <a:off x="11251963" y="3010019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F52DD5EE-64EF-02EC-5A80-B3B36CF7E575}"/>
              </a:ext>
            </a:extLst>
          </p:cNvPr>
          <p:cNvSpPr/>
          <p:nvPr/>
        </p:nvSpPr>
        <p:spPr bwMode="auto">
          <a:xfrm>
            <a:off x="1585720" y="3123963"/>
            <a:ext cx="9637758" cy="626692"/>
          </a:xfrm>
          <a:custGeom>
            <a:avLst/>
            <a:gdLst/>
            <a:ahLst/>
            <a:cxnLst/>
            <a:rect l="0" t="0" r="0" b="0"/>
            <a:pathLst>
              <a:path w="9637758" h="626692">
                <a:moveTo>
                  <a:pt x="0" y="626691"/>
                </a:moveTo>
                <a:lnTo>
                  <a:pt x="47476" y="626691"/>
                </a:lnTo>
                <a:lnTo>
                  <a:pt x="85458" y="626691"/>
                </a:lnTo>
                <a:lnTo>
                  <a:pt x="123439" y="626691"/>
                </a:lnTo>
                <a:lnTo>
                  <a:pt x="170916" y="626691"/>
                </a:lnTo>
                <a:lnTo>
                  <a:pt x="208897" y="626691"/>
                </a:lnTo>
                <a:lnTo>
                  <a:pt x="256373" y="626691"/>
                </a:lnTo>
                <a:lnTo>
                  <a:pt x="294355" y="626691"/>
                </a:lnTo>
                <a:lnTo>
                  <a:pt x="341831" y="626691"/>
                </a:lnTo>
                <a:lnTo>
                  <a:pt x="379813" y="626691"/>
                </a:lnTo>
                <a:lnTo>
                  <a:pt x="417794" y="626691"/>
                </a:lnTo>
                <a:lnTo>
                  <a:pt x="465271" y="626691"/>
                </a:lnTo>
                <a:lnTo>
                  <a:pt x="503252" y="626691"/>
                </a:lnTo>
                <a:lnTo>
                  <a:pt x="550729" y="626691"/>
                </a:lnTo>
                <a:lnTo>
                  <a:pt x="588710" y="626691"/>
                </a:lnTo>
                <a:lnTo>
                  <a:pt x="626691" y="626691"/>
                </a:lnTo>
                <a:lnTo>
                  <a:pt x="674168" y="626691"/>
                </a:lnTo>
                <a:lnTo>
                  <a:pt x="712149" y="626691"/>
                </a:lnTo>
                <a:lnTo>
                  <a:pt x="759626" y="626691"/>
                </a:lnTo>
                <a:lnTo>
                  <a:pt x="797607" y="626691"/>
                </a:lnTo>
                <a:lnTo>
                  <a:pt x="835588" y="626691"/>
                </a:lnTo>
                <a:lnTo>
                  <a:pt x="883065" y="626691"/>
                </a:lnTo>
                <a:lnTo>
                  <a:pt x="921046" y="626691"/>
                </a:lnTo>
                <a:lnTo>
                  <a:pt x="968523" y="626691"/>
                </a:lnTo>
                <a:lnTo>
                  <a:pt x="1006504" y="626691"/>
                </a:lnTo>
                <a:lnTo>
                  <a:pt x="1044486" y="626691"/>
                </a:lnTo>
                <a:lnTo>
                  <a:pt x="1091962" y="626691"/>
                </a:lnTo>
                <a:lnTo>
                  <a:pt x="1129944" y="626691"/>
                </a:lnTo>
                <a:lnTo>
                  <a:pt x="1177420" y="626691"/>
                </a:lnTo>
                <a:lnTo>
                  <a:pt x="1215401" y="626691"/>
                </a:lnTo>
                <a:lnTo>
                  <a:pt x="1262878" y="626691"/>
                </a:lnTo>
                <a:lnTo>
                  <a:pt x="1300859" y="626691"/>
                </a:lnTo>
                <a:lnTo>
                  <a:pt x="1338841" y="626691"/>
                </a:lnTo>
                <a:lnTo>
                  <a:pt x="1386317" y="626691"/>
                </a:lnTo>
                <a:lnTo>
                  <a:pt x="1424299" y="626691"/>
                </a:lnTo>
                <a:lnTo>
                  <a:pt x="1471775" y="626691"/>
                </a:lnTo>
                <a:lnTo>
                  <a:pt x="1509757" y="626691"/>
                </a:lnTo>
                <a:lnTo>
                  <a:pt x="1547738" y="626691"/>
                </a:lnTo>
                <a:lnTo>
                  <a:pt x="1595215" y="626691"/>
                </a:lnTo>
                <a:lnTo>
                  <a:pt x="1633196" y="626691"/>
                </a:lnTo>
                <a:lnTo>
                  <a:pt x="1680672" y="626691"/>
                </a:lnTo>
                <a:lnTo>
                  <a:pt x="1718654" y="626691"/>
                </a:lnTo>
                <a:lnTo>
                  <a:pt x="1756635" y="626691"/>
                </a:lnTo>
                <a:lnTo>
                  <a:pt x="1804112" y="626691"/>
                </a:lnTo>
                <a:lnTo>
                  <a:pt x="1842093" y="626691"/>
                </a:lnTo>
                <a:lnTo>
                  <a:pt x="1889570" y="626691"/>
                </a:lnTo>
                <a:lnTo>
                  <a:pt x="1927551" y="626691"/>
                </a:lnTo>
                <a:lnTo>
                  <a:pt x="1965532" y="626691"/>
                </a:lnTo>
                <a:lnTo>
                  <a:pt x="2013009" y="626691"/>
                </a:lnTo>
                <a:lnTo>
                  <a:pt x="2050990" y="626691"/>
                </a:lnTo>
                <a:lnTo>
                  <a:pt x="2098467" y="626691"/>
                </a:lnTo>
                <a:lnTo>
                  <a:pt x="2136448" y="626691"/>
                </a:lnTo>
                <a:lnTo>
                  <a:pt x="2183925" y="626691"/>
                </a:lnTo>
                <a:lnTo>
                  <a:pt x="2221906" y="626691"/>
                </a:lnTo>
                <a:lnTo>
                  <a:pt x="2259888" y="626691"/>
                </a:lnTo>
                <a:lnTo>
                  <a:pt x="2307364" y="626691"/>
                </a:lnTo>
                <a:lnTo>
                  <a:pt x="2345345" y="626691"/>
                </a:lnTo>
                <a:lnTo>
                  <a:pt x="2392822" y="626691"/>
                </a:lnTo>
                <a:lnTo>
                  <a:pt x="2430803" y="626691"/>
                </a:lnTo>
                <a:lnTo>
                  <a:pt x="2468785" y="626691"/>
                </a:lnTo>
                <a:lnTo>
                  <a:pt x="2516261" y="626691"/>
                </a:lnTo>
                <a:lnTo>
                  <a:pt x="2554243" y="626691"/>
                </a:lnTo>
                <a:lnTo>
                  <a:pt x="2601719" y="626691"/>
                </a:lnTo>
                <a:lnTo>
                  <a:pt x="2639701" y="626691"/>
                </a:lnTo>
                <a:lnTo>
                  <a:pt x="2677682" y="626691"/>
                </a:lnTo>
                <a:lnTo>
                  <a:pt x="2725159" y="626691"/>
                </a:lnTo>
                <a:lnTo>
                  <a:pt x="2763140" y="626691"/>
                </a:lnTo>
                <a:lnTo>
                  <a:pt x="2810617" y="617196"/>
                </a:lnTo>
                <a:lnTo>
                  <a:pt x="2848598" y="617196"/>
                </a:lnTo>
                <a:lnTo>
                  <a:pt x="2886579" y="617196"/>
                </a:lnTo>
                <a:lnTo>
                  <a:pt x="2934056" y="617196"/>
                </a:lnTo>
                <a:lnTo>
                  <a:pt x="2972037" y="617196"/>
                </a:lnTo>
                <a:lnTo>
                  <a:pt x="3019514" y="617196"/>
                </a:lnTo>
                <a:lnTo>
                  <a:pt x="3057495" y="617196"/>
                </a:lnTo>
                <a:lnTo>
                  <a:pt x="3104972" y="617196"/>
                </a:lnTo>
                <a:lnTo>
                  <a:pt x="3142953" y="617196"/>
                </a:lnTo>
                <a:lnTo>
                  <a:pt x="3180934" y="617196"/>
                </a:lnTo>
                <a:lnTo>
                  <a:pt x="3228411" y="617196"/>
                </a:lnTo>
                <a:lnTo>
                  <a:pt x="3266392" y="617196"/>
                </a:lnTo>
                <a:lnTo>
                  <a:pt x="3313869" y="617196"/>
                </a:lnTo>
                <a:lnTo>
                  <a:pt x="3351850" y="617196"/>
                </a:lnTo>
                <a:lnTo>
                  <a:pt x="3389831" y="617196"/>
                </a:lnTo>
                <a:lnTo>
                  <a:pt x="3437308" y="617196"/>
                </a:lnTo>
                <a:lnTo>
                  <a:pt x="3475289" y="607701"/>
                </a:lnTo>
                <a:lnTo>
                  <a:pt x="3522766" y="607701"/>
                </a:lnTo>
                <a:lnTo>
                  <a:pt x="3560747" y="607701"/>
                </a:lnTo>
                <a:lnTo>
                  <a:pt x="3598729" y="607701"/>
                </a:lnTo>
                <a:lnTo>
                  <a:pt x="3646205" y="607701"/>
                </a:lnTo>
                <a:lnTo>
                  <a:pt x="3684187" y="598205"/>
                </a:lnTo>
                <a:lnTo>
                  <a:pt x="3731663" y="598205"/>
                </a:lnTo>
                <a:lnTo>
                  <a:pt x="3769645" y="598205"/>
                </a:lnTo>
                <a:lnTo>
                  <a:pt x="3817121" y="588710"/>
                </a:lnTo>
                <a:lnTo>
                  <a:pt x="3855103" y="588710"/>
                </a:lnTo>
                <a:lnTo>
                  <a:pt x="3893084" y="579214"/>
                </a:lnTo>
                <a:lnTo>
                  <a:pt x="3940561" y="569719"/>
                </a:lnTo>
                <a:lnTo>
                  <a:pt x="3978542" y="560224"/>
                </a:lnTo>
                <a:lnTo>
                  <a:pt x="4026018" y="550729"/>
                </a:lnTo>
                <a:lnTo>
                  <a:pt x="4064000" y="541233"/>
                </a:lnTo>
                <a:lnTo>
                  <a:pt x="4101981" y="531738"/>
                </a:lnTo>
                <a:lnTo>
                  <a:pt x="4149458" y="512747"/>
                </a:lnTo>
                <a:lnTo>
                  <a:pt x="4187439" y="493757"/>
                </a:lnTo>
                <a:lnTo>
                  <a:pt x="4234916" y="484261"/>
                </a:lnTo>
                <a:lnTo>
                  <a:pt x="4272897" y="465271"/>
                </a:lnTo>
                <a:lnTo>
                  <a:pt x="4310878" y="446280"/>
                </a:lnTo>
                <a:lnTo>
                  <a:pt x="4358355" y="427289"/>
                </a:lnTo>
                <a:lnTo>
                  <a:pt x="4396336" y="398803"/>
                </a:lnTo>
                <a:lnTo>
                  <a:pt x="4443813" y="379813"/>
                </a:lnTo>
                <a:lnTo>
                  <a:pt x="4481794" y="351327"/>
                </a:lnTo>
                <a:lnTo>
                  <a:pt x="4519776" y="322841"/>
                </a:lnTo>
                <a:lnTo>
                  <a:pt x="4567252" y="294355"/>
                </a:lnTo>
                <a:lnTo>
                  <a:pt x="4605234" y="265869"/>
                </a:lnTo>
                <a:lnTo>
                  <a:pt x="4652710" y="237383"/>
                </a:lnTo>
                <a:lnTo>
                  <a:pt x="4690691" y="208897"/>
                </a:lnTo>
                <a:lnTo>
                  <a:pt x="4738168" y="180411"/>
                </a:lnTo>
                <a:lnTo>
                  <a:pt x="4776149" y="161420"/>
                </a:lnTo>
                <a:lnTo>
                  <a:pt x="4814130" y="132934"/>
                </a:lnTo>
                <a:lnTo>
                  <a:pt x="4861607" y="104448"/>
                </a:lnTo>
                <a:lnTo>
                  <a:pt x="4899588" y="85458"/>
                </a:lnTo>
                <a:lnTo>
                  <a:pt x="4947065" y="66467"/>
                </a:lnTo>
                <a:lnTo>
                  <a:pt x="4985046" y="47476"/>
                </a:lnTo>
                <a:lnTo>
                  <a:pt x="5023028" y="37981"/>
                </a:lnTo>
                <a:lnTo>
                  <a:pt x="5070505" y="28486"/>
                </a:lnTo>
                <a:lnTo>
                  <a:pt x="5108486" y="18990"/>
                </a:lnTo>
                <a:lnTo>
                  <a:pt x="5155962" y="9495"/>
                </a:lnTo>
                <a:lnTo>
                  <a:pt x="5193944" y="0"/>
                </a:lnTo>
                <a:lnTo>
                  <a:pt x="5231925" y="9495"/>
                </a:lnTo>
                <a:lnTo>
                  <a:pt x="5279401" y="9495"/>
                </a:lnTo>
                <a:lnTo>
                  <a:pt x="5317383" y="0"/>
                </a:lnTo>
                <a:lnTo>
                  <a:pt x="5364860" y="9495"/>
                </a:lnTo>
                <a:lnTo>
                  <a:pt x="5402841" y="18990"/>
                </a:lnTo>
                <a:lnTo>
                  <a:pt x="5450317" y="28486"/>
                </a:lnTo>
                <a:lnTo>
                  <a:pt x="5488299" y="47476"/>
                </a:lnTo>
                <a:lnTo>
                  <a:pt x="5526280" y="56972"/>
                </a:lnTo>
                <a:lnTo>
                  <a:pt x="5573757" y="66467"/>
                </a:lnTo>
                <a:lnTo>
                  <a:pt x="5611738" y="85458"/>
                </a:lnTo>
                <a:lnTo>
                  <a:pt x="5659215" y="94953"/>
                </a:lnTo>
                <a:lnTo>
                  <a:pt x="5697196" y="113944"/>
                </a:lnTo>
                <a:lnTo>
                  <a:pt x="5735177" y="123439"/>
                </a:lnTo>
                <a:lnTo>
                  <a:pt x="5782654" y="151925"/>
                </a:lnTo>
                <a:lnTo>
                  <a:pt x="5820636" y="170916"/>
                </a:lnTo>
                <a:lnTo>
                  <a:pt x="5868112" y="189906"/>
                </a:lnTo>
                <a:lnTo>
                  <a:pt x="5906093" y="208897"/>
                </a:lnTo>
                <a:lnTo>
                  <a:pt x="5944075" y="227887"/>
                </a:lnTo>
                <a:lnTo>
                  <a:pt x="5991551" y="237383"/>
                </a:lnTo>
                <a:lnTo>
                  <a:pt x="6029532" y="256374"/>
                </a:lnTo>
                <a:lnTo>
                  <a:pt x="6077009" y="275364"/>
                </a:lnTo>
                <a:lnTo>
                  <a:pt x="6114991" y="284860"/>
                </a:lnTo>
                <a:lnTo>
                  <a:pt x="6162467" y="303850"/>
                </a:lnTo>
                <a:lnTo>
                  <a:pt x="6200448" y="322841"/>
                </a:lnTo>
                <a:lnTo>
                  <a:pt x="6238430" y="332336"/>
                </a:lnTo>
                <a:lnTo>
                  <a:pt x="6285907" y="351327"/>
                </a:lnTo>
                <a:lnTo>
                  <a:pt x="6323888" y="360822"/>
                </a:lnTo>
                <a:lnTo>
                  <a:pt x="6371364" y="370318"/>
                </a:lnTo>
                <a:lnTo>
                  <a:pt x="6409345" y="389308"/>
                </a:lnTo>
                <a:lnTo>
                  <a:pt x="6447327" y="398803"/>
                </a:lnTo>
                <a:lnTo>
                  <a:pt x="6494804" y="408299"/>
                </a:lnTo>
                <a:lnTo>
                  <a:pt x="6532785" y="417794"/>
                </a:lnTo>
                <a:lnTo>
                  <a:pt x="6580261" y="427289"/>
                </a:lnTo>
                <a:lnTo>
                  <a:pt x="6618243" y="436785"/>
                </a:lnTo>
                <a:lnTo>
                  <a:pt x="6656224" y="446280"/>
                </a:lnTo>
                <a:lnTo>
                  <a:pt x="6703700" y="455775"/>
                </a:lnTo>
                <a:lnTo>
                  <a:pt x="6741682" y="465271"/>
                </a:lnTo>
                <a:lnTo>
                  <a:pt x="6789159" y="474766"/>
                </a:lnTo>
                <a:lnTo>
                  <a:pt x="6827140" y="484261"/>
                </a:lnTo>
                <a:lnTo>
                  <a:pt x="6874616" y="493757"/>
                </a:lnTo>
                <a:lnTo>
                  <a:pt x="6912598" y="493757"/>
                </a:lnTo>
                <a:lnTo>
                  <a:pt x="6950579" y="503252"/>
                </a:lnTo>
                <a:lnTo>
                  <a:pt x="6998056" y="503252"/>
                </a:lnTo>
                <a:lnTo>
                  <a:pt x="7036037" y="512747"/>
                </a:lnTo>
                <a:lnTo>
                  <a:pt x="7083514" y="522243"/>
                </a:lnTo>
                <a:lnTo>
                  <a:pt x="7121495" y="522243"/>
                </a:lnTo>
                <a:lnTo>
                  <a:pt x="7159476" y="531738"/>
                </a:lnTo>
                <a:lnTo>
                  <a:pt x="7206953" y="531738"/>
                </a:lnTo>
                <a:lnTo>
                  <a:pt x="7244934" y="541233"/>
                </a:lnTo>
                <a:lnTo>
                  <a:pt x="7292411" y="541233"/>
                </a:lnTo>
                <a:lnTo>
                  <a:pt x="7330392" y="541233"/>
                </a:lnTo>
                <a:lnTo>
                  <a:pt x="7368374" y="550729"/>
                </a:lnTo>
                <a:lnTo>
                  <a:pt x="7415850" y="550729"/>
                </a:lnTo>
                <a:lnTo>
                  <a:pt x="7453831" y="550729"/>
                </a:lnTo>
                <a:lnTo>
                  <a:pt x="7501308" y="560224"/>
                </a:lnTo>
                <a:lnTo>
                  <a:pt x="7539290" y="560224"/>
                </a:lnTo>
                <a:lnTo>
                  <a:pt x="7586766" y="560224"/>
                </a:lnTo>
                <a:lnTo>
                  <a:pt x="7624747" y="569719"/>
                </a:lnTo>
                <a:lnTo>
                  <a:pt x="7662729" y="569719"/>
                </a:lnTo>
                <a:lnTo>
                  <a:pt x="7710206" y="569719"/>
                </a:lnTo>
                <a:lnTo>
                  <a:pt x="7748187" y="569719"/>
                </a:lnTo>
                <a:lnTo>
                  <a:pt x="7795663" y="569719"/>
                </a:lnTo>
                <a:lnTo>
                  <a:pt x="7833645" y="569719"/>
                </a:lnTo>
                <a:lnTo>
                  <a:pt x="7871626" y="579214"/>
                </a:lnTo>
                <a:lnTo>
                  <a:pt x="7919103" y="579214"/>
                </a:lnTo>
                <a:lnTo>
                  <a:pt x="7957084" y="579214"/>
                </a:lnTo>
                <a:lnTo>
                  <a:pt x="8004561" y="579214"/>
                </a:lnTo>
                <a:lnTo>
                  <a:pt x="8042542" y="579214"/>
                </a:lnTo>
                <a:lnTo>
                  <a:pt x="8080523" y="588710"/>
                </a:lnTo>
                <a:lnTo>
                  <a:pt x="8127999" y="588710"/>
                </a:lnTo>
                <a:lnTo>
                  <a:pt x="8165981" y="588710"/>
                </a:lnTo>
                <a:lnTo>
                  <a:pt x="8213458" y="588710"/>
                </a:lnTo>
                <a:lnTo>
                  <a:pt x="8251439" y="588710"/>
                </a:lnTo>
                <a:lnTo>
                  <a:pt x="8298915" y="588710"/>
                </a:lnTo>
                <a:lnTo>
                  <a:pt x="8336897" y="588710"/>
                </a:lnTo>
                <a:lnTo>
                  <a:pt x="8374878" y="588710"/>
                </a:lnTo>
                <a:lnTo>
                  <a:pt x="8422355" y="598205"/>
                </a:lnTo>
                <a:lnTo>
                  <a:pt x="8460337" y="598205"/>
                </a:lnTo>
                <a:lnTo>
                  <a:pt x="8507813" y="598205"/>
                </a:lnTo>
                <a:lnTo>
                  <a:pt x="8545794" y="598205"/>
                </a:lnTo>
                <a:lnTo>
                  <a:pt x="8583776" y="598205"/>
                </a:lnTo>
                <a:lnTo>
                  <a:pt x="8631252" y="598205"/>
                </a:lnTo>
                <a:lnTo>
                  <a:pt x="8669233" y="598205"/>
                </a:lnTo>
                <a:lnTo>
                  <a:pt x="8716710" y="598205"/>
                </a:lnTo>
                <a:lnTo>
                  <a:pt x="8754691" y="598205"/>
                </a:lnTo>
                <a:lnTo>
                  <a:pt x="8802168" y="598205"/>
                </a:lnTo>
                <a:lnTo>
                  <a:pt x="8840149" y="598205"/>
                </a:lnTo>
                <a:lnTo>
                  <a:pt x="8878130" y="607701"/>
                </a:lnTo>
                <a:lnTo>
                  <a:pt x="8925607" y="607701"/>
                </a:lnTo>
                <a:lnTo>
                  <a:pt x="8963589" y="607701"/>
                </a:lnTo>
                <a:lnTo>
                  <a:pt x="9011065" y="607701"/>
                </a:lnTo>
                <a:lnTo>
                  <a:pt x="9049046" y="607701"/>
                </a:lnTo>
                <a:lnTo>
                  <a:pt x="9087028" y="607701"/>
                </a:lnTo>
                <a:lnTo>
                  <a:pt x="9134505" y="607701"/>
                </a:lnTo>
                <a:lnTo>
                  <a:pt x="9172486" y="607701"/>
                </a:lnTo>
                <a:lnTo>
                  <a:pt x="9219962" y="607701"/>
                </a:lnTo>
                <a:lnTo>
                  <a:pt x="9257944" y="607701"/>
                </a:lnTo>
                <a:lnTo>
                  <a:pt x="9295925" y="607701"/>
                </a:lnTo>
                <a:lnTo>
                  <a:pt x="9343402" y="607701"/>
                </a:lnTo>
                <a:lnTo>
                  <a:pt x="9381383" y="607701"/>
                </a:lnTo>
                <a:lnTo>
                  <a:pt x="9428860" y="607701"/>
                </a:lnTo>
                <a:lnTo>
                  <a:pt x="9466841" y="607701"/>
                </a:lnTo>
                <a:lnTo>
                  <a:pt x="9514318" y="607701"/>
                </a:lnTo>
                <a:lnTo>
                  <a:pt x="9552299" y="607701"/>
                </a:lnTo>
                <a:lnTo>
                  <a:pt x="9590280" y="617196"/>
                </a:lnTo>
                <a:lnTo>
                  <a:pt x="9637757" y="607701"/>
                </a:lnTo>
              </a:path>
            </a:pathLst>
          </a:custGeom>
          <a:noFill/>
          <a:ln w="12700" cap="flat" cmpd="sng" algn="ctr">
            <a:solidFill>
              <a:srgbClr val="80008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50081E4-10A4-E084-B345-13310BC448E2}"/>
              </a:ext>
            </a:extLst>
          </p:cNvPr>
          <p:cNvSpPr txBox="1"/>
          <p:nvPr/>
        </p:nvSpPr>
        <p:spPr>
          <a:xfrm>
            <a:off x="1452785" y="2893048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*2 Sep 25- 1-1- NPs-400 um-negative-005.tdc - Ions 400µm 47655321 cts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22DE5BA-88CA-4257-C1D8-BAF0D9B5AD2D}"/>
              </a:ext>
            </a:extLst>
          </p:cNvPr>
          <p:cNvSpPr txBox="1"/>
          <p:nvPr/>
        </p:nvSpPr>
        <p:spPr>
          <a:xfrm>
            <a:off x="1336722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DA589D2-AB0A-44F7-3A05-C741F339FF58}"/>
              </a:ext>
            </a:extLst>
          </p:cNvPr>
          <p:cNvSpPr txBox="1"/>
          <p:nvPr/>
        </p:nvSpPr>
        <p:spPr>
          <a:xfrm>
            <a:off x="3758030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80C5F6A-FC53-769B-163F-E3341C1398DF}"/>
              </a:ext>
            </a:extLst>
          </p:cNvPr>
          <p:cNvSpPr txBox="1"/>
          <p:nvPr/>
        </p:nvSpPr>
        <p:spPr>
          <a:xfrm>
            <a:off x="6179339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4DFF942-0F38-28B0-7023-D81241007364}"/>
              </a:ext>
            </a:extLst>
          </p:cNvPr>
          <p:cNvSpPr txBox="1"/>
          <p:nvPr/>
        </p:nvSpPr>
        <p:spPr>
          <a:xfrm>
            <a:off x="8610143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91.5</a:t>
            </a:r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2873C3C7-CBD3-D117-9C23-8E999CE50B75}"/>
              </a:ext>
            </a:extLst>
          </p:cNvPr>
          <p:cNvSpPr/>
          <p:nvPr/>
        </p:nvSpPr>
        <p:spPr bwMode="auto">
          <a:xfrm>
            <a:off x="1547738" y="5146467"/>
            <a:ext cx="9713721" cy="75964"/>
          </a:xfrm>
          <a:custGeom>
            <a:avLst/>
            <a:gdLst/>
            <a:ahLst/>
            <a:cxnLst/>
            <a:rect l="0" t="0" r="0" b="0"/>
            <a:pathLst>
              <a:path w="9713721" h="75964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3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7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7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7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7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3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7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7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7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7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75963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7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7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7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7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3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7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7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7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7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3F6A2D6-0953-35FA-29F8-0619F279750F}"/>
              </a:ext>
            </a:extLst>
          </p:cNvPr>
          <p:cNvSpPr txBox="1"/>
          <p:nvPr/>
        </p:nvSpPr>
        <p:spPr>
          <a:xfrm>
            <a:off x="5968482" y="5402841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8332D9BC-6998-80AD-1AFF-5AE14858216F}"/>
              </a:ext>
            </a:extLst>
          </p:cNvPr>
          <p:cNvSpPr/>
          <p:nvPr/>
        </p:nvSpPr>
        <p:spPr bwMode="auto">
          <a:xfrm>
            <a:off x="1547738" y="4396336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CA04D63-C823-E5BB-EDE9-85B5B5AA01B7}"/>
              </a:ext>
            </a:extLst>
          </p:cNvPr>
          <p:cNvSpPr txBox="1"/>
          <p:nvPr/>
        </p:nvSpPr>
        <p:spPr>
          <a:xfrm>
            <a:off x="1299415" y="5028104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FCA622B-E6FE-CBC5-6D5D-EB8ABADE5A30}"/>
              </a:ext>
            </a:extLst>
          </p:cNvPr>
          <p:cNvSpPr txBox="1"/>
          <p:nvPr/>
        </p:nvSpPr>
        <p:spPr>
          <a:xfrm>
            <a:off x="1299415" y="4857189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08A981B-E396-4F3E-BF9E-CA19BD3DE89C}"/>
              </a:ext>
            </a:extLst>
          </p:cNvPr>
          <p:cNvSpPr txBox="1"/>
          <p:nvPr/>
        </p:nvSpPr>
        <p:spPr>
          <a:xfrm>
            <a:off x="1299415" y="4686273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3D95EC9-2161-1020-A03B-AE5A367AFC3C}"/>
              </a:ext>
            </a:extLst>
          </p:cNvPr>
          <p:cNvSpPr txBox="1"/>
          <p:nvPr/>
        </p:nvSpPr>
        <p:spPr>
          <a:xfrm>
            <a:off x="1299415" y="4515357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1F5E42F-FB51-5E1F-BA6E-28F6C470B695}"/>
              </a:ext>
            </a:extLst>
          </p:cNvPr>
          <p:cNvSpPr txBox="1"/>
          <p:nvPr/>
        </p:nvSpPr>
        <p:spPr>
          <a:xfrm>
            <a:off x="1299415" y="4353936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70F8A7CD-B748-F8A6-12EE-68165CD2DD3C}"/>
              </a:ext>
            </a:extLst>
          </p:cNvPr>
          <p:cNvSpPr/>
          <p:nvPr/>
        </p:nvSpPr>
        <p:spPr bwMode="auto">
          <a:xfrm>
            <a:off x="1471776" y="4396336"/>
            <a:ext cx="75963" cy="759628"/>
          </a:xfrm>
          <a:custGeom>
            <a:avLst/>
            <a:gdLst/>
            <a:ahLst/>
            <a:cxnLst/>
            <a:rect l="0" t="0" r="0" b="0"/>
            <a:pathLst>
              <a:path w="75963" h="759628">
                <a:moveTo>
                  <a:pt x="75962" y="0"/>
                </a:moveTo>
                <a:lnTo>
                  <a:pt x="75962" y="759627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12150"/>
                </a:lnTo>
                <a:lnTo>
                  <a:pt x="28486" y="712150"/>
                </a:lnTo>
                <a:lnTo>
                  <a:pt x="75962" y="712150"/>
                </a:lnTo>
                <a:lnTo>
                  <a:pt x="75962" y="674169"/>
                </a:lnTo>
                <a:lnTo>
                  <a:pt x="28486" y="674169"/>
                </a:lnTo>
                <a:lnTo>
                  <a:pt x="75962" y="674169"/>
                </a:lnTo>
                <a:lnTo>
                  <a:pt x="75962" y="645683"/>
                </a:lnTo>
                <a:lnTo>
                  <a:pt x="28486" y="645683"/>
                </a:lnTo>
                <a:lnTo>
                  <a:pt x="75962" y="645683"/>
                </a:lnTo>
                <a:lnTo>
                  <a:pt x="75962" y="607702"/>
                </a:lnTo>
                <a:lnTo>
                  <a:pt x="28486" y="607702"/>
                </a:lnTo>
                <a:lnTo>
                  <a:pt x="75962" y="607702"/>
                </a:lnTo>
                <a:lnTo>
                  <a:pt x="75962" y="579215"/>
                </a:lnTo>
                <a:lnTo>
                  <a:pt x="0" y="579215"/>
                </a:lnTo>
                <a:lnTo>
                  <a:pt x="75962" y="579215"/>
                </a:lnTo>
                <a:lnTo>
                  <a:pt x="75962" y="541234"/>
                </a:lnTo>
                <a:lnTo>
                  <a:pt x="28486" y="541234"/>
                </a:lnTo>
                <a:lnTo>
                  <a:pt x="75962" y="541234"/>
                </a:lnTo>
                <a:lnTo>
                  <a:pt x="75962" y="512748"/>
                </a:lnTo>
                <a:lnTo>
                  <a:pt x="28486" y="512748"/>
                </a:lnTo>
                <a:lnTo>
                  <a:pt x="75962" y="512748"/>
                </a:lnTo>
                <a:lnTo>
                  <a:pt x="75962" y="474767"/>
                </a:lnTo>
                <a:lnTo>
                  <a:pt x="28486" y="474767"/>
                </a:lnTo>
                <a:lnTo>
                  <a:pt x="75962" y="474767"/>
                </a:lnTo>
                <a:lnTo>
                  <a:pt x="75962" y="446281"/>
                </a:lnTo>
                <a:lnTo>
                  <a:pt x="28486" y="446281"/>
                </a:lnTo>
                <a:lnTo>
                  <a:pt x="75962" y="446281"/>
                </a:lnTo>
                <a:lnTo>
                  <a:pt x="75962" y="408299"/>
                </a:lnTo>
                <a:lnTo>
                  <a:pt x="0" y="408299"/>
                </a:lnTo>
                <a:lnTo>
                  <a:pt x="75962" y="408299"/>
                </a:lnTo>
                <a:lnTo>
                  <a:pt x="75962" y="379814"/>
                </a:lnTo>
                <a:lnTo>
                  <a:pt x="28486" y="379814"/>
                </a:lnTo>
                <a:lnTo>
                  <a:pt x="75962" y="379814"/>
                </a:lnTo>
                <a:lnTo>
                  <a:pt x="75962" y="341832"/>
                </a:lnTo>
                <a:lnTo>
                  <a:pt x="28486" y="341832"/>
                </a:lnTo>
                <a:lnTo>
                  <a:pt x="75962" y="341832"/>
                </a:lnTo>
                <a:lnTo>
                  <a:pt x="75962" y="303851"/>
                </a:lnTo>
                <a:lnTo>
                  <a:pt x="28486" y="303851"/>
                </a:lnTo>
                <a:lnTo>
                  <a:pt x="75962" y="303851"/>
                </a:lnTo>
                <a:lnTo>
                  <a:pt x="75962" y="275365"/>
                </a:lnTo>
                <a:lnTo>
                  <a:pt x="28486" y="275365"/>
                </a:lnTo>
                <a:lnTo>
                  <a:pt x="75962" y="275365"/>
                </a:lnTo>
                <a:lnTo>
                  <a:pt x="75962" y="237383"/>
                </a:lnTo>
                <a:lnTo>
                  <a:pt x="0" y="237383"/>
                </a:lnTo>
                <a:lnTo>
                  <a:pt x="75962" y="237383"/>
                </a:lnTo>
                <a:lnTo>
                  <a:pt x="75962" y="208898"/>
                </a:lnTo>
                <a:lnTo>
                  <a:pt x="28486" y="208898"/>
                </a:lnTo>
                <a:lnTo>
                  <a:pt x="75962" y="208898"/>
                </a:lnTo>
                <a:lnTo>
                  <a:pt x="75962" y="170916"/>
                </a:lnTo>
                <a:lnTo>
                  <a:pt x="28486" y="170916"/>
                </a:lnTo>
                <a:lnTo>
                  <a:pt x="75962" y="170916"/>
                </a:lnTo>
                <a:lnTo>
                  <a:pt x="75962" y="142430"/>
                </a:lnTo>
                <a:lnTo>
                  <a:pt x="28486" y="142430"/>
                </a:lnTo>
                <a:lnTo>
                  <a:pt x="75962" y="142430"/>
                </a:lnTo>
                <a:lnTo>
                  <a:pt x="75962" y="104449"/>
                </a:lnTo>
                <a:lnTo>
                  <a:pt x="28486" y="104449"/>
                </a:lnTo>
                <a:lnTo>
                  <a:pt x="75962" y="104449"/>
                </a:lnTo>
                <a:lnTo>
                  <a:pt x="75962" y="75963"/>
                </a:lnTo>
                <a:lnTo>
                  <a:pt x="0" y="75963"/>
                </a:lnTo>
                <a:lnTo>
                  <a:pt x="75962" y="75963"/>
                </a:lnTo>
                <a:lnTo>
                  <a:pt x="75962" y="37982"/>
                </a:lnTo>
                <a:lnTo>
                  <a:pt x="28486" y="37982"/>
                </a:lnTo>
                <a:lnTo>
                  <a:pt x="75962" y="37982"/>
                </a:lnTo>
                <a:lnTo>
                  <a:pt x="75962" y="9496"/>
                </a:lnTo>
                <a:lnTo>
                  <a:pt x="28486" y="9496"/>
                </a:lnTo>
                <a:lnTo>
                  <a:pt x="75962" y="9496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FB4018A-116B-8F7A-20DF-0425DB8A0902}"/>
              </a:ext>
            </a:extLst>
          </p:cNvPr>
          <p:cNvSpPr txBox="1"/>
          <p:nvPr/>
        </p:nvSpPr>
        <p:spPr>
          <a:xfrm>
            <a:off x="891253" y="4418265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Counts/1E3</a:t>
            </a:r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11F89EA0-76CF-EE16-4D80-9F0C1AE33A74}"/>
              </a:ext>
            </a:extLst>
          </p:cNvPr>
          <p:cNvSpPr/>
          <p:nvPr/>
        </p:nvSpPr>
        <p:spPr bwMode="auto">
          <a:xfrm>
            <a:off x="11251963" y="4396336"/>
            <a:ext cx="1" cy="759628"/>
          </a:xfrm>
          <a:custGeom>
            <a:avLst/>
            <a:gdLst/>
            <a:ahLst/>
            <a:cxnLst/>
            <a:rect l="0" t="0" r="0" b="0"/>
            <a:pathLst>
              <a:path w="1" h="759628">
                <a:moveTo>
                  <a:pt x="0" y="0"/>
                </a:moveTo>
                <a:lnTo>
                  <a:pt x="0" y="759627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5A566515-E5D6-29E5-B530-58AE4F40D059}"/>
              </a:ext>
            </a:extLst>
          </p:cNvPr>
          <p:cNvSpPr/>
          <p:nvPr/>
        </p:nvSpPr>
        <p:spPr bwMode="auto">
          <a:xfrm>
            <a:off x="1547738" y="4510281"/>
            <a:ext cx="9694730" cy="617197"/>
          </a:xfrm>
          <a:custGeom>
            <a:avLst/>
            <a:gdLst/>
            <a:ahLst/>
            <a:cxnLst/>
            <a:rect l="0" t="0" r="0" b="0"/>
            <a:pathLst>
              <a:path w="9694730" h="617197">
                <a:moveTo>
                  <a:pt x="0" y="512747"/>
                </a:moveTo>
                <a:lnTo>
                  <a:pt x="9496" y="522242"/>
                </a:lnTo>
                <a:lnTo>
                  <a:pt x="18991" y="531738"/>
                </a:lnTo>
                <a:lnTo>
                  <a:pt x="28486" y="531738"/>
                </a:lnTo>
                <a:lnTo>
                  <a:pt x="37982" y="541233"/>
                </a:lnTo>
                <a:lnTo>
                  <a:pt x="47477" y="541233"/>
                </a:lnTo>
                <a:lnTo>
                  <a:pt x="56972" y="550728"/>
                </a:lnTo>
                <a:lnTo>
                  <a:pt x="66468" y="560224"/>
                </a:lnTo>
                <a:lnTo>
                  <a:pt x="75963" y="560224"/>
                </a:lnTo>
                <a:lnTo>
                  <a:pt x="85458" y="569719"/>
                </a:lnTo>
                <a:lnTo>
                  <a:pt x="94954" y="569719"/>
                </a:lnTo>
                <a:lnTo>
                  <a:pt x="104449" y="579214"/>
                </a:lnTo>
                <a:lnTo>
                  <a:pt x="113944" y="579214"/>
                </a:lnTo>
                <a:lnTo>
                  <a:pt x="123440" y="579214"/>
                </a:lnTo>
                <a:lnTo>
                  <a:pt x="132935" y="579214"/>
                </a:lnTo>
                <a:lnTo>
                  <a:pt x="142430" y="588710"/>
                </a:lnTo>
                <a:lnTo>
                  <a:pt x="151926" y="588710"/>
                </a:lnTo>
                <a:lnTo>
                  <a:pt x="161421" y="588710"/>
                </a:lnTo>
                <a:lnTo>
                  <a:pt x="170916" y="588710"/>
                </a:lnTo>
                <a:lnTo>
                  <a:pt x="180412" y="598205"/>
                </a:lnTo>
                <a:lnTo>
                  <a:pt x="189907" y="598205"/>
                </a:lnTo>
                <a:lnTo>
                  <a:pt x="199402" y="598205"/>
                </a:lnTo>
                <a:lnTo>
                  <a:pt x="208898" y="598205"/>
                </a:lnTo>
                <a:lnTo>
                  <a:pt x="218393" y="598205"/>
                </a:lnTo>
                <a:lnTo>
                  <a:pt x="227888" y="598205"/>
                </a:lnTo>
                <a:lnTo>
                  <a:pt x="237383" y="598205"/>
                </a:lnTo>
                <a:lnTo>
                  <a:pt x="246879" y="607700"/>
                </a:lnTo>
                <a:lnTo>
                  <a:pt x="256374" y="607700"/>
                </a:lnTo>
                <a:lnTo>
                  <a:pt x="265870" y="598205"/>
                </a:lnTo>
                <a:lnTo>
                  <a:pt x="275365" y="607700"/>
                </a:lnTo>
                <a:lnTo>
                  <a:pt x="284860" y="607700"/>
                </a:lnTo>
                <a:lnTo>
                  <a:pt x="294355" y="607700"/>
                </a:lnTo>
                <a:lnTo>
                  <a:pt x="303851" y="607700"/>
                </a:lnTo>
                <a:lnTo>
                  <a:pt x="313346" y="607700"/>
                </a:lnTo>
                <a:lnTo>
                  <a:pt x="322841" y="607700"/>
                </a:lnTo>
                <a:lnTo>
                  <a:pt x="332337" y="607700"/>
                </a:lnTo>
                <a:lnTo>
                  <a:pt x="341832" y="607700"/>
                </a:lnTo>
                <a:lnTo>
                  <a:pt x="351327" y="607700"/>
                </a:lnTo>
                <a:lnTo>
                  <a:pt x="360823" y="607700"/>
                </a:lnTo>
                <a:lnTo>
                  <a:pt x="370318" y="607700"/>
                </a:lnTo>
                <a:lnTo>
                  <a:pt x="379813" y="607700"/>
                </a:lnTo>
                <a:lnTo>
                  <a:pt x="389309" y="607700"/>
                </a:lnTo>
                <a:lnTo>
                  <a:pt x="398804" y="607700"/>
                </a:lnTo>
                <a:lnTo>
                  <a:pt x="408299" y="607700"/>
                </a:lnTo>
                <a:lnTo>
                  <a:pt x="417795" y="607700"/>
                </a:lnTo>
                <a:lnTo>
                  <a:pt x="427290" y="607700"/>
                </a:lnTo>
                <a:lnTo>
                  <a:pt x="436785" y="607700"/>
                </a:lnTo>
                <a:lnTo>
                  <a:pt x="446281" y="607700"/>
                </a:lnTo>
                <a:lnTo>
                  <a:pt x="455776" y="607700"/>
                </a:lnTo>
                <a:lnTo>
                  <a:pt x="465271" y="607700"/>
                </a:lnTo>
                <a:lnTo>
                  <a:pt x="474767" y="607700"/>
                </a:lnTo>
                <a:lnTo>
                  <a:pt x="484262" y="607700"/>
                </a:lnTo>
                <a:lnTo>
                  <a:pt x="493757" y="607700"/>
                </a:lnTo>
                <a:lnTo>
                  <a:pt x="503253" y="607700"/>
                </a:lnTo>
                <a:lnTo>
                  <a:pt x="512748" y="607700"/>
                </a:lnTo>
                <a:lnTo>
                  <a:pt x="522243" y="607700"/>
                </a:lnTo>
                <a:lnTo>
                  <a:pt x="531739" y="607700"/>
                </a:lnTo>
                <a:lnTo>
                  <a:pt x="541234" y="607700"/>
                </a:lnTo>
                <a:lnTo>
                  <a:pt x="550729" y="607700"/>
                </a:lnTo>
                <a:lnTo>
                  <a:pt x="560225" y="607700"/>
                </a:lnTo>
                <a:lnTo>
                  <a:pt x="569720" y="607700"/>
                </a:lnTo>
                <a:lnTo>
                  <a:pt x="579215" y="607700"/>
                </a:lnTo>
                <a:lnTo>
                  <a:pt x="588711" y="607700"/>
                </a:lnTo>
                <a:lnTo>
                  <a:pt x="598206" y="617196"/>
                </a:lnTo>
                <a:lnTo>
                  <a:pt x="607701" y="607700"/>
                </a:lnTo>
                <a:lnTo>
                  <a:pt x="617197" y="607700"/>
                </a:lnTo>
                <a:lnTo>
                  <a:pt x="626692" y="607700"/>
                </a:lnTo>
                <a:lnTo>
                  <a:pt x="636187" y="607700"/>
                </a:lnTo>
                <a:lnTo>
                  <a:pt x="645683" y="607700"/>
                </a:lnTo>
                <a:lnTo>
                  <a:pt x="655178" y="607700"/>
                </a:lnTo>
                <a:lnTo>
                  <a:pt x="664673" y="617196"/>
                </a:lnTo>
                <a:lnTo>
                  <a:pt x="674169" y="607700"/>
                </a:lnTo>
                <a:lnTo>
                  <a:pt x="683664" y="607700"/>
                </a:lnTo>
                <a:lnTo>
                  <a:pt x="693159" y="607700"/>
                </a:lnTo>
                <a:lnTo>
                  <a:pt x="702654" y="607700"/>
                </a:lnTo>
                <a:lnTo>
                  <a:pt x="712150" y="607700"/>
                </a:lnTo>
                <a:lnTo>
                  <a:pt x="721645" y="607700"/>
                </a:lnTo>
                <a:lnTo>
                  <a:pt x="731141" y="607700"/>
                </a:lnTo>
                <a:lnTo>
                  <a:pt x="740636" y="607700"/>
                </a:lnTo>
                <a:lnTo>
                  <a:pt x="750131" y="607700"/>
                </a:lnTo>
                <a:lnTo>
                  <a:pt x="759627" y="607700"/>
                </a:lnTo>
                <a:lnTo>
                  <a:pt x="769122" y="607700"/>
                </a:lnTo>
                <a:lnTo>
                  <a:pt x="778617" y="607700"/>
                </a:lnTo>
                <a:lnTo>
                  <a:pt x="788112" y="607700"/>
                </a:lnTo>
                <a:lnTo>
                  <a:pt x="797608" y="607700"/>
                </a:lnTo>
                <a:lnTo>
                  <a:pt x="807103" y="607700"/>
                </a:lnTo>
                <a:lnTo>
                  <a:pt x="816598" y="607700"/>
                </a:lnTo>
                <a:lnTo>
                  <a:pt x="826094" y="607700"/>
                </a:lnTo>
                <a:lnTo>
                  <a:pt x="835589" y="607700"/>
                </a:lnTo>
                <a:lnTo>
                  <a:pt x="845084" y="607700"/>
                </a:lnTo>
                <a:lnTo>
                  <a:pt x="854580" y="607700"/>
                </a:lnTo>
                <a:lnTo>
                  <a:pt x="864075" y="607700"/>
                </a:lnTo>
                <a:lnTo>
                  <a:pt x="873570" y="607700"/>
                </a:lnTo>
                <a:lnTo>
                  <a:pt x="883066" y="607700"/>
                </a:lnTo>
                <a:lnTo>
                  <a:pt x="892561" y="607700"/>
                </a:lnTo>
                <a:lnTo>
                  <a:pt x="902056" y="607700"/>
                </a:lnTo>
                <a:lnTo>
                  <a:pt x="911552" y="607700"/>
                </a:lnTo>
                <a:lnTo>
                  <a:pt x="921047" y="607700"/>
                </a:lnTo>
                <a:lnTo>
                  <a:pt x="930542" y="607700"/>
                </a:lnTo>
                <a:lnTo>
                  <a:pt x="940038" y="607700"/>
                </a:lnTo>
                <a:lnTo>
                  <a:pt x="949533" y="607700"/>
                </a:lnTo>
                <a:lnTo>
                  <a:pt x="959028" y="607700"/>
                </a:lnTo>
                <a:lnTo>
                  <a:pt x="968524" y="607700"/>
                </a:lnTo>
                <a:lnTo>
                  <a:pt x="978019" y="607700"/>
                </a:lnTo>
                <a:lnTo>
                  <a:pt x="987514" y="607700"/>
                </a:lnTo>
                <a:lnTo>
                  <a:pt x="997010" y="607700"/>
                </a:lnTo>
                <a:lnTo>
                  <a:pt x="1006505" y="607700"/>
                </a:lnTo>
                <a:lnTo>
                  <a:pt x="1016000" y="607700"/>
                </a:lnTo>
                <a:lnTo>
                  <a:pt x="1025496" y="607700"/>
                </a:lnTo>
                <a:lnTo>
                  <a:pt x="1034991" y="607700"/>
                </a:lnTo>
                <a:lnTo>
                  <a:pt x="1044486" y="607700"/>
                </a:lnTo>
                <a:lnTo>
                  <a:pt x="1053982" y="617196"/>
                </a:lnTo>
                <a:lnTo>
                  <a:pt x="1063477" y="607700"/>
                </a:lnTo>
                <a:lnTo>
                  <a:pt x="1072972" y="607700"/>
                </a:lnTo>
                <a:lnTo>
                  <a:pt x="1082468" y="607700"/>
                </a:lnTo>
                <a:lnTo>
                  <a:pt x="1091963" y="607700"/>
                </a:lnTo>
                <a:lnTo>
                  <a:pt x="1101458" y="607700"/>
                </a:lnTo>
                <a:lnTo>
                  <a:pt x="1110954" y="607700"/>
                </a:lnTo>
                <a:lnTo>
                  <a:pt x="1120449" y="607700"/>
                </a:lnTo>
                <a:lnTo>
                  <a:pt x="1129944" y="607700"/>
                </a:lnTo>
                <a:lnTo>
                  <a:pt x="1139440" y="607700"/>
                </a:lnTo>
                <a:lnTo>
                  <a:pt x="1148935" y="607700"/>
                </a:lnTo>
                <a:lnTo>
                  <a:pt x="1158430" y="607700"/>
                </a:lnTo>
                <a:lnTo>
                  <a:pt x="1167926" y="607700"/>
                </a:lnTo>
                <a:lnTo>
                  <a:pt x="1177421" y="607700"/>
                </a:lnTo>
                <a:lnTo>
                  <a:pt x="1186916" y="607700"/>
                </a:lnTo>
                <a:lnTo>
                  <a:pt x="1196412" y="607700"/>
                </a:lnTo>
                <a:lnTo>
                  <a:pt x="1205907" y="607700"/>
                </a:lnTo>
                <a:lnTo>
                  <a:pt x="1215402" y="607700"/>
                </a:lnTo>
                <a:lnTo>
                  <a:pt x="1224898" y="607700"/>
                </a:lnTo>
                <a:lnTo>
                  <a:pt x="1234393" y="607700"/>
                </a:lnTo>
                <a:lnTo>
                  <a:pt x="1243888" y="607700"/>
                </a:lnTo>
                <a:lnTo>
                  <a:pt x="1253383" y="607700"/>
                </a:lnTo>
                <a:lnTo>
                  <a:pt x="1262879" y="607700"/>
                </a:lnTo>
                <a:lnTo>
                  <a:pt x="1272374" y="607700"/>
                </a:lnTo>
                <a:lnTo>
                  <a:pt x="1281870" y="607700"/>
                </a:lnTo>
                <a:lnTo>
                  <a:pt x="1291365" y="617196"/>
                </a:lnTo>
                <a:lnTo>
                  <a:pt x="1300860" y="617196"/>
                </a:lnTo>
                <a:lnTo>
                  <a:pt x="1310356" y="607700"/>
                </a:lnTo>
                <a:lnTo>
                  <a:pt x="1319851" y="617196"/>
                </a:lnTo>
                <a:lnTo>
                  <a:pt x="1329346" y="607700"/>
                </a:lnTo>
                <a:lnTo>
                  <a:pt x="1338841" y="607700"/>
                </a:lnTo>
                <a:lnTo>
                  <a:pt x="1348337" y="607700"/>
                </a:lnTo>
                <a:lnTo>
                  <a:pt x="1357832" y="617196"/>
                </a:lnTo>
                <a:lnTo>
                  <a:pt x="1367327" y="607700"/>
                </a:lnTo>
                <a:lnTo>
                  <a:pt x="1376823" y="607700"/>
                </a:lnTo>
                <a:lnTo>
                  <a:pt x="1386318" y="617196"/>
                </a:lnTo>
                <a:lnTo>
                  <a:pt x="1395813" y="617196"/>
                </a:lnTo>
                <a:lnTo>
                  <a:pt x="1405309" y="617196"/>
                </a:lnTo>
                <a:lnTo>
                  <a:pt x="1414804" y="617196"/>
                </a:lnTo>
                <a:lnTo>
                  <a:pt x="1424299" y="607700"/>
                </a:lnTo>
                <a:lnTo>
                  <a:pt x="1433795" y="607700"/>
                </a:lnTo>
                <a:lnTo>
                  <a:pt x="1443290" y="617196"/>
                </a:lnTo>
                <a:lnTo>
                  <a:pt x="1452785" y="607700"/>
                </a:lnTo>
                <a:lnTo>
                  <a:pt x="1462281" y="607700"/>
                </a:lnTo>
                <a:lnTo>
                  <a:pt x="1471776" y="607700"/>
                </a:lnTo>
                <a:lnTo>
                  <a:pt x="1481271" y="617196"/>
                </a:lnTo>
                <a:lnTo>
                  <a:pt x="1490767" y="617196"/>
                </a:lnTo>
                <a:lnTo>
                  <a:pt x="1500262" y="617196"/>
                </a:lnTo>
                <a:lnTo>
                  <a:pt x="1509757" y="607700"/>
                </a:lnTo>
                <a:lnTo>
                  <a:pt x="1519253" y="617196"/>
                </a:lnTo>
                <a:lnTo>
                  <a:pt x="1528748" y="607700"/>
                </a:lnTo>
                <a:lnTo>
                  <a:pt x="1538243" y="617196"/>
                </a:lnTo>
                <a:lnTo>
                  <a:pt x="1547739" y="607700"/>
                </a:lnTo>
                <a:lnTo>
                  <a:pt x="1557234" y="617196"/>
                </a:lnTo>
                <a:lnTo>
                  <a:pt x="1566729" y="617196"/>
                </a:lnTo>
                <a:lnTo>
                  <a:pt x="1576225" y="607700"/>
                </a:lnTo>
                <a:lnTo>
                  <a:pt x="1585720" y="617196"/>
                </a:lnTo>
                <a:lnTo>
                  <a:pt x="1595215" y="607700"/>
                </a:lnTo>
                <a:lnTo>
                  <a:pt x="1604711" y="617196"/>
                </a:lnTo>
                <a:lnTo>
                  <a:pt x="1614206" y="607700"/>
                </a:lnTo>
                <a:lnTo>
                  <a:pt x="1623701" y="617196"/>
                </a:lnTo>
                <a:lnTo>
                  <a:pt x="1633197" y="617196"/>
                </a:lnTo>
                <a:lnTo>
                  <a:pt x="1642692" y="607700"/>
                </a:lnTo>
                <a:lnTo>
                  <a:pt x="1652187" y="607700"/>
                </a:lnTo>
                <a:lnTo>
                  <a:pt x="1661683" y="617196"/>
                </a:lnTo>
                <a:lnTo>
                  <a:pt x="1671178" y="617196"/>
                </a:lnTo>
                <a:lnTo>
                  <a:pt x="1680673" y="607700"/>
                </a:lnTo>
                <a:lnTo>
                  <a:pt x="1690169" y="617196"/>
                </a:lnTo>
                <a:lnTo>
                  <a:pt x="1699664" y="617196"/>
                </a:lnTo>
                <a:lnTo>
                  <a:pt x="1709159" y="617196"/>
                </a:lnTo>
                <a:lnTo>
                  <a:pt x="1718654" y="607700"/>
                </a:lnTo>
                <a:lnTo>
                  <a:pt x="1728150" y="617196"/>
                </a:lnTo>
                <a:lnTo>
                  <a:pt x="1737645" y="617196"/>
                </a:lnTo>
                <a:lnTo>
                  <a:pt x="1747141" y="617196"/>
                </a:lnTo>
                <a:lnTo>
                  <a:pt x="1756636" y="617196"/>
                </a:lnTo>
                <a:lnTo>
                  <a:pt x="1766131" y="617196"/>
                </a:lnTo>
                <a:lnTo>
                  <a:pt x="1775627" y="607700"/>
                </a:lnTo>
                <a:lnTo>
                  <a:pt x="1785122" y="617196"/>
                </a:lnTo>
                <a:lnTo>
                  <a:pt x="1794617" y="607700"/>
                </a:lnTo>
                <a:lnTo>
                  <a:pt x="1804112" y="617196"/>
                </a:lnTo>
                <a:lnTo>
                  <a:pt x="1813608" y="617196"/>
                </a:lnTo>
                <a:lnTo>
                  <a:pt x="1823103" y="617196"/>
                </a:lnTo>
                <a:lnTo>
                  <a:pt x="1832598" y="617196"/>
                </a:lnTo>
                <a:lnTo>
                  <a:pt x="1842094" y="607700"/>
                </a:lnTo>
                <a:lnTo>
                  <a:pt x="1851589" y="607700"/>
                </a:lnTo>
                <a:lnTo>
                  <a:pt x="1861085" y="607700"/>
                </a:lnTo>
                <a:lnTo>
                  <a:pt x="1870580" y="617196"/>
                </a:lnTo>
                <a:lnTo>
                  <a:pt x="1880075" y="617196"/>
                </a:lnTo>
                <a:lnTo>
                  <a:pt x="1889570" y="617196"/>
                </a:lnTo>
                <a:lnTo>
                  <a:pt x="1899066" y="617196"/>
                </a:lnTo>
                <a:lnTo>
                  <a:pt x="1908561" y="607700"/>
                </a:lnTo>
                <a:lnTo>
                  <a:pt x="1918056" y="607700"/>
                </a:lnTo>
                <a:lnTo>
                  <a:pt x="1927552" y="607700"/>
                </a:lnTo>
                <a:lnTo>
                  <a:pt x="1937047" y="607700"/>
                </a:lnTo>
                <a:lnTo>
                  <a:pt x="1946543" y="607700"/>
                </a:lnTo>
                <a:lnTo>
                  <a:pt x="1956038" y="617196"/>
                </a:lnTo>
                <a:lnTo>
                  <a:pt x="1965533" y="617196"/>
                </a:lnTo>
                <a:lnTo>
                  <a:pt x="1975028" y="607700"/>
                </a:lnTo>
                <a:lnTo>
                  <a:pt x="1984524" y="617196"/>
                </a:lnTo>
                <a:lnTo>
                  <a:pt x="1994019" y="607700"/>
                </a:lnTo>
                <a:lnTo>
                  <a:pt x="2003514" y="617196"/>
                </a:lnTo>
                <a:lnTo>
                  <a:pt x="2013010" y="617196"/>
                </a:lnTo>
                <a:lnTo>
                  <a:pt x="2022505" y="617196"/>
                </a:lnTo>
                <a:lnTo>
                  <a:pt x="2032000" y="617196"/>
                </a:lnTo>
                <a:lnTo>
                  <a:pt x="2041496" y="607700"/>
                </a:lnTo>
                <a:lnTo>
                  <a:pt x="2050991" y="607700"/>
                </a:lnTo>
                <a:lnTo>
                  <a:pt x="2060486" y="617196"/>
                </a:lnTo>
                <a:lnTo>
                  <a:pt x="2069981" y="617196"/>
                </a:lnTo>
                <a:lnTo>
                  <a:pt x="2079477" y="607700"/>
                </a:lnTo>
                <a:lnTo>
                  <a:pt x="2088972" y="617196"/>
                </a:lnTo>
                <a:lnTo>
                  <a:pt x="2098468" y="617196"/>
                </a:lnTo>
                <a:lnTo>
                  <a:pt x="2107963" y="617196"/>
                </a:lnTo>
                <a:lnTo>
                  <a:pt x="2117458" y="607700"/>
                </a:lnTo>
                <a:lnTo>
                  <a:pt x="2126954" y="607700"/>
                </a:lnTo>
                <a:lnTo>
                  <a:pt x="2136449" y="607700"/>
                </a:lnTo>
                <a:lnTo>
                  <a:pt x="2145944" y="607700"/>
                </a:lnTo>
                <a:lnTo>
                  <a:pt x="2155439" y="617196"/>
                </a:lnTo>
                <a:lnTo>
                  <a:pt x="2164935" y="617196"/>
                </a:lnTo>
                <a:lnTo>
                  <a:pt x="2174430" y="617196"/>
                </a:lnTo>
                <a:lnTo>
                  <a:pt x="2183926" y="607700"/>
                </a:lnTo>
                <a:lnTo>
                  <a:pt x="2193421" y="607700"/>
                </a:lnTo>
                <a:lnTo>
                  <a:pt x="2202916" y="617196"/>
                </a:lnTo>
                <a:lnTo>
                  <a:pt x="2212412" y="607700"/>
                </a:lnTo>
                <a:lnTo>
                  <a:pt x="2221907" y="617196"/>
                </a:lnTo>
                <a:lnTo>
                  <a:pt x="2231402" y="617196"/>
                </a:lnTo>
                <a:lnTo>
                  <a:pt x="2240897" y="617196"/>
                </a:lnTo>
                <a:lnTo>
                  <a:pt x="2250393" y="617196"/>
                </a:lnTo>
                <a:lnTo>
                  <a:pt x="2259888" y="617196"/>
                </a:lnTo>
                <a:lnTo>
                  <a:pt x="2269384" y="617196"/>
                </a:lnTo>
                <a:lnTo>
                  <a:pt x="2278879" y="617196"/>
                </a:lnTo>
                <a:lnTo>
                  <a:pt x="2288374" y="617196"/>
                </a:lnTo>
                <a:lnTo>
                  <a:pt x="2297870" y="617196"/>
                </a:lnTo>
                <a:lnTo>
                  <a:pt x="2307365" y="617196"/>
                </a:lnTo>
                <a:lnTo>
                  <a:pt x="2316860" y="607700"/>
                </a:lnTo>
                <a:lnTo>
                  <a:pt x="2326355" y="607700"/>
                </a:lnTo>
                <a:lnTo>
                  <a:pt x="2335851" y="607700"/>
                </a:lnTo>
                <a:lnTo>
                  <a:pt x="2345346" y="617196"/>
                </a:lnTo>
                <a:lnTo>
                  <a:pt x="2354842" y="617196"/>
                </a:lnTo>
                <a:lnTo>
                  <a:pt x="2364337" y="607700"/>
                </a:lnTo>
                <a:lnTo>
                  <a:pt x="2373832" y="617196"/>
                </a:lnTo>
                <a:lnTo>
                  <a:pt x="2383327" y="607700"/>
                </a:lnTo>
                <a:lnTo>
                  <a:pt x="2392823" y="617196"/>
                </a:lnTo>
                <a:lnTo>
                  <a:pt x="2402318" y="617196"/>
                </a:lnTo>
                <a:lnTo>
                  <a:pt x="2411813" y="607700"/>
                </a:lnTo>
                <a:lnTo>
                  <a:pt x="2421309" y="617196"/>
                </a:lnTo>
                <a:lnTo>
                  <a:pt x="2430804" y="607700"/>
                </a:lnTo>
                <a:lnTo>
                  <a:pt x="2440300" y="607700"/>
                </a:lnTo>
                <a:lnTo>
                  <a:pt x="2449795" y="607700"/>
                </a:lnTo>
                <a:lnTo>
                  <a:pt x="2459290" y="607700"/>
                </a:lnTo>
                <a:lnTo>
                  <a:pt x="2468785" y="617196"/>
                </a:lnTo>
                <a:lnTo>
                  <a:pt x="2478281" y="617196"/>
                </a:lnTo>
                <a:lnTo>
                  <a:pt x="2487776" y="617196"/>
                </a:lnTo>
                <a:lnTo>
                  <a:pt x="2497271" y="617196"/>
                </a:lnTo>
                <a:lnTo>
                  <a:pt x="2506767" y="617196"/>
                </a:lnTo>
                <a:lnTo>
                  <a:pt x="2516262" y="617196"/>
                </a:lnTo>
                <a:lnTo>
                  <a:pt x="2525758" y="617196"/>
                </a:lnTo>
                <a:lnTo>
                  <a:pt x="2535253" y="607700"/>
                </a:lnTo>
                <a:lnTo>
                  <a:pt x="2544748" y="617196"/>
                </a:lnTo>
                <a:lnTo>
                  <a:pt x="2554243" y="607700"/>
                </a:lnTo>
                <a:lnTo>
                  <a:pt x="2563739" y="607700"/>
                </a:lnTo>
                <a:lnTo>
                  <a:pt x="2573234" y="617196"/>
                </a:lnTo>
                <a:lnTo>
                  <a:pt x="2582729" y="617196"/>
                </a:lnTo>
                <a:lnTo>
                  <a:pt x="2592225" y="607700"/>
                </a:lnTo>
                <a:lnTo>
                  <a:pt x="2601720" y="607700"/>
                </a:lnTo>
                <a:lnTo>
                  <a:pt x="2611216" y="607700"/>
                </a:lnTo>
                <a:lnTo>
                  <a:pt x="2620711" y="617196"/>
                </a:lnTo>
                <a:lnTo>
                  <a:pt x="2630206" y="617196"/>
                </a:lnTo>
                <a:lnTo>
                  <a:pt x="2639701" y="617196"/>
                </a:lnTo>
                <a:lnTo>
                  <a:pt x="2649197" y="607700"/>
                </a:lnTo>
                <a:lnTo>
                  <a:pt x="2658692" y="617196"/>
                </a:lnTo>
                <a:lnTo>
                  <a:pt x="2668187" y="617196"/>
                </a:lnTo>
                <a:lnTo>
                  <a:pt x="2677683" y="617196"/>
                </a:lnTo>
                <a:lnTo>
                  <a:pt x="2687178" y="617196"/>
                </a:lnTo>
                <a:lnTo>
                  <a:pt x="2696673" y="607700"/>
                </a:lnTo>
                <a:lnTo>
                  <a:pt x="2706169" y="617196"/>
                </a:lnTo>
                <a:lnTo>
                  <a:pt x="2715664" y="617196"/>
                </a:lnTo>
                <a:lnTo>
                  <a:pt x="2725159" y="617196"/>
                </a:lnTo>
                <a:lnTo>
                  <a:pt x="2734654" y="617196"/>
                </a:lnTo>
                <a:lnTo>
                  <a:pt x="2744150" y="607700"/>
                </a:lnTo>
                <a:lnTo>
                  <a:pt x="2753645" y="607700"/>
                </a:lnTo>
                <a:lnTo>
                  <a:pt x="2763141" y="607700"/>
                </a:lnTo>
                <a:lnTo>
                  <a:pt x="2772636" y="617196"/>
                </a:lnTo>
                <a:lnTo>
                  <a:pt x="2782131" y="617196"/>
                </a:lnTo>
                <a:lnTo>
                  <a:pt x="2791627" y="617196"/>
                </a:lnTo>
                <a:lnTo>
                  <a:pt x="2801122" y="617196"/>
                </a:lnTo>
                <a:lnTo>
                  <a:pt x="2810617" y="617196"/>
                </a:lnTo>
                <a:lnTo>
                  <a:pt x="2820112" y="617196"/>
                </a:lnTo>
                <a:lnTo>
                  <a:pt x="2829608" y="617196"/>
                </a:lnTo>
                <a:lnTo>
                  <a:pt x="2839103" y="617196"/>
                </a:lnTo>
                <a:lnTo>
                  <a:pt x="2848599" y="607700"/>
                </a:lnTo>
                <a:lnTo>
                  <a:pt x="2858094" y="617196"/>
                </a:lnTo>
                <a:lnTo>
                  <a:pt x="2867589" y="607700"/>
                </a:lnTo>
                <a:lnTo>
                  <a:pt x="2877085" y="617196"/>
                </a:lnTo>
                <a:lnTo>
                  <a:pt x="2886580" y="607700"/>
                </a:lnTo>
                <a:lnTo>
                  <a:pt x="2896075" y="607700"/>
                </a:lnTo>
                <a:lnTo>
                  <a:pt x="2905570" y="617196"/>
                </a:lnTo>
                <a:lnTo>
                  <a:pt x="2915066" y="617196"/>
                </a:lnTo>
                <a:lnTo>
                  <a:pt x="2924561" y="617196"/>
                </a:lnTo>
                <a:lnTo>
                  <a:pt x="2934057" y="607700"/>
                </a:lnTo>
                <a:lnTo>
                  <a:pt x="2943552" y="607700"/>
                </a:lnTo>
                <a:lnTo>
                  <a:pt x="2953047" y="617196"/>
                </a:lnTo>
                <a:lnTo>
                  <a:pt x="2962543" y="607700"/>
                </a:lnTo>
                <a:lnTo>
                  <a:pt x="2972038" y="607700"/>
                </a:lnTo>
                <a:lnTo>
                  <a:pt x="2981533" y="607700"/>
                </a:lnTo>
                <a:lnTo>
                  <a:pt x="2991028" y="607700"/>
                </a:lnTo>
                <a:lnTo>
                  <a:pt x="3000524" y="617196"/>
                </a:lnTo>
                <a:lnTo>
                  <a:pt x="3010019" y="607700"/>
                </a:lnTo>
                <a:lnTo>
                  <a:pt x="3019514" y="607700"/>
                </a:lnTo>
                <a:lnTo>
                  <a:pt x="3029010" y="617196"/>
                </a:lnTo>
                <a:lnTo>
                  <a:pt x="3038505" y="617196"/>
                </a:lnTo>
                <a:lnTo>
                  <a:pt x="3048000" y="607700"/>
                </a:lnTo>
                <a:lnTo>
                  <a:pt x="3057496" y="607700"/>
                </a:lnTo>
                <a:lnTo>
                  <a:pt x="3066991" y="607700"/>
                </a:lnTo>
                <a:lnTo>
                  <a:pt x="3076486" y="617196"/>
                </a:lnTo>
                <a:lnTo>
                  <a:pt x="3085982" y="607700"/>
                </a:lnTo>
                <a:lnTo>
                  <a:pt x="3095477" y="617196"/>
                </a:lnTo>
                <a:lnTo>
                  <a:pt x="3104972" y="617196"/>
                </a:lnTo>
                <a:lnTo>
                  <a:pt x="3114468" y="617196"/>
                </a:lnTo>
                <a:lnTo>
                  <a:pt x="3123963" y="617196"/>
                </a:lnTo>
                <a:lnTo>
                  <a:pt x="3133458" y="607700"/>
                </a:lnTo>
                <a:lnTo>
                  <a:pt x="3142954" y="617196"/>
                </a:lnTo>
                <a:lnTo>
                  <a:pt x="3152449" y="617196"/>
                </a:lnTo>
                <a:lnTo>
                  <a:pt x="3161944" y="617196"/>
                </a:lnTo>
                <a:lnTo>
                  <a:pt x="3171440" y="607700"/>
                </a:lnTo>
                <a:lnTo>
                  <a:pt x="3180935" y="617196"/>
                </a:lnTo>
                <a:lnTo>
                  <a:pt x="3190430" y="607700"/>
                </a:lnTo>
                <a:lnTo>
                  <a:pt x="3199926" y="607700"/>
                </a:lnTo>
                <a:lnTo>
                  <a:pt x="3209421" y="607700"/>
                </a:lnTo>
                <a:lnTo>
                  <a:pt x="3218916" y="607700"/>
                </a:lnTo>
                <a:lnTo>
                  <a:pt x="3228412" y="617196"/>
                </a:lnTo>
                <a:lnTo>
                  <a:pt x="3237907" y="617196"/>
                </a:lnTo>
                <a:lnTo>
                  <a:pt x="3247402" y="607700"/>
                </a:lnTo>
                <a:lnTo>
                  <a:pt x="3256897" y="617196"/>
                </a:lnTo>
                <a:lnTo>
                  <a:pt x="3266393" y="607700"/>
                </a:lnTo>
                <a:lnTo>
                  <a:pt x="3275888" y="617196"/>
                </a:lnTo>
                <a:lnTo>
                  <a:pt x="3285384" y="607700"/>
                </a:lnTo>
                <a:lnTo>
                  <a:pt x="3294879" y="607700"/>
                </a:lnTo>
                <a:lnTo>
                  <a:pt x="3304374" y="617196"/>
                </a:lnTo>
                <a:lnTo>
                  <a:pt x="3313870" y="607700"/>
                </a:lnTo>
                <a:lnTo>
                  <a:pt x="3323365" y="607700"/>
                </a:lnTo>
                <a:lnTo>
                  <a:pt x="3332860" y="607700"/>
                </a:lnTo>
                <a:lnTo>
                  <a:pt x="3342355" y="607700"/>
                </a:lnTo>
                <a:lnTo>
                  <a:pt x="3351851" y="617196"/>
                </a:lnTo>
                <a:lnTo>
                  <a:pt x="3361346" y="607700"/>
                </a:lnTo>
                <a:lnTo>
                  <a:pt x="3370842" y="607700"/>
                </a:lnTo>
                <a:lnTo>
                  <a:pt x="3380337" y="607700"/>
                </a:lnTo>
                <a:lnTo>
                  <a:pt x="3389832" y="617196"/>
                </a:lnTo>
                <a:lnTo>
                  <a:pt x="3399327" y="617196"/>
                </a:lnTo>
                <a:lnTo>
                  <a:pt x="3408823" y="617196"/>
                </a:lnTo>
                <a:lnTo>
                  <a:pt x="3418318" y="617196"/>
                </a:lnTo>
                <a:lnTo>
                  <a:pt x="3427813" y="607700"/>
                </a:lnTo>
                <a:lnTo>
                  <a:pt x="3437309" y="607700"/>
                </a:lnTo>
                <a:lnTo>
                  <a:pt x="3446804" y="617196"/>
                </a:lnTo>
                <a:lnTo>
                  <a:pt x="3456300" y="607700"/>
                </a:lnTo>
                <a:lnTo>
                  <a:pt x="3465795" y="607700"/>
                </a:lnTo>
                <a:lnTo>
                  <a:pt x="3475290" y="617196"/>
                </a:lnTo>
                <a:lnTo>
                  <a:pt x="3484785" y="607700"/>
                </a:lnTo>
                <a:lnTo>
                  <a:pt x="3494281" y="607700"/>
                </a:lnTo>
                <a:lnTo>
                  <a:pt x="3503776" y="607700"/>
                </a:lnTo>
                <a:lnTo>
                  <a:pt x="3513271" y="607700"/>
                </a:lnTo>
                <a:lnTo>
                  <a:pt x="3522767" y="617196"/>
                </a:lnTo>
                <a:lnTo>
                  <a:pt x="3532262" y="607700"/>
                </a:lnTo>
                <a:lnTo>
                  <a:pt x="3541758" y="617196"/>
                </a:lnTo>
                <a:lnTo>
                  <a:pt x="3551253" y="617196"/>
                </a:lnTo>
                <a:lnTo>
                  <a:pt x="3560748" y="607700"/>
                </a:lnTo>
                <a:lnTo>
                  <a:pt x="3570243" y="607700"/>
                </a:lnTo>
                <a:lnTo>
                  <a:pt x="3579739" y="607700"/>
                </a:lnTo>
                <a:lnTo>
                  <a:pt x="3589234" y="617196"/>
                </a:lnTo>
                <a:lnTo>
                  <a:pt x="3598729" y="607700"/>
                </a:lnTo>
                <a:lnTo>
                  <a:pt x="3608225" y="617196"/>
                </a:lnTo>
                <a:lnTo>
                  <a:pt x="3617720" y="607700"/>
                </a:lnTo>
                <a:lnTo>
                  <a:pt x="3627216" y="607700"/>
                </a:lnTo>
                <a:lnTo>
                  <a:pt x="3636711" y="617196"/>
                </a:lnTo>
                <a:lnTo>
                  <a:pt x="3646206" y="617196"/>
                </a:lnTo>
                <a:lnTo>
                  <a:pt x="3655701" y="617196"/>
                </a:lnTo>
                <a:lnTo>
                  <a:pt x="3665197" y="617196"/>
                </a:lnTo>
                <a:lnTo>
                  <a:pt x="3674692" y="617196"/>
                </a:lnTo>
                <a:lnTo>
                  <a:pt x="3684187" y="617196"/>
                </a:lnTo>
                <a:lnTo>
                  <a:pt x="3693683" y="607700"/>
                </a:lnTo>
                <a:lnTo>
                  <a:pt x="3703178" y="607700"/>
                </a:lnTo>
                <a:lnTo>
                  <a:pt x="3712673" y="617196"/>
                </a:lnTo>
                <a:lnTo>
                  <a:pt x="3722169" y="607700"/>
                </a:lnTo>
                <a:lnTo>
                  <a:pt x="3731664" y="617196"/>
                </a:lnTo>
                <a:lnTo>
                  <a:pt x="3741159" y="607700"/>
                </a:lnTo>
                <a:lnTo>
                  <a:pt x="3750654" y="607700"/>
                </a:lnTo>
                <a:lnTo>
                  <a:pt x="3760150" y="607700"/>
                </a:lnTo>
                <a:lnTo>
                  <a:pt x="3769645" y="607700"/>
                </a:lnTo>
                <a:lnTo>
                  <a:pt x="3779141" y="617196"/>
                </a:lnTo>
                <a:lnTo>
                  <a:pt x="3788636" y="617196"/>
                </a:lnTo>
                <a:lnTo>
                  <a:pt x="3798131" y="607700"/>
                </a:lnTo>
                <a:lnTo>
                  <a:pt x="3807627" y="617196"/>
                </a:lnTo>
                <a:lnTo>
                  <a:pt x="3817122" y="617196"/>
                </a:lnTo>
                <a:lnTo>
                  <a:pt x="3826617" y="607700"/>
                </a:lnTo>
                <a:lnTo>
                  <a:pt x="3836112" y="617196"/>
                </a:lnTo>
                <a:lnTo>
                  <a:pt x="3845608" y="607700"/>
                </a:lnTo>
                <a:lnTo>
                  <a:pt x="3855103" y="607700"/>
                </a:lnTo>
                <a:lnTo>
                  <a:pt x="3864599" y="607700"/>
                </a:lnTo>
                <a:lnTo>
                  <a:pt x="3874094" y="607700"/>
                </a:lnTo>
                <a:lnTo>
                  <a:pt x="3883589" y="607700"/>
                </a:lnTo>
                <a:lnTo>
                  <a:pt x="3893085" y="607700"/>
                </a:lnTo>
                <a:lnTo>
                  <a:pt x="3902580" y="617196"/>
                </a:lnTo>
                <a:lnTo>
                  <a:pt x="3912075" y="617196"/>
                </a:lnTo>
                <a:lnTo>
                  <a:pt x="3921570" y="607700"/>
                </a:lnTo>
                <a:lnTo>
                  <a:pt x="3931066" y="607700"/>
                </a:lnTo>
                <a:lnTo>
                  <a:pt x="3940561" y="607700"/>
                </a:lnTo>
                <a:lnTo>
                  <a:pt x="3950057" y="617196"/>
                </a:lnTo>
                <a:lnTo>
                  <a:pt x="3959552" y="617196"/>
                </a:lnTo>
                <a:lnTo>
                  <a:pt x="3969047" y="607700"/>
                </a:lnTo>
                <a:lnTo>
                  <a:pt x="3978543" y="607700"/>
                </a:lnTo>
                <a:lnTo>
                  <a:pt x="3988038" y="607700"/>
                </a:lnTo>
                <a:lnTo>
                  <a:pt x="3997533" y="607700"/>
                </a:lnTo>
                <a:lnTo>
                  <a:pt x="4007028" y="617196"/>
                </a:lnTo>
                <a:lnTo>
                  <a:pt x="4016524" y="617196"/>
                </a:lnTo>
                <a:lnTo>
                  <a:pt x="4026019" y="607700"/>
                </a:lnTo>
                <a:lnTo>
                  <a:pt x="4035515" y="607700"/>
                </a:lnTo>
                <a:lnTo>
                  <a:pt x="4045010" y="607700"/>
                </a:lnTo>
                <a:lnTo>
                  <a:pt x="4054505" y="617196"/>
                </a:lnTo>
                <a:lnTo>
                  <a:pt x="4064000" y="617196"/>
                </a:lnTo>
                <a:lnTo>
                  <a:pt x="4073496" y="617196"/>
                </a:lnTo>
                <a:lnTo>
                  <a:pt x="4082991" y="607700"/>
                </a:lnTo>
                <a:lnTo>
                  <a:pt x="4092486" y="607700"/>
                </a:lnTo>
                <a:lnTo>
                  <a:pt x="4101982" y="607700"/>
                </a:lnTo>
                <a:lnTo>
                  <a:pt x="4111477" y="607700"/>
                </a:lnTo>
                <a:lnTo>
                  <a:pt x="4120973" y="607700"/>
                </a:lnTo>
                <a:lnTo>
                  <a:pt x="4130468" y="607700"/>
                </a:lnTo>
                <a:lnTo>
                  <a:pt x="4139963" y="607700"/>
                </a:lnTo>
                <a:lnTo>
                  <a:pt x="4149458" y="607700"/>
                </a:lnTo>
                <a:lnTo>
                  <a:pt x="4158954" y="607700"/>
                </a:lnTo>
                <a:lnTo>
                  <a:pt x="4168449" y="607700"/>
                </a:lnTo>
                <a:lnTo>
                  <a:pt x="4177944" y="607700"/>
                </a:lnTo>
                <a:lnTo>
                  <a:pt x="4187440" y="607700"/>
                </a:lnTo>
                <a:lnTo>
                  <a:pt x="4196935" y="607700"/>
                </a:lnTo>
                <a:lnTo>
                  <a:pt x="4206430" y="607700"/>
                </a:lnTo>
                <a:lnTo>
                  <a:pt x="4215926" y="598205"/>
                </a:lnTo>
                <a:lnTo>
                  <a:pt x="4225421" y="598205"/>
                </a:lnTo>
                <a:lnTo>
                  <a:pt x="4234916" y="598205"/>
                </a:lnTo>
                <a:lnTo>
                  <a:pt x="4244412" y="598205"/>
                </a:lnTo>
                <a:lnTo>
                  <a:pt x="4253907" y="598205"/>
                </a:lnTo>
                <a:lnTo>
                  <a:pt x="4263402" y="588710"/>
                </a:lnTo>
                <a:lnTo>
                  <a:pt x="4272898" y="588710"/>
                </a:lnTo>
                <a:lnTo>
                  <a:pt x="4282393" y="579214"/>
                </a:lnTo>
                <a:lnTo>
                  <a:pt x="4291888" y="579214"/>
                </a:lnTo>
                <a:lnTo>
                  <a:pt x="4301384" y="569719"/>
                </a:lnTo>
                <a:lnTo>
                  <a:pt x="4310879" y="560224"/>
                </a:lnTo>
                <a:lnTo>
                  <a:pt x="4320374" y="560224"/>
                </a:lnTo>
                <a:lnTo>
                  <a:pt x="4329870" y="541233"/>
                </a:lnTo>
                <a:lnTo>
                  <a:pt x="4339365" y="522242"/>
                </a:lnTo>
                <a:lnTo>
                  <a:pt x="4348860" y="503252"/>
                </a:lnTo>
                <a:lnTo>
                  <a:pt x="4358356" y="474766"/>
                </a:lnTo>
                <a:lnTo>
                  <a:pt x="4367851" y="446280"/>
                </a:lnTo>
                <a:lnTo>
                  <a:pt x="4377346" y="389308"/>
                </a:lnTo>
                <a:lnTo>
                  <a:pt x="4386842" y="360822"/>
                </a:lnTo>
                <a:lnTo>
                  <a:pt x="4396337" y="303850"/>
                </a:lnTo>
                <a:lnTo>
                  <a:pt x="4405832" y="265869"/>
                </a:lnTo>
                <a:lnTo>
                  <a:pt x="4415327" y="208896"/>
                </a:lnTo>
                <a:lnTo>
                  <a:pt x="4424823" y="151925"/>
                </a:lnTo>
                <a:lnTo>
                  <a:pt x="4434318" y="113943"/>
                </a:lnTo>
                <a:lnTo>
                  <a:pt x="4443813" y="75962"/>
                </a:lnTo>
                <a:lnTo>
                  <a:pt x="4453309" y="28485"/>
                </a:lnTo>
                <a:lnTo>
                  <a:pt x="4462804" y="28485"/>
                </a:lnTo>
                <a:lnTo>
                  <a:pt x="4472300" y="18990"/>
                </a:lnTo>
                <a:lnTo>
                  <a:pt x="4481795" y="9495"/>
                </a:lnTo>
                <a:lnTo>
                  <a:pt x="4491290" y="9495"/>
                </a:lnTo>
                <a:lnTo>
                  <a:pt x="4500785" y="0"/>
                </a:lnTo>
                <a:lnTo>
                  <a:pt x="4510281" y="0"/>
                </a:lnTo>
                <a:lnTo>
                  <a:pt x="4519776" y="28485"/>
                </a:lnTo>
                <a:lnTo>
                  <a:pt x="4529271" y="37981"/>
                </a:lnTo>
                <a:lnTo>
                  <a:pt x="4538767" y="56971"/>
                </a:lnTo>
                <a:lnTo>
                  <a:pt x="4548262" y="66467"/>
                </a:lnTo>
                <a:lnTo>
                  <a:pt x="4557758" y="94953"/>
                </a:lnTo>
                <a:lnTo>
                  <a:pt x="4567253" y="85457"/>
                </a:lnTo>
                <a:lnTo>
                  <a:pt x="4576748" y="104448"/>
                </a:lnTo>
                <a:lnTo>
                  <a:pt x="4586243" y="132934"/>
                </a:lnTo>
                <a:lnTo>
                  <a:pt x="4595739" y="132934"/>
                </a:lnTo>
                <a:lnTo>
                  <a:pt x="4605234" y="123438"/>
                </a:lnTo>
                <a:lnTo>
                  <a:pt x="4614729" y="104448"/>
                </a:lnTo>
                <a:lnTo>
                  <a:pt x="4624225" y="113943"/>
                </a:lnTo>
                <a:lnTo>
                  <a:pt x="4633720" y="113943"/>
                </a:lnTo>
                <a:lnTo>
                  <a:pt x="4643216" y="94953"/>
                </a:lnTo>
                <a:lnTo>
                  <a:pt x="4652711" y="104448"/>
                </a:lnTo>
                <a:lnTo>
                  <a:pt x="4662206" y="75962"/>
                </a:lnTo>
                <a:lnTo>
                  <a:pt x="4671701" y="56971"/>
                </a:lnTo>
                <a:lnTo>
                  <a:pt x="4681197" y="66467"/>
                </a:lnTo>
                <a:lnTo>
                  <a:pt x="4690692" y="66467"/>
                </a:lnTo>
                <a:lnTo>
                  <a:pt x="4700187" y="56971"/>
                </a:lnTo>
                <a:lnTo>
                  <a:pt x="4709683" y="56971"/>
                </a:lnTo>
                <a:lnTo>
                  <a:pt x="4719178" y="75962"/>
                </a:lnTo>
                <a:lnTo>
                  <a:pt x="4728673" y="94953"/>
                </a:lnTo>
                <a:lnTo>
                  <a:pt x="4738169" y="104448"/>
                </a:lnTo>
                <a:lnTo>
                  <a:pt x="4747664" y="132934"/>
                </a:lnTo>
                <a:lnTo>
                  <a:pt x="4757159" y="151925"/>
                </a:lnTo>
                <a:lnTo>
                  <a:pt x="4766654" y="189906"/>
                </a:lnTo>
                <a:lnTo>
                  <a:pt x="4776150" y="208896"/>
                </a:lnTo>
                <a:lnTo>
                  <a:pt x="4785645" y="237383"/>
                </a:lnTo>
                <a:lnTo>
                  <a:pt x="4795141" y="256373"/>
                </a:lnTo>
                <a:lnTo>
                  <a:pt x="4804636" y="284859"/>
                </a:lnTo>
                <a:lnTo>
                  <a:pt x="4814131" y="303850"/>
                </a:lnTo>
                <a:lnTo>
                  <a:pt x="4823627" y="322841"/>
                </a:lnTo>
                <a:lnTo>
                  <a:pt x="4833122" y="341831"/>
                </a:lnTo>
                <a:lnTo>
                  <a:pt x="4842617" y="360822"/>
                </a:lnTo>
                <a:lnTo>
                  <a:pt x="4852112" y="360822"/>
                </a:lnTo>
                <a:lnTo>
                  <a:pt x="4861608" y="389308"/>
                </a:lnTo>
                <a:lnTo>
                  <a:pt x="4871103" y="389308"/>
                </a:lnTo>
                <a:lnTo>
                  <a:pt x="4880599" y="398803"/>
                </a:lnTo>
                <a:lnTo>
                  <a:pt x="4890094" y="427289"/>
                </a:lnTo>
                <a:lnTo>
                  <a:pt x="4899589" y="427289"/>
                </a:lnTo>
                <a:lnTo>
                  <a:pt x="4909085" y="427289"/>
                </a:lnTo>
                <a:lnTo>
                  <a:pt x="4918580" y="436784"/>
                </a:lnTo>
                <a:lnTo>
                  <a:pt x="4928075" y="455775"/>
                </a:lnTo>
                <a:lnTo>
                  <a:pt x="4937570" y="465270"/>
                </a:lnTo>
                <a:lnTo>
                  <a:pt x="4947066" y="484261"/>
                </a:lnTo>
                <a:lnTo>
                  <a:pt x="4956561" y="493757"/>
                </a:lnTo>
                <a:lnTo>
                  <a:pt x="4966057" y="503252"/>
                </a:lnTo>
                <a:lnTo>
                  <a:pt x="4975552" y="512747"/>
                </a:lnTo>
                <a:lnTo>
                  <a:pt x="4985047" y="522242"/>
                </a:lnTo>
                <a:lnTo>
                  <a:pt x="4994543" y="522242"/>
                </a:lnTo>
                <a:lnTo>
                  <a:pt x="5004038" y="531738"/>
                </a:lnTo>
                <a:lnTo>
                  <a:pt x="5013533" y="541233"/>
                </a:lnTo>
                <a:lnTo>
                  <a:pt x="5023028" y="550728"/>
                </a:lnTo>
                <a:lnTo>
                  <a:pt x="5032524" y="550728"/>
                </a:lnTo>
                <a:lnTo>
                  <a:pt x="5042019" y="550728"/>
                </a:lnTo>
                <a:lnTo>
                  <a:pt x="5051514" y="560224"/>
                </a:lnTo>
                <a:lnTo>
                  <a:pt x="5061010" y="569719"/>
                </a:lnTo>
                <a:lnTo>
                  <a:pt x="5070505" y="569719"/>
                </a:lnTo>
                <a:lnTo>
                  <a:pt x="5080000" y="569719"/>
                </a:lnTo>
                <a:lnTo>
                  <a:pt x="5089496" y="579214"/>
                </a:lnTo>
                <a:lnTo>
                  <a:pt x="5098991" y="579214"/>
                </a:lnTo>
                <a:lnTo>
                  <a:pt x="5108487" y="579214"/>
                </a:lnTo>
                <a:lnTo>
                  <a:pt x="5117981" y="579214"/>
                </a:lnTo>
                <a:lnTo>
                  <a:pt x="5127477" y="588710"/>
                </a:lnTo>
                <a:lnTo>
                  <a:pt x="5136973" y="588710"/>
                </a:lnTo>
                <a:lnTo>
                  <a:pt x="5146468" y="588710"/>
                </a:lnTo>
                <a:lnTo>
                  <a:pt x="5155963" y="598205"/>
                </a:lnTo>
                <a:lnTo>
                  <a:pt x="5165458" y="598205"/>
                </a:lnTo>
                <a:lnTo>
                  <a:pt x="5174954" y="598205"/>
                </a:lnTo>
                <a:lnTo>
                  <a:pt x="5184449" y="588710"/>
                </a:lnTo>
                <a:lnTo>
                  <a:pt x="5193944" y="598205"/>
                </a:lnTo>
                <a:lnTo>
                  <a:pt x="5203440" y="598205"/>
                </a:lnTo>
                <a:lnTo>
                  <a:pt x="5212935" y="598205"/>
                </a:lnTo>
                <a:lnTo>
                  <a:pt x="5222430" y="598205"/>
                </a:lnTo>
                <a:lnTo>
                  <a:pt x="5231926" y="598205"/>
                </a:lnTo>
                <a:lnTo>
                  <a:pt x="5241421" y="607700"/>
                </a:lnTo>
                <a:lnTo>
                  <a:pt x="5250916" y="598205"/>
                </a:lnTo>
                <a:lnTo>
                  <a:pt x="5260412" y="598205"/>
                </a:lnTo>
                <a:lnTo>
                  <a:pt x="5269907" y="598205"/>
                </a:lnTo>
                <a:lnTo>
                  <a:pt x="5279403" y="598205"/>
                </a:lnTo>
                <a:lnTo>
                  <a:pt x="5288897" y="607700"/>
                </a:lnTo>
                <a:lnTo>
                  <a:pt x="5298393" y="598205"/>
                </a:lnTo>
                <a:lnTo>
                  <a:pt x="5307889" y="598205"/>
                </a:lnTo>
                <a:lnTo>
                  <a:pt x="5317383" y="598205"/>
                </a:lnTo>
                <a:lnTo>
                  <a:pt x="5326879" y="607700"/>
                </a:lnTo>
                <a:lnTo>
                  <a:pt x="5336374" y="607700"/>
                </a:lnTo>
                <a:lnTo>
                  <a:pt x="5345870" y="607700"/>
                </a:lnTo>
                <a:lnTo>
                  <a:pt x="5355365" y="607700"/>
                </a:lnTo>
                <a:lnTo>
                  <a:pt x="5364860" y="607700"/>
                </a:lnTo>
                <a:lnTo>
                  <a:pt x="5374356" y="607700"/>
                </a:lnTo>
                <a:lnTo>
                  <a:pt x="5383851" y="607700"/>
                </a:lnTo>
                <a:lnTo>
                  <a:pt x="5393346" y="607700"/>
                </a:lnTo>
                <a:lnTo>
                  <a:pt x="5402842" y="607700"/>
                </a:lnTo>
                <a:lnTo>
                  <a:pt x="5412337" y="607700"/>
                </a:lnTo>
                <a:lnTo>
                  <a:pt x="5421832" y="607700"/>
                </a:lnTo>
                <a:lnTo>
                  <a:pt x="5431327" y="607700"/>
                </a:lnTo>
                <a:lnTo>
                  <a:pt x="5440823" y="607700"/>
                </a:lnTo>
                <a:lnTo>
                  <a:pt x="5450319" y="607700"/>
                </a:lnTo>
                <a:lnTo>
                  <a:pt x="5459813" y="607700"/>
                </a:lnTo>
                <a:lnTo>
                  <a:pt x="5469309" y="607700"/>
                </a:lnTo>
                <a:lnTo>
                  <a:pt x="5478804" y="607700"/>
                </a:lnTo>
                <a:lnTo>
                  <a:pt x="5488299" y="607700"/>
                </a:lnTo>
                <a:lnTo>
                  <a:pt x="5497795" y="607700"/>
                </a:lnTo>
                <a:lnTo>
                  <a:pt x="5507290" y="607700"/>
                </a:lnTo>
                <a:lnTo>
                  <a:pt x="5516786" y="607700"/>
                </a:lnTo>
                <a:lnTo>
                  <a:pt x="5526281" y="607700"/>
                </a:lnTo>
                <a:lnTo>
                  <a:pt x="5535776" y="607700"/>
                </a:lnTo>
                <a:lnTo>
                  <a:pt x="5545272" y="607700"/>
                </a:lnTo>
                <a:lnTo>
                  <a:pt x="5554766" y="607700"/>
                </a:lnTo>
                <a:lnTo>
                  <a:pt x="5564262" y="607700"/>
                </a:lnTo>
                <a:lnTo>
                  <a:pt x="5573758" y="607700"/>
                </a:lnTo>
                <a:lnTo>
                  <a:pt x="5583253" y="607700"/>
                </a:lnTo>
                <a:lnTo>
                  <a:pt x="5592748" y="607700"/>
                </a:lnTo>
                <a:lnTo>
                  <a:pt x="5602243" y="607700"/>
                </a:lnTo>
                <a:lnTo>
                  <a:pt x="5611739" y="607700"/>
                </a:lnTo>
                <a:lnTo>
                  <a:pt x="5621234" y="607700"/>
                </a:lnTo>
                <a:lnTo>
                  <a:pt x="5630729" y="607700"/>
                </a:lnTo>
                <a:lnTo>
                  <a:pt x="5640225" y="607700"/>
                </a:lnTo>
                <a:lnTo>
                  <a:pt x="5649720" y="607700"/>
                </a:lnTo>
                <a:lnTo>
                  <a:pt x="5659215" y="607700"/>
                </a:lnTo>
                <a:lnTo>
                  <a:pt x="5668711" y="607700"/>
                </a:lnTo>
                <a:lnTo>
                  <a:pt x="5678206" y="607700"/>
                </a:lnTo>
                <a:lnTo>
                  <a:pt x="5687702" y="607700"/>
                </a:lnTo>
                <a:lnTo>
                  <a:pt x="5697197" y="607700"/>
                </a:lnTo>
                <a:lnTo>
                  <a:pt x="5706692" y="607700"/>
                </a:lnTo>
                <a:lnTo>
                  <a:pt x="5716188" y="607700"/>
                </a:lnTo>
                <a:lnTo>
                  <a:pt x="5725682" y="607700"/>
                </a:lnTo>
                <a:lnTo>
                  <a:pt x="5735178" y="607700"/>
                </a:lnTo>
                <a:lnTo>
                  <a:pt x="5744673" y="607700"/>
                </a:lnTo>
                <a:lnTo>
                  <a:pt x="5754169" y="607700"/>
                </a:lnTo>
                <a:lnTo>
                  <a:pt x="5763664" y="607700"/>
                </a:lnTo>
                <a:lnTo>
                  <a:pt x="5773159" y="607700"/>
                </a:lnTo>
                <a:lnTo>
                  <a:pt x="5782655" y="607700"/>
                </a:lnTo>
                <a:lnTo>
                  <a:pt x="5792150" y="607700"/>
                </a:lnTo>
                <a:lnTo>
                  <a:pt x="5801645" y="607700"/>
                </a:lnTo>
                <a:lnTo>
                  <a:pt x="5811141" y="607700"/>
                </a:lnTo>
                <a:lnTo>
                  <a:pt x="5820636" y="617196"/>
                </a:lnTo>
                <a:lnTo>
                  <a:pt x="5830131" y="607700"/>
                </a:lnTo>
                <a:lnTo>
                  <a:pt x="5839627" y="607700"/>
                </a:lnTo>
                <a:lnTo>
                  <a:pt x="5849122" y="617196"/>
                </a:lnTo>
                <a:lnTo>
                  <a:pt x="5858618" y="607700"/>
                </a:lnTo>
                <a:lnTo>
                  <a:pt x="5868112" y="607700"/>
                </a:lnTo>
                <a:lnTo>
                  <a:pt x="5877608" y="607700"/>
                </a:lnTo>
                <a:lnTo>
                  <a:pt x="5887104" y="607700"/>
                </a:lnTo>
                <a:lnTo>
                  <a:pt x="5896598" y="607700"/>
                </a:lnTo>
                <a:lnTo>
                  <a:pt x="5906094" y="607700"/>
                </a:lnTo>
                <a:lnTo>
                  <a:pt x="5915589" y="617196"/>
                </a:lnTo>
                <a:lnTo>
                  <a:pt x="5925085" y="607700"/>
                </a:lnTo>
                <a:lnTo>
                  <a:pt x="5934580" y="607700"/>
                </a:lnTo>
                <a:lnTo>
                  <a:pt x="5944075" y="617196"/>
                </a:lnTo>
                <a:lnTo>
                  <a:pt x="5953571" y="607700"/>
                </a:lnTo>
                <a:lnTo>
                  <a:pt x="5963066" y="607700"/>
                </a:lnTo>
                <a:lnTo>
                  <a:pt x="5972561" y="607700"/>
                </a:lnTo>
                <a:lnTo>
                  <a:pt x="5982057" y="607700"/>
                </a:lnTo>
                <a:lnTo>
                  <a:pt x="5991552" y="607700"/>
                </a:lnTo>
                <a:lnTo>
                  <a:pt x="6001047" y="607700"/>
                </a:lnTo>
                <a:lnTo>
                  <a:pt x="6010543" y="607700"/>
                </a:lnTo>
                <a:lnTo>
                  <a:pt x="6020038" y="607700"/>
                </a:lnTo>
                <a:lnTo>
                  <a:pt x="6029533" y="607700"/>
                </a:lnTo>
                <a:lnTo>
                  <a:pt x="6039028" y="607700"/>
                </a:lnTo>
                <a:lnTo>
                  <a:pt x="6048524" y="617196"/>
                </a:lnTo>
                <a:lnTo>
                  <a:pt x="6058019" y="617196"/>
                </a:lnTo>
                <a:lnTo>
                  <a:pt x="6067514" y="607700"/>
                </a:lnTo>
                <a:lnTo>
                  <a:pt x="6077010" y="607700"/>
                </a:lnTo>
                <a:lnTo>
                  <a:pt x="6086505" y="617196"/>
                </a:lnTo>
                <a:lnTo>
                  <a:pt x="6096001" y="617196"/>
                </a:lnTo>
                <a:lnTo>
                  <a:pt x="6105496" y="607700"/>
                </a:lnTo>
                <a:lnTo>
                  <a:pt x="6114991" y="607700"/>
                </a:lnTo>
                <a:lnTo>
                  <a:pt x="6124487" y="607700"/>
                </a:lnTo>
                <a:lnTo>
                  <a:pt x="6133981" y="607700"/>
                </a:lnTo>
                <a:lnTo>
                  <a:pt x="6143477" y="607700"/>
                </a:lnTo>
                <a:lnTo>
                  <a:pt x="6152973" y="607700"/>
                </a:lnTo>
                <a:lnTo>
                  <a:pt x="6162468" y="607700"/>
                </a:lnTo>
                <a:lnTo>
                  <a:pt x="6171963" y="607700"/>
                </a:lnTo>
                <a:lnTo>
                  <a:pt x="6181458" y="607700"/>
                </a:lnTo>
                <a:lnTo>
                  <a:pt x="6190954" y="617196"/>
                </a:lnTo>
                <a:lnTo>
                  <a:pt x="6200449" y="617196"/>
                </a:lnTo>
                <a:lnTo>
                  <a:pt x="6209944" y="607700"/>
                </a:lnTo>
                <a:lnTo>
                  <a:pt x="6219440" y="607700"/>
                </a:lnTo>
                <a:lnTo>
                  <a:pt x="6228935" y="617196"/>
                </a:lnTo>
                <a:lnTo>
                  <a:pt x="6238430" y="617196"/>
                </a:lnTo>
                <a:lnTo>
                  <a:pt x="6247926" y="617196"/>
                </a:lnTo>
                <a:lnTo>
                  <a:pt x="6257421" y="607700"/>
                </a:lnTo>
                <a:lnTo>
                  <a:pt x="6266916" y="617196"/>
                </a:lnTo>
                <a:lnTo>
                  <a:pt x="6276412" y="607700"/>
                </a:lnTo>
                <a:lnTo>
                  <a:pt x="6285907" y="607700"/>
                </a:lnTo>
                <a:lnTo>
                  <a:pt x="6295403" y="617196"/>
                </a:lnTo>
                <a:lnTo>
                  <a:pt x="6304897" y="607700"/>
                </a:lnTo>
                <a:lnTo>
                  <a:pt x="6314393" y="607700"/>
                </a:lnTo>
                <a:lnTo>
                  <a:pt x="6323889" y="607700"/>
                </a:lnTo>
                <a:lnTo>
                  <a:pt x="6333384" y="617196"/>
                </a:lnTo>
                <a:lnTo>
                  <a:pt x="6342879" y="607700"/>
                </a:lnTo>
                <a:lnTo>
                  <a:pt x="6352374" y="607700"/>
                </a:lnTo>
                <a:lnTo>
                  <a:pt x="6361870" y="617196"/>
                </a:lnTo>
                <a:lnTo>
                  <a:pt x="6371365" y="617196"/>
                </a:lnTo>
                <a:lnTo>
                  <a:pt x="6380860" y="617196"/>
                </a:lnTo>
                <a:lnTo>
                  <a:pt x="6390356" y="617196"/>
                </a:lnTo>
                <a:lnTo>
                  <a:pt x="6399851" y="617196"/>
                </a:lnTo>
                <a:lnTo>
                  <a:pt x="6409346" y="617196"/>
                </a:lnTo>
                <a:lnTo>
                  <a:pt x="6418842" y="617196"/>
                </a:lnTo>
                <a:lnTo>
                  <a:pt x="6428337" y="617196"/>
                </a:lnTo>
                <a:lnTo>
                  <a:pt x="6437832" y="617196"/>
                </a:lnTo>
                <a:lnTo>
                  <a:pt x="6447327" y="617196"/>
                </a:lnTo>
                <a:lnTo>
                  <a:pt x="6456823" y="617196"/>
                </a:lnTo>
                <a:lnTo>
                  <a:pt x="6466319" y="607700"/>
                </a:lnTo>
                <a:lnTo>
                  <a:pt x="6475813" y="607700"/>
                </a:lnTo>
                <a:lnTo>
                  <a:pt x="6485309" y="617196"/>
                </a:lnTo>
                <a:lnTo>
                  <a:pt x="6494804" y="617196"/>
                </a:lnTo>
                <a:lnTo>
                  <a:pt x="6504299" y="617196"/>
                </a:lnTo>
                <a:lnTo>
                  <a:pt x="6513795" y="617196"/>
                </a:lnTo>
                <a:lnTo>
                  <a:pt x="6523290" y="617196"/>
                </a:lnTo>
                <a:lnTo>
                  <a:pt x="6532786" y="617196"/>
                </a:lnTo>
                <a:lnTo>
                  <a:pt x="6542281" y="607700"/>
                </a:lnTo>
                <a:lnTo>
                  <a:pt x="6551776" y="607700"/>
                </a:lnTo>
                <a:lnTo>
                  <a:pt x="6561272" y="607700"/>
                </a:lnTo>
                <a:lnTo>
                  <a:pt x="6570767" y="617196"/>
                </a:lnTo>
                <a:lnTo>
                  <a:pt x="6580262" y="617196"/>
                </a:lnTo>
                <a:lnTo>
                  <a:pt x="6589758" y="617196"/>
                </a:lnTo>
                <a:lnTo>
                  <a:pt x="6599253" y="617196"/>
                </a:lnTo>
                <a:lnTo>
                  <a:pt x="6608748" y="617196"/>
                </a:lnTo>
                <a:lnTo>
                  <a:pt x="6618243" y="617196"/>
                </a:lnTo>
                <a:lnTo>
                  <a:pt x="6627739" y="617196"/>
                </a:lnTo>
                <a:lnTo>
                  <a:pt x="6637234" y="617196"/>
                </a:lnTo>
                <a:lnTo>
                  <a:pt x="6646729" y="607700"/>
                </a:lnTo>
                <a:lnTo>
                  <a:pt x="6656225" y="617196"/>
                </a:lnTo>
                <a:lnTo>
                  <a:pt x="6665720" y="617196"/>
                </a:lnTo>
                <a:lnTo>
                  <a:pt x="6675215" y="617196"/>
                </a:lnTo>
                <a:lnTo>
                  <a:pt x="6684711" y="617196"/>
                </a:lnTo>
                <a:lnTo>
                  <a:pt x="6694206" y="617196"/>
                </a:lnTo>
                <a:lnTo>
                  <a:pt x="6703702" y="617196"/>
                </a:lnTo>
                <a:lnTo>
                  <a:pt x="6713197" y="617196"/>
                </a:lnTo>
                <a:lnTo>
                  <a:pt x="6722692" y="617196"/>
                </a:lnTo>
                <a:lnTo>
                  <a:pt x="6732188" y="617196"/>
                </a:lnTo>
                <a:lnTo>
                  <a:pt x="6741682" y="617196"/>
                </a:lnTo>
                <a:lnTo>
                  <a:pt x="6751178" y="617196"/>
                </a:lnTo>
                <a:lnTo>
                  <a:pt x="6760673" y="617196"/>
                </a:lnTo>
                <a:lnTo>
                  <a:pt x="6770169" y="617196"/>
                </a:lnTo>
                <a:lnTo>
                  <a:pt x="6779664" y="617196"/>
                </a:lnTo>
                <a:lnTo>
                  <a:pt x="6789159" y="607700"/>
                </a:lnTo>
                <a:lnTo>
                  <a:pt x="6798655" y="617196"/>
                </a:lnTo>
                <a:lnTo>
                  <a:pt x="6808150" y="617196"/>
                </a:lnTo>
                <a:lnTo>
                  <a:pt x="6817645" y="617196"/>
                </a:lnTo>
                <a:lnTo>
                  <a:pt x="6827141" y="617196"/>
                </a:lnTo>
                <a:lnTo>
                  <a:pt x="6836636" y="617196"/>
                </a:lnTo>
                <a:lnTo>
                  <a:pt x="6846131" y="607700"/>
                </a:lnTo>
                <a:lnTo>
                  <a:pt x="6855627" y="617196"/>
                </a:lnTo>
                <a:lnTo>
                  <a:pt x="6865122" y="617196"/>
                </a:lnTo>
                <a:lnTo>
                  <a:pt x="6874618" y="617196"/>
                </a:lnTo>
                <a:lnTo>
                  <a:pt x="6884112" y="617196"/>
                </a:lnTo>
                <a:lnTo>
                  <a:pt x="6893608" y="617196"/>
                </a:lnTo>
                <a:lnTo>
                  <a:pt x="6903104" y="617196"/>
                </a:lnTo>
                <a:lnTo>
                  <a:pt x="6912598" y="617196"/>
                </a:lnTo>
                <a:lnTo>
                  <a:pt x="6922094" y="617196"/>
                </a:lnTo>
                <a:lnTo>
                  <a:pt x="6931589" y="617196"/>
                </a:lnTo>
                <a:lnTo>
                  <a:pt x="6941085" y="617196"/>
                </a:lnTo>
                <a:lnTo>
                  <a:pt x="6950580" y="617196"/>
                </a:lnTo>
                <a:lnTo>
                  <a:pt x="6960075" y="607700"/>
                </a:lnTo>
                <a:lnTo>
                  <a:pt x="6969571" y="617196"/>
                </a:lnTo>
                <a:lnTo>
                  <a:pt x="6979066" y="617196"/>
                </a:lnTo>
                <a:lnTo>
                  <a:pt x="6988561" y="607700"/>
                </a:lnTo>
                <a:lnTo>
                  <a:pt x="6998057" y="617196"/>
                </a:lnTo>
                <a:lnTo>
                  <a:pt x="7007552" y="617196"/>
                </a:lnTo>
                <a:lnTo>
                  <a:pt x="7017047" y="617196"/>
                </a:lnTo>
                <a:lnTo>
                  <a:pt x="7026543" y="617196"/>
                </a:lnTo>
                <a:lnTo>
                  <a:pt x="7036038" y="617196"/>
                </a:lnTo>
                <a:lnTo>
                  <a:pt x="7045534" y="617196"/>
                </a:lnTo>
                <a:lnTo>
                  <a:pt x="7055028" y="617196"/>
                </a:lnTo>
                <a:lnTo>
                  <a:pt x="7064524" y="617196"/>
                </a:lnTo>
                <a:lnTo>
                  <a:pt x="7074019" y="617196"/>
                </a:lnTo>
                <a:lnTo>
                  <a:pt x="7083514" y="617196"/>
                </a:lnTo>
                <a:lnTo>
                  <a:pt x="7093010" y="617196"/>
                </a:lnTo>
                <a:lnTo>
                  <a:pt x="7102505" y="617196"/>
                </a:lnTo>
                <a:lnTo>
                  <a:pt x="7112001" y="617196"/>
                </a:lnTo>
                <a:lnTo>
                  <a:pt x="7121496" y="617196"/>
                </a:lnTo>
                <a:lnTo>
                  <a:pt x="7130991" y="617196"/>
                </a:lnTo>
                <a:lnTo>
                  <a:pt x="7140487" y="617196"/>
                </a:lnTo>
                <a:lnTo>
                  <a:pt x="7149981" y="617196"/>
                </a:lnTo>
                <a:lnTo>
                  <a:pt x="7159477" y="617196"/>
                </a:lnTo>
                <a:lnTo>
                  <a:pt x="7168973" y="617196"/>
                </a:lnTo>
                <a:lnTo>
                  <a:pt x="7178468" y="617196"/>
                </a:lnTo>
                <a:lnTo>
                  <a:pt x="7187963" y="617196"/>
                </a:lnTo>
                <a:lnTo>
                  <a:pt x="7197458" y="617196"/>
                </a:lnTo>
                <a:lnTo>
                  <a:pt x="7206954" y="617196"/>
                </a:lnTo>
                <a:lnTo>
                  <a:pt x="7216449" y="617196"/>
                </a:lnTo>
                <a:lnTo>
                  <a:pt x="7225944" y="617196"/>
                </a:lnTo>
                <a:lnTo>
                  <a:pt x="7235440" y="617196"/>
                </a:lnTo>
                <a:lnTo>
                  <a:pt x="7244935" y="617196"/>
                </a:lnTo>
                <a:lnTo>
                  <a:pt x="7254430" y="617196"/>
                </a:lnTo>
                <a:lnTo>
                  <a:pt x="7263926" y="617196"/>
                </a:lnTo>
                <a:lnTo>
                  <a:pt x="7273421" y="617196"/>
                </a:lnTo>
                <a:lnTo>
                  <a:pt x="7282916" y="617196"/>
                </a:lnTo>
                <a:lnTo>
                  <a:pt x="7292412" y="617196"/>
                </a:lnTo>
                <a:lnTo>
                  <a:pt x="7301907" y="617196"/>
                </a:lnTo>
                <a:lnTo>
                  <a:pt x="7311403" y="617196"/>
                </a:lnTo>
                <a:lnTo>
                  <a:pt x="7320897" y="617196"/>
                </a:lnTo>
                <a:lnTo>
                  <a:pt x="7330393" y="617196"/>
                </a:lnTo>
                <a:lnTo>
                  <a:pt x="7339889" y="617196"/>
                </a:lnTo>
                <a:lnTo>
                  <a:pt x="7349384" y="617196"/>
                </a:lnTo>
                <a:lnTo>
                  <a:pt x="7358879" y="617196"/>
                </a:lnTo>
                <a:lnTo>
                  <a:pt x="7368374" y="617196"/>
                </a:lnTo>
                <a:lnTo>
                  <a:pt x="7377870" y="617196"/>
                </a:lnTo>
                <a:lnTo>
                  <a:pt x="7387365" y="617196"/>
                </a:lnTo>
                <a:lnTo>
                  <a:pt x="7396860" y="617196"/>
                </a:lnTo>
                <a:lnTo>
                  <a:pt x="7406356" y="617196"/>
                </a:lnTo>
                <a:lnTo>
                  <a:pt x="7415851" y="617196"/>
                </a:lnTo>
                <a:lnTo>
                  <a:pt x="7425346" y="617196"/>
                </a:lnTo>
                <a:lnTo>
                  <a:pt x="7434842" y="617196"/>
                </a:lnTo>
                <a:lnTo>
                  <a:pt x="7444337" y="617196"/>
                </a:lnTo>
                <a:lnTo>
                  <a:pt x="7453832" y="617196"/>
                </a:lnTo>
                <a:lnTo>
                  <a:pt x="7463327" y="617196"/>
                </a:lnTo>
                <a:lnTo>
                  <a:pt x="7472823" y="617196"/>
                </a:lnTo>
                <a:lnTo>
                  <a:pt x="7482319" y="617196"/>
                </a:lnTo>
                <a:lnTo>
                  <a:pt x="7491813" y="617196"/>
                </a:lnTo>
                <a:lnTo>
                  <a:pt x="7501309" y="617196"/>
                </a:lnTo>
                <a:lnTo>
                  <a:pt x="7510804" y="617196"/>
                </a:lnTo>
                <a:lnTo>
                  <a:pt x="7520299" y="617196"/>
                </a:lnTo>
                <a:lnTo>
                  <a:pt x="7529795" y="617196"/>
                </a:lnTo>
                <a:lnTo>
                  <a:pt x="7539290" y="617196"/>
                </a:lnTo>
                <a:lnTo>
                  <a:pt x="7548786" y="617196"/>
                </a:lnTo>
                <a:lnTo>
                  <a:pt x="7558281" y="617196"/>
                </a:lnTo>
                <a:lnTo>
                  <a:pt x="7567776" y="617196"/>
                </a:lnTo>
                <a:lnTo>
                  <a:pt x="7577272" y="617196"/>
                </a:lnTo>
                <a:lnTo>
                  <a:pt x="7586767" y="617196"/>
                </a:lnTo>
                <a:lnTo>
                  <a:pt x="7596262" y="617196"/>
                </a:lnTo>
                <a:lnTo>
                  <a:pt x="7605758" y="617196"/>
                </a:lnTo>
                <a:lnTo>
                  <a:pt x="7615253" y="617196"/>
                </a:lnTo>
                <a:lnTo>
                  <a:pt x="7624748" y="617196"/>
                </a:lnTo>
                <a:lnTo>
                  <a:pt x="7634243" y="617196"/>
                </a:lnTo>
                <a:lnTo>
                  <a:pt x="7643739" y="617196"/>
                </a:lnTo>
                <a:lnTo>
                  <a:pt x="7653234" y="617196"/>
                </a:lnTo>
                <a:lnTo>
                  <a:pt x="7662729" y="617196"/>
                </a:lnTo>
                <a:lnTo>
                  <a:pt x="7672225" y="607700"/>
                </a:lnTo>
                <a:lnTo>
                  <a:pt x="7681720" y="617196"/>
                </a:lnTo>
                <a:lnTo>
                  <a:pt x="7691215" y="617196"/>
                </a:lnTo>
                <a:lnTo>
                  <a:pt x="7700711" y="617196"/>
                </a:lnTo>
                <a:lnTo>
                  <a:pt x="7710206" y="617196"/>
                </a:lnTo>
                <a:lnTo>
                  <a:pt x="7719702" y="617196"/>
                </a:lnTo>
                <a:lnTo>
                  <a:pt x="7729197" y="617196"/>
                </a:lnTo>
                <a:lnTo>
                  <a:pt x="7738692" y="617196"/>
                </a:lnTo>
                <a:lnTo>
                  <a:pt x="7748188" y="617196"/>
                </a:lnTo>
                <a:lnTo>
                  <a:pt x="7757682" y="617196"/>
                </a:lnTo>
                <a:lnTo>
                  <a:pt x="7767178" y="607700"/>
                </a:lnTo>
                <a:lnTo>
                  <a:pt x="7776673" y="617196"/>
                </a:lnTo>
                <a:lnTo>
                  <a:pt x="7786169" y="617196"/>
                </a:lnTo>
                <a:lnTo>
                  <a:pt x="7795664" y="617196"/>
                </a:lnTo>
                <a:lnTo>
                  <a:pt x="7805159" y="617196"/>
                </a:lnTo>
                <a:lnTo>
                  <a:pt x="7814655" y="617196"/>
                </a:lnTo>
                <a:lnTo>
                  <a:pt x="7824150" y="617196"/>
                </a:lnTo>
                <a:lnTo>
                  <a:pt x="7833645" y="617196"/>
                </a:lnTo>
                <a:lnTo>
                  <a:pt x="7843141" y="617196"/>
                </a:lnTo>
                <a:lnTo>
                  <a:pt x="7852636" y="617196"/>
                </a:lnTo>
                <a:lnTo>
                  <a:pt x="7862131" y="617196"/>
                </a:lnTo>
                <a:lnTo>
                  <a:pt x="7871627" y="617196"/>
                </a:lnTo>
                <a:lnTo>
                  <a:pt x="7881122" y="617196"/>
                </a:lnTo>
                <a:lnTo>
                  <a:pt x="7890618" y="617196"/>
                </a:lnTo>
                <a:lnTo>
                  <a:pt x="7900112" y="617196"/>
                </a:lnTo>
                <a:lnTo>
                  <a:pt x="7909608" y="617196"/>
                </a:lnTo>
                <a:lnTo>
                  <a:pt x="7919104" y="617196"/>
                </a:lnTo>
                <a:lnTo>
                  <a:pt x="7928598" y="617196"/>
                </a:lnTo>
                <a:lnTo>
                  <a:pt x="7938094" y="617196"/>
                </a:lnTo>
                <a:lnTo>
                  <a:pt x="7947589" y="617196"/>
                </a:lnTo>
                <a:lnTo>
                  <a:pt x="7957085" y="617196"/>
                </a:lnTo>
                <a:lnTo>
                  <a:pt x="7966580" y="617196"/>
                </a:lnTo>
                <a:lnTo>
                  <a:pt x="7976075" y="617196"/>
                </a:lnTo>
                <a:lnTo>
                  <a:pt x="7985571" y="617196"/>
                </a:lnTo>
                <a:lnTo>
                  <a:pt x="7995066" y="617196"/>
                </a:lnTo>
                <a:lnTo>
                  <a:pt x="8004561" y="617196"/>
                </a:lnTo>
                <a:lnTo>
                  <a:pt x="8014057" y="617196"/>
                </a:lnTo>
                <a:lnTo>
                  <a:pt x="8023552" y="617196"/>
                </a:lnTo>
                <a:lnTo>
                  <a:pt x="8033047" y="617196"/>
                </a:lnTo>
                <a:lnTo>
                  <a:pt x="8042543" y="617196"/>
                </a:lnTo>
                <a:lnTo>
                  <a:pt x="8052038" y="617196"/>
                </a:lnTo>
                <a:lnTo>
                  <a:pt x="8061534" y="617196"/>
                </a:lnTo>
                <a:lnTo>
                  <a:pt x="8071028" y="617196"/>
                </a:lnTo>
                <a:lnTo>
                  <a:pt x="8080524" y="617196"/>
                </a:lnTo>
                <a:lnTo>
                  <a:pt x="8090019" y="617196"/>
                </a:lnTo>
                <a:lnTo>
                  <a:pt x="8099514" y="617196"/>
                </a:lnTo>
                <a:lnTo>
                  <a:pt x="8109010" y="607700"/>
                </a:lnTo>
                <a:lnTo>
                  <a:pt x="8118505" y="617196"/>
                </a:lnTo>
                <a:lnTo>
                  <a:pt x="8128001" y="617196"/>
                </a:lnTo>
                <a:lnTo>
                  <a:pt x="8137496" y="617196"/>
                </a:lnTo>
                <a:lnTo>
                  <a:pt x="8146991" y="617196"/>
                </a:lnTo>
                <a:lnTo>
                  <a:pt x="8156487" y="617196"/>
                </a:lnTo>
                <a:lnTo>
                  <a:pt x="8165981" y="617196"/>
                </a:lnTo>
                <a:lnTo>
                  <a:pt x="8175477" y="617196"/>
                </a:lnTo>
                <a:lnTo>
                  <a:pt x="8184973" y="617196"/>
                </a:lnTo>
                <a:lnTo>
                  <a:pt x="8194468" y="617196"/>
                </a:lnTo>
                <a:lnTo>
                  <a:pt x="8203963" y="617196"/>
                </a:lnTo>
                <a:lnTo>
                  <a:pt x="8213458" y="617196"/>
                </a:lnTo>
                <a:lnTo>
                  <a:pt x="8222954" y="617196"/>
                </a:lnTo>
                <a:lnTo>
                  <a:pt x="8232449" y="617196"/>
                </a:lnTo>
                <a:lnTo>
                  <a:pt x="8241944" y="617196"/>
                </a:lnTo>
                <a:lnTo>
                  <a:pt x="8251440" y="617196"/>
                </a:lnTo>
                <a:lnTo>
                  <a:pt x="8260935" y="617196"/>
                </a:lnTo>
                <a:lnTo>
                  <a:pt x="8270430" y="617196"/>
                </a:lnTo>
                <a:lnTo>
                  <a:pt x="8279926" y="617196"/>
                </a:lnTo>
                <a:lnTo>
                  <a:pt x="8289421" y="617196"/>
                </a:lnTo>
                <a:lnTo>
                  <a:pt x="8298917" y="617196"/>
                </a:lnTo>
                <a:lnTo>
                  <a:pt x="8308412" y="617196"/>
                </a:lnTo>
                <a:lnTo>
                  <a:pt x="8317907" y="617196"/>
                </a:lnTo>
                <a:lnTo>
                  <a:pt x="8327403" y="617196"/>
                </a:lnTo>
                <a:lnTo>
                  <a:pt x="8336897" y="617196"/>
                </a:lnTo>
                <a:lnTo>
                  <a:pt x="8346393" y="617196"/>
                </a:lnTo>
                <a:lnTo>
                  <a:pt x="8355889" y="617196"/>
                </a:lnTo>
                <a:lnTo>
                  <a:pt x="8365384" y="617196"/>
                </a:lnTo>
                <a:lnTo>
                  <a:pt x="8374879" y="617196"/>
                </a:lnTo>
                <a:lnTo>
                  <a:pt x="8384374" y="617196"/>
                </a:lnTo>
                <a:lnTo>
                  <a:pt x="8393870" y="617196"/>
                </a:lnTo>
                <a:lnTo>
                  <a:pt x="8403365" y="617196"/>
                </a:lnTo>
                <a:lnTo>
                  <a:pt x="8412860" y="617196"/>
                </a:lnTo>
                <a:lnTo>
                  <a:pt x="8422356" y="617196"/>
                </a:lnTo>
                <a:lnTo>
                  <a:pt x="8431851" y="617196"/>
                </a:lnTo>
                <a:lnTo>
                  <a:pt x="8441346" y="617196"/>
                </a:lnTo>
                <a:lnTo>
                  <a:pt x="8450842" y="617196"/>
                </a:lnTo>
                <a:lnTo>
                  <a:pt x="8460337" y="617196"/>
                </a:lnTo>
                <a:lnTo>
                  <a:pt x="8469832" y="617196"/>
                </a:lnTo>
                <a:lnTo>
                  <a:pt x="8479327" y="617196"/>
                </a:lnTo>
                <a:lnTo>
                  <a:pt x="8488823" y="617196"/>
                </a:lnTo>
                <a:lnTo>
                  <a:pt x="8498319" y="617196"/>
                </a:lnTo>
                <a:lnTo>
                  <a:pt x="8507813" y="617196"/>
                </a:lnTo>
                <a:lnTo>
                  <a:pt x="8517309" y="617196"/>
                </a:lnTo>
                <a:lnTo>
                  <a:pt x="8526804" y="617196"/>
                </a:lnTo>
                <a:lnTo>
                  <a:pt x="8536300" y="617196"/>
                </a:lnTo>
                <a:lnTo>
                  <a:pt x="8545795" y="617196"/>
                </a:lnTo>
                <a:lnTo>
                  <a:pt x="8555290" y="617196"/>
                </a:lnTo>
                <a:lnTo>
                  <a:pt x="8564786" y="617196"/>
                </a:lnTo>
                <a:lnTo>
                  <a:pt x="8574281" y="617196"/>
                </a:lnTo>
                <a:lnTo>
                  <a:pt x="8583776" y="617196"/>
                </a:lnTo>
                <a:lnTo>
                  <a:pt x="8593272" y="617196"/>
                </a:lnTo>
                <a:lnTo>
                  <a:pt x="8602767" y="617196"/>
                </a:lnTo>
                <a:lnTo>
                  <a:pt x="8612262" y="617196"/>
                </a:lnTo>
                <a:lnTo>
                  <a:pt x="8621758" y="617196"/>
                </a:lnTo>
                <a:lnTo>
                  <a:pt x="8631253" y="617196"/>
                </a:lnTo>
                <a:lnTo>
                  <a:pt x="8640748" y="617196"/>
                </a:lnTo>
                <a:lnTo>
                  <a:pt x="8650243" y="617196"/>
                </a:lnTo>
                <a:lnTo>
                  <a:pt x="8659739" y="617196"/>
                </a:lnTo>
                <a:lnTo>
                  <a:pt x="8669234" y="617196"/>
                </a:lnTo>
                <a:lnTo>
                  <a:pt x="8678729" y="617196"/>
                </a:lnTo>
                <a:lnTo>
                  <a:pt x="8688225" y="617196"/>
                </a:lnTo>
                <a:lnTo>
                  <a:pt x="8697720" y="617196"/>
                </a:lnTo>
                <a:lnTo>
                  <a:pt x="8707215" y="617196"/>
                </a:lnTo>
                <a:lnTo>
                  <a:pt x="8716711" y="617196"/>
                </a:lnTo>
                <a:lnTo>
                  <a:pt x="8726206" y="617196"/>
                </a:lnTo>
                <a:lnTo>
                  <a:pt x="8735702" y="617196"/>
                </a:lnTo>
                <a:lnTo>
                  <a:pt x="8745197" y="617196"/>
                </a:lnTo>
                <a:lnTo>
                  <a:pt x="8754692" y="617196"/>
                </a:lnTo>
                <a:lnTo>
                  <a:pt x="8764188" y="617196"/>
                </a:lnTo>
                <a:lnTo>
                  <a:pt x="8773683" y="617196"/>
                </a:lnTo>
                <a:lnTo>
                  <a:pt x="8783178" y="617196"/>
                </a:lnTo>
                <a:lnTo>
                  <a:pt x="8792673" y="617196"/>
                </a:lnTo>
                <a:lnTo>
                  <a:pt x="8802169" y="617196"/>
                </a:lnTo>
                <a:lnTo>
                  <a:pt x="8811664" y="617196"/>
                </a:lnTo>
                <a:lnTo>
                  <a:pt x="8821159" y="617196"/>
                </a:lnTo>
                <a:lnTo>
                  <a:pt x="8830655" y="617196"/>
                </a:lnTo>
                <a:lnTo>
                  <a:pt x="8840150" y="617196"/>
                </a:lnTo>
                <a:lnTo>
                  <a:pt x="8849645" y="617196"/>
                </a:lnTo>
                <a:lnTo>
                  <a:pt x="8859141" y="617196"/>
                </a:lnTo>
                <a:lnTo>
                  <a:pt x="8868636" y="617196"/>
                </a:lnTo>
                <a:lnTo>
                  <a:pt x="8878131" y="617196"/>
                </a:lnTo>
                <a:lnTo>
                  <a:pt x="8887627" y="617196"/>
                </a:lnTo>
                <a:lnTo>
                  <a:pt x="8897122" y="617196"/>
                </a:lnTo>
                <a:lnTo>
                  <a:pt x="8906618" y="617196"/>
                </a:lnTo>
                <a:lnTo>
                  <a:pt x="8916112" y="617196"/>
                </a:lnTo>
                <a:lnTo>
                  <a:pt x="8925608" y="617196"/>
                </a:lnTo>
                <a:lnTo>
                  <a:pt x="8935104" y="617196"/>
                </a:lnTo>
                <a:lnTo>
                  <a:pt x="8944598" y="617196"/>
                </a:lnTo>
                <a:lnTo>
                  <a:pt x="8954094" y="617196"/>
                </a:lnTo>
                <a:lnTo>
                  <a:pt x="8963589" y="617196"/>
                </a:lnTo>
                <a:lnTo>
                  <a:pt x="8973085" y="617196"/>
                </a:lnTo>
                <a:lnTo>
                  <a:pt x="8982580" y="617196"/>
                </a:lnTo>
                <a:lnTo>
                  <a:pt x="8992075" y="617196"/>
                </a:lnTo>
                <a:lnTo>
                  <a:pt x="9001571" y="617196"/>
                </a:lnTo>
                <a:lnTo>
                  <a:pt x="9011066" y="617196"/>
                </a:lnTo>
                <a:lnTo>
                  <a:pt x="9020561" y="617196"/>
                </a:lnTo>
                <a:lnTo>
                  <a:pt x="9030057" y="617196"/>
                </a:lnTo>
                <a:lnTo>
                  <a:pt x="9039552" y="617196"/>
                </a:lnTo>
                <a:lnTo>
                  <a:pt x="9049047" y="617196"/>
                </a:lnTo>
                <a:lnTo>
                  <a:pt x="9058543" y="617196"/>
                </a:lnTo>
                <a:lnTo>
                  <a:pt x="9068038" y="617196"/>
                </a:lnTo>
                <a:lnTo>
                  <a:pt x="9077534" y="617196"/>
                </a:lnTo>
                <a:lnTo>
                  <a:pt x="9087028" y="617196"/>
                </a:lnTo>
                <a:lnTo>
                  <a:pt x="9096524" y="617196"/>
                </a:lnTo>
                <a:lnTo>
                  <a:pt x="9106019" y="607700"/>
                </a:lnTo>
                <a:lnTo>
                  <a:pt x="9115514" y="617196"/>
                </a:lnTo>
                <a:lnTo>
                  <a:pt x="9125010" y="607700"/>
                </a:lnTo>
                <a:lnTo>
                  <a:pt x="9134505" y="617196"/>
                </a:lnTo>
                <a:lnTo>
                  <a:pt x="9144001" y="607700"/>
                </a:lnTo>
                <a:lnTo>
                  <a:pt x="9153496" y="607700"/>
                </a:lnTo>
                <a:lnTo>
                  <a:pt x="9162991" y="607700"/>
                </a:lnTo>
                <a:lnTo>
                  <a:pt x="9172487" y="607700"/>
                </a:lnTo>
                <a:lnTo>
                  <a:pt x="9181981" y="607700"/>
                </a:lnTo>
                <a:lnTo>
                  <a:pt x="9191477" y="598205"/>
                </a:lnTo>
                <a:lnTo>
                  <a:pt x="9200973" y="607700"/>
                </a:lnTo>
                <a:lnTo>
                  <a:pt x="9210468" y="598205"/>
                </a:lnTo>
                <a:lnTo>
                  <a:pt x="9219963" y="607700"/>
                </a:lnTo>
                <a:lnTo>
                  <a:pt x="9229458" y="598205"/>
                </a:lnTo>
                <a:lnTo>
                  <a:pt x="9238954" y="598205"/>
                </a:lnTo>
                <a:lnTo>
                  <a:pt x="9248450" y="598205"/>
                </a:lnTo>
                <a:lnTo>
                  <a:pt x="9257944" y="588710"/>
                </a:lnTo>
                <a:lnTo>
                  <a:pt x="9267440" y="588710"/>
                </a:lnTo>
                <a:lnTo>
                  <a:pt x="9276935" y="579214"/>
                </a:lnTo>
                <a:lnTo>
                  <a:pt x="9286430" y="579214"/>
                </a:lnTo>
                <a:lnTo>
                  <a:pt x="9295926" y="579214"/>
                </a:lnTo>
                <a:lnTo>
                  <a:pt x="9305421" y="579214"/>
                </a:lnTo>
                <a:lnTo>
                  <a:pt x="9314917" y="569719"/>
                </a:lnTo>
                <a:lnTo>
                  <a:pt x="9324412" y="560224"/>
                </a:lnTo>
                <a:lnTo>
                  <a:pt x="9333907" y="560224"/>
                </a:lnTo>
                <a:lnTo>
                  <a:pt x="9343403" y="550728"/>
                </a:lnTo>
                <a:lnTo>
                  <a:pt x="9352897" y="550728"/>
                </a:lnTo>
                <a:lnTo>
                  <a:pt x="9362393" y="550728"/>
                </a:lnTo>
                <a:lnTo>
                  <a:pt x="9371889" y="541233"/>
                </a:lnTo>
                <a:lnTo>
                  <a:pt x="9381384" y="531738"/>
                </a:lnTo>
                <a:lnTo>
                  <a:pt x="9390879" y="541233"/>
                </a:lnTo>
                <a:lnTo>
                  <a:pt x="9400374" y="531738"/>
                </a:lnTo>
                <a:lnTo>
                  <a:pt x="9409870" y="531738"/>
                </a:lnTo>
                <a:lnTo>
                  <a:pt x="9419365" y="522242"/>
                </a:lnTo>
                <a:lnTo>
                  <a:pt x="9428860" y="512747"/>
                </a:lnTo>
                <a:lnTo>
                  <a:pt x="9438356" y="512747"/>
                </a:lnTo>
                <a:lnTo>
                  <a:pt x="9447851" y="503252"/>
                </a:lnTo>
                <a:lnTo>
                  <a:pt x="9457346" y="493757"/>
                </a:lnTo>
                <a:lnTo>
                  <a:pt x="9466842" y="484261"/>
                </a:lnTo>
                <a:lnTo>
                  <a:pt x="9476337" y="474766"/>
                </a:lnTo>
                <a:lnTo>
                  <a:pt x="9485833" y="465270"/>
                </a:lnTo>
                <a:lnTo>
                  <a:pt x="9495327" y="446280"/>
                </a:lnTo>
                <a:lnTo>
                  <a:pt x="9504823" y="436784"/>
                </a:lnTo>
                <a:lnTo>
                  <a:pt x="9514319" y="436784"/>
                </a:lnTo>
                <a:lnTo>
                  <a:pt x="9523813" y="427289"/>
                </a:lnTo>
                <a:lnTo>
                  <a:pt x="9533309" y="408299"/>
                </a:lnTo>
                <a:lnTo>
                  <a:pt x="9542804" y="408299"/>
                </a:lnTo>
                <a:lnTo>
                  <a:pt x="9552300" y="408299"/>
                </a:lnTo>
                <a:lnTo>
                  <a:pt x="9561795" y="398803"/>
                </a:lnTo>
                <a:lnTo>
                  <a:pt x="9571290" y="408299"/>
                </a:lnTo>
                <a:lnTo>
                  <a:pt x="9580786" y="398803"/>
                </a:lnTo>
                <a:lnTo>
                  <a:pt x="9590281" y="408299"/>
                </a:lnTo>
                <a:lnTo>
                  <a:pt x="9599776" y="417794"/>
                </a:lnTo>
                <a:lnTo>
                  <a:pt x="9609272" y="427289"/>
                </a:lnTo>
                <a:lnTo>
                  <a:pt x="9618767" y="427289"/>
                </a:lnTo>
                <a:lnTo>
                  <a:pt x="9628262" y="436784"/>
                </a:lnTo>
                <a:lnTo>
                  <a:pt x="9637758" y="455775"/>
                </a:lnTo>
                <a:lnTo>
                  <a:pt x="9647253" y="455775"/>
                </a:lnTo>
                <a:lnTo>
                  <a:pt x="9656748" y="465270"/>
                </a:lnTo>
                <a:lnTo>
                  <a:pt x="9666243" y="465270"/>
                </a:lnTo>
                <a:lnTo>
                  <a:pt x="9675739" y="474766"/>
                </a:lnTo>
                <a:lnTo>
                  <a:pt x="9685234" y="493757"/>
                </a:lnTo>
                <a:lnTo>
                  <a:pt x="9694729" y="493757"/>
                </a:lnTo>
              </a:path>
            </a:pathLst>
          </a:custGeom>
          <a:noFill/>
          <a:ln w="12700" cap="flat" cmpd="sng" algn="ctr">
            <a:solidFill>
              <a:srgbClr val="80008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8661814-0520-690B-6CA5-C9965A1E96A1}"/>
              </a:ext>
            </a:extLst>
          </p:cNvPr>
          <p:cNvSpPr txBox="1"/>
          <p:nvPr/>
        </p:nvSpPr>
        <p:spPr>
          <a:xfrm>
            <a:off x="10955644" y="4568088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91.97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CC2FE56-92C8-1204-3B0F-83705D269308}"/>
              </a:ext>
            </a:extLst>
          </p:cNvPr>
          <p:cNvSpPr txBox="1"/>
          <p:nvPr/>
        </p:nvSpPr>
        <p:spPr>
          <a:xfrm>
            <a:off x="1488803" y="4739004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90.02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0CBFDBD-AEF1-4B7F-00A9-B22C234DD0FD}"/>
              </a:ext>
            </a:extLst>
          </p:cNvPr>
          <p:cNvSpPr txBox="1"/>
          <p:nvPr/>
        </p:nvSpPr>
        <p:spPr>
          <a:xfrm>
            <a:off x="6682747" y="4767490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91.09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88B335B-CCDB-52B7-C994-250BB14BBFCD}"/>
              </a:ext>
            </a:extLst>
          </p:cNvPr>
          <p:cNvSpPr txBox="1"/>
          <p:nvPr/>
        </p:nvSpPr>
        <p:spPr>
          <a:xfrm>
            <a:off x="6863159" y="4776985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91.13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DF45031-29A3-D9CB-3EA7-47E3082DA302}"/>
              </a:ext>
            </a:extLst>
          </p:cNvPr>
          <p:cNvSpPr txBox="1"/>
          <p:nvPr/>
        </p:nvSpPr>
        <p:spPr>
          <a:xfrm>
            <a:off x="6768205" y="4473134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91.11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8CD66DC-991C-BFDC-7A8F-9453EA2D913A}"/>
              </a:ext>
            </a:extLst>
          </p:cNvPr>
          <p:cNvSpPr txBox="1"/>
          <p:nvPr/>
        </p:nvSpPr>
        <p:spPr>
          <a:xfrm>
            <a:off x="2362373" y="4776985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90.20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11DB346-E5A4-85D9-1586-882A44E3E167}"/>
              </a:ext>
            </a:extLst>
          </p:cNvPr>
          <p:cNvSpPr txBox="1"/>
          <p:nvPr/>
        </p:nvSpPr>
        <p:spPr>
          <a:xfrm>
            <a:off x="2514298" y="4776985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90.23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7E90EE6-07BA-7F62-5B82-36AC499157BF}"/>
              </a:ext>
            </a:extLst>
          </p:cNvPr>
          <p:cNvSpPr txBox="1"/>
          <p:nvPr/>
        </p:nvSpPr>
        <p:spPr>
          <a:xfrm>
            <a:off x="1452785" y="4279366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*2 Sep 25- 1-1- NPs-400 um-negative-005.tdc - Ions 400µm 47655321 cts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E983149-247F-CD94-52A1-492CED616B14}"/>
              </a:ext>
            </a:extLst>
          </p:cNvPr>
          <p:cNvSpPr txBox="1"/>
          <p:nvPr/>
        </p:nvSpPr>
        <p:spPr>
          <a:xfrm>
            <a:off x="914400" y="5587999"/>
            <a:ext cx="8293100" cy="4064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Enter Slide Comments Here</a:t>
            </a:r>
          </a:p>
        </p:txBody>
      </p:sp>
    </p:spTree>
    <p:extLst>
      <p:ext uri="{BB962C8B-B14F-4D97-AF65-F5344CB8AC3E}">
        <p14:creationId xmlns:p14="http://schemas.microsoft.com/office/powerpoint/2010/main" val="3266258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D2599-46F9-5E78-1BDA-23F44208A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04F27-1BD1-8780-C95B-59781E982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0.1 </a:t>
            </a:r>
            <a:r>
              <a:rPr lang="en-CA" dirty="0"/>
              <a:t>ppm Se-PS-NPs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6519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22C5BC4-F397-5FAD-55A0-EEA9C50B23C1}"/>
              </a:ext>
            </a:extLst>
          </p:cNvPr>
          <p:cNvSpPr txBox="1"/>
          <p:nvPr/>
        </p:nvSpPr>
        <p:spPr>
          <a:xfrm>
            <a:off x="1117600" y="990600"/>
            <a:ext cx="10160000" cy="3429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pt-BR" sz="2800">
                <a:latin typeface="Arial" panose="020B0604020202020204" pitchFamily="34" charset="0"/>
              </a:rPr>
              <a:t>2 Sep 25- 1-0.1- NPs-400 um-postive-002-good</a:t>
            </a:r>
            <a:endParaRPr lang="en-US" sz="2800"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42F412-4E41-23A2-AD7D-1CFD8AC8D5B5}"/>
              </a:ext>
            </a:extLst>
          </p:cNvPr>
          <p:cNvSpPr txBox="1"/>
          <p:nvPr/>
        </p:nvSpPr>
        <p:spPr>
          <a:xfrm>
            <a:off x="914400" y="1460499"/>
            <a:ext cx="10363200" cy="2540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+ Ions, xxx µm analysis area (xxx µm scale bar)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808750-A73B-FEA4-8CE2-8F6160F30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551" y="2202916"/>
            <a:ext cx="2563738" cy="25637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6DA3B05-D329-F76B-999A-539B06EE6073}"/>
              </a:ext>
            </a:extLst>
          </p:cNvPr>
          <p:cNvSpPr txBox="1"/>
          <p:nvPr/>
        </p:nvSpPr>
        <p:spPr>
          <a:xfrm>
            <a:off x="91155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Total_Ion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20735271; Max: 575; Scale: 100µm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44C7198-0623-73FE-E342-2CA128483E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3271" y="2202916"/>
            <a:ext cx="2563738" cy="25637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B224D18-94D6-8529-4A81-FC0F9764B780}"/>
              </a:ext>
            </a:extLst>
          </p:cNvPr>
          <p:cNvSpPr txBox="1"/>
          <p:nvPr/>
        </p:nvSpPr>
        <p:spPr>
          <a:xfrm>
            <a:off x="351327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fr-FR" sz="800">
                <a:latin typeface="Arial" panose="020B0604020202020204" pitchFamily="34" charset="0"/>
              </a:rPr>
              <a:t>Se -  79.97 (256x256)</a:t>
            </a:r>
          </a:p>
          <a:p>
            <a:pPr algn="ctr"/>
            <a:r>
              <a:rPr lang="fr-FR" sz="800">
                <a:latin typeface="Arial" panose="020B0604020202020204" pitchFamily="34" charset="0"/>
              </a:rPr>
              <a:t>Cts: 11029; Max: 4; Scale: 100µm</a:t>
            </a:r>
            <a:endParaRPr lang="en-US" sz="800"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02542DD-5838-AAEB-BC31-59A68E6067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14991" y="2202916"/>
            <a:ext cx="2563738" cy="25637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EA8715B-4119-09D6-0C64-640B75843CAF}"/>
              </a:ext>
            </a:extLst>
          </p:cNvPr>
          <p:cNvSpPr txBox="1"/>
          <p:nvPr/>
        </p:nvSpPr>
        <p:spPr>
          <a:xfrm>
            <a:off x="611499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91.055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38217; Max: 11; Scale: 100µm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0A03E3E-8742-C254-055C-50A3BC66B2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6711" y="2202916"/>
            <a:ext cx="2563738" cy="256373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416A617-7816-83B1-D478-28EC0E74142D}"/>
              </a:ext>
            </a:extLst>
          </p:cNvPr>
          <p:cNvSpPr txBox="1"/>
          <p:nvPr/>
        </p:nvSpPr>
        <p:spPr>
          <a:xfrm>
            <a:off x="871671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OVERLAY</a:t>
            </a:r>
          </a:p>
          <a:p>
            <a:pPr algn="ctr"/>
            <a:endParaRPr lang="en-US" sz="800"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2CEBBC-DD02-DE82-0E08-6C4FAC56EDFD}"/>
              </a:ext>
            </a:extLst>
          </p:cNvPr>
          <p:cNvSpPr txBox="1"/>
          <p:nvPr/>
        </p:nvSpPr>
        <p:spPr>
          <a:xfrm>
            <a:off x="914400" y="5587999"/>
            <a:ext cx="8293100" cy="4064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Enter Slide Comments Here</a:t>
            </a:r>
          </a:p>
        </p:txBody>
      </p:sp>
    </p:spTree>
    <p:extLst>
      <p:ext uri="{BB962C8B-B14F-4D97-AF65-F5344CB8AC3E}">
        <p14:creationId xmlns:p14="http://schemas.microsoft.com/office/powerpoint/2010/main" val="9754042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C6B7D47-0808-8B42-0750-BCBBC7DEDAA8}"/>
              </a:ext>
            </a:extLst>
          </p:cNvPr>
          <p:cNvSpPr txBox="1"/>
          <p:nvPr/>
        </p:nvSpPr>
        <p:spPr>
          <a:xfrm>
            <a:off x="1117600" y="990600"/>
            <a:ext cx="10160000" cy="3429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pt-BR" sz="2800">
                <a:latin typeface="Arial" panose="020B0604020202020204" pitchFamily="34" charset="0"/>
              </a:rPr>
              <a:t>2 Sep 25- 1-0.1- NPs-400 um-postive-002-good</a:t>
            </a:r>
            <a:endParaRPr lang="en-US" sz="2800"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01F91-8044-7BE0-1366-951E91593004}"/>
              </a:ext>
            </a:extLst>
          </p:cNvPr>
          <p:cNvSpPr txBox="1"/>
          <p:nvPr/>
        </p:nvSpPr>
        <p:spPr>
          <a:xfrm>
            <a:off x="1420139" y="2459290"/>
            <a:ext cx="25519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6165A8-4A6B-5C2E-BF63-029CB10FBBEF}"/>
              </a:ext>
            </a:extLst>
          </p:cNvPr>
          <p:cNvSpPr txBox="1"/>
          <p:nvPr/>
        </p:nvSpPr>
        <p:spPr>
          <a:xfrm>
            <a:off x="3326668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EFE491-D5A5-F26D-84BC-A668EA63CA62}"/>
              </a:ext>
            </a:extLst>
          </p:cNvPr>
          <p:cNvSpPr txBox="1"/>
          <p:nvPr/>
        </p:nvSpPr>
        <p:spPr>
          <a:xfrm>
            <a:off x="5263715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06D174-2C15-2F12-BFA8-A3CC0C966077}"/>
              </a:ext>
            </a:extLst>
          </p:cNvPr>
          <p:cNvSpPr txBox="1"/>
          <p:nvPr/>
        </p:nvSpPr>
        <p:spPr>
          <a:xfrm>
            <a:off x="7210257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F2FC21-2EA9-6DD7-2ACC-6D0DE137775A}"/>
              </a:ext>
            </a:extLst>
          </p:cNvPr>
          <p:cNvSpPr txBox="1"/>
          <p:nvPr/>
        </p:nvSpPr>
        <p:spPr>
          <a:xfrm>
            <a:off x="9147303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80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8C2228C-D40E-C1E0-BECE-A743F29EF137}"/>
              </a:ext>
            </a:extLst>
          </p:cNvPr>
          <p:cNvSpPr/>
          <p:nvPr/>
        </p:nvSpPr>
        <p:spPr bwMode="auto">
          <a:xfrm>
            <a:off x="1547738" y="2373832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75962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47476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75962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47476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75962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47476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75962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EA0BE7-5538-5B92-6DC4-3FDF222C491C}"/>
              </a:ext>
            </a:extLst>
          </p:cNvPr>
          <p:cNvSpPr txBox="1"/>
          <p:nvPr/>
        </p:nvSpPr>
        <p:spPr>
          <a:xfrm>
            <a:off x="5968482" y="2630206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E66C5D0-D2FE-6434-57CE-9FCB664840D5}"/>
              </a:ext>
            </a:extLst>
          </p:cNvPr>
          <p:cNvSpPr/>
          <p:nvPr/>
        </p:nvSpPr>
        <p:spPr bwMode="auto">
          <a:xfrm>
            <a:off x="1547738" y="1623701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D0ACA2-89FA-0693-4554-753F3BA9BE7E}"/>
              </a:ext>
            </a:extLst>
          </p:cNvPr>
          <p:cNvSpPr txBox="1"/>
          <p:nvPr/>
        </p:nvSpPr>
        <p:spPr>
          <a:xfrm>
            <a:off x="1193617" y="2250721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4D2048-F3BA-5C17-F5AB-CCE8B9FC045B}"/>
              </a:ext>
            </a:extLst>
          </p:cNvPr>
          <p:cNvSpPr txBox="1"/>
          <p:nvPr/>
        </p:nvSpPr>
        <p:spPr>
          <a:xfrm>
            <a:off x="1193617" y="2136777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726955-7800-FAA0-CD87-BB7C0BBD5403}"/>
              </a:ext>
            </a:extLst>
          </p:cNvPr>
          <p:cNvSpPr txBox="1"/>
          <p:nvPr/>
        </p:nvSpPr>
        <p:spPr>
          <a:xfrm>
            <a:off x="1193617" y="2022834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14832E-921D-0850-A824-ECB3BCFD4F4A}"/>
              </a:ext>
            </a:extLst>
          </p:cNvPr>
          <p:cNvSpPr txBox="1"/>
          <p:nvPr/>
        </p:nvSpPr>
        <p:spPr>
          <a:xfrm>
            <a:off x="1193617" y="1918385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033278-996C-C7C8-19B4-E21B71758BDA}"/>
              </a:ext>
            </a:extLst>
          </p:cNvPr>
          <p:cNvSpPr txBox="1"/>
          <p:nvPr/>
        </p:nvSpPr>
        <p:spPr>
          <a:xfrm>
            <a:off x="1193617" y="1804441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2.0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B2F79B-8AF1-DED3-8A18-FDB36E9F3F1B}"/>
              </a:ext>
            </a:extLst>
          </p:cNvPr>
          <p:cNvSpPr txBox="1"/>
          <p:nvPr/>
        </p:nvSpPr>
        <p:spPr>
          <a:xfrm>
            <a:off x="1193617" y="1690497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2.5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81787D-23E2-B521-17E9-A31669353AEF}"/>
              </a:ext>
            </a:extLst>
          </p:cNvPr>
          <p:cNvSpPr txBox="1"/>
          <p:nvPr/>
        </p:nvSpPr>
        <p:spPr>
          <a:xfrm>
            <a:off x="1193617" y="1586048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3.0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124CB87F-7D68-5B59-AC95-50348787961D}"/>
              </a:ext>
            </a:extLst>
          </p:cNvPr>
          <p:cNvSpPr/>
          <p:nvPr/>
        </p:nvSpPr>
        <p:spPr bwMode="auto">
          <a:xfrm>
            <a:off x="1471776" y="1623701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21645"/>
                </a:lnTo>
                <a:lnTo>
                  <a:pt x="28486" y="721645"/>
                </a:lnTo>
                <a:lnTo>
                  <a:pt x="75962" y="721645"/>
                </a:lnTo>
                <a:lnTo>
                  <a:pt x="75962" y="702654"/>
                </a:lnTo>
                <a:lnTo>
                  <a:pt x="28486" y="702654"/>
                </a:lnTo>
                <a:lnTo>
                  <a:pt x="75962" y="702654"/>
                </a:lnTo>
                <a:lnTo>
                  <a:pt x="75962" y="683664"/>
                </a:lnTo>
                <a:lnTo>
                  <a:pt x="28486" y="683664"/>
                </a:lnTo>
                <a:lnTo>
                  <a:pt x="75962" y="683664"/>
                </a:lnTo>
                <a:lnTo>
                  <a:pt x="75962" y="655178"/>
                </a:lnTo>
                <a:lnTo>
                  <a:pt x="28486" y="655178"/>
                </a:lnTo>
                <a:lnTo>
                  <a:pt x="75962" y="655178"/>
                </a:lnTo>
                <a:lnTo>
                  <a:pt x="75962" y="636187"/>
                </a:lnTo>
                <a:lnTo>
                  <a:pt x="0" y="636187"/>
                </a:lnTo>
                <a:lnTo>
                  <a:pt x="75962" y="636187"/>
                </a:lnTo>
                <a:lnTo>
                  <a:pt x="75962" y="617196"/>
                </a:lnTo>
                <a:lnTo>
                  <a:pt x="28486" y="617196"/>
                </a:lnTo>
                <a:lnTo>
                  <a:pt x="75962" y="617196"/>
                </a:lnTo>
                <a:lnTo>
                  <a:pt x="75962" y="588710"/>
                </a:lnTo>
                <a:lnTo>
                  <a:pt x="28486" y="588710"/>
                </a:lnTo>
                <a:lnTo>
                  <a:pt x="75962" y="588710"/>
                </a:lnTo>
                <a:lnTo>
                  <a:pt x="75962" y="569720"/>
                </a:lnTo>
                <a:lnTo>
                  <a:pt x="28486" y="569720"/>
                </a:lnTo>
                <a:lnTo>
                  <a:pt x="75962" y="569720"/>
                </a:lnTo>
                <a:lnTo>
                  <a:pt x="75962" y="550729"/>
                </a:lnTo>
                <a:lnTo>
                  <a:pt x="28486" y="550729"/>
                </a:lnTo>
                <a:lnTo>
                  <a:pt x="75962" y="550729"/>
                </a:lnTo>
                <a:lnTo>
                  <a:pt x="75962" y="522243"/>
                </a:lnTo>
                <a:lnTo>
                  <a:pt x="0" y="522243"/>
                </a:lnTo>
                <a:lnTo>
                  <a:pt x="75962" y="522243"/>
                </a:lnTo>
                <a:lnTo>
                  <a:pt x="75962" y="503252"/>
                </a:lnTo>
                <a:lnTo>
                  <a:pt x="28486" y="503252"/>
                </a:lnTo>
                <a:lnTo>
                  <a:pt x="75962" y="503252"/>
                </a:lnTo>
                <a:lnTo>
                  <a:pt x="75962" y="484262"/>
                </a:lnTo>
                <a:lnTo>
                  <a:pt x="28486" y="484262"/>
                </a:lnTo>
                <a:lnTo>
                  <a:pt x="75962" y="484262"/>
                </a:lnTo>
                <a:lnTo>
                  <a:pt x="75962" y="455776"/>
                </a:lnTo>
                <a:lnTo>
                  <a:pt x="28486" y="455776"/>
                </a:lnTo>
                <a:lnTo>
                  <a:pt x="75962" y="455776"/>
                </a:lnTo>
                <a:lnTo>
                  <a:pt x="75962" y="436785"/>
                </a:lnTo>
                <a:lnTo>
                  <a:pt x="28486" y="436785"/>
                </a:lnTo>
                <a:lnTo>
                  <a:pt x="75962" y="436785"/>
                </a:lnTo>
                <a:lnTo>
                  <a:pt x="75962" y="417794"/>
                </a:lnTo>
                <a:lnTo>
                  <a:pt x="0" y="417794"/>
                </a:lnTo>
                <a:lnTo>
                  <a:pt x="75962" y="417794"/>
                </a:lnTo>
                <a:lnTo>
                  <a:pt x="75962" y="389308"/>
                </a:lnTo>
                <a:lnTo>
                  <a:pt x="28486" y="389308"/>
                </a:lnTo>
                <a:lnTo>
                  <a:pt x="75962" y="389308"/>
                </a:lnTo>
                <a:lnTo>
                  <a:pt x="75962" y="370318"/>
                </a:lnTo>
                <a:lnTo>
                  <a:pt x="28486" y="370318"/>
                </a:lnTo>
                <a:lnTo>
                  <a:pt x="75962" y="370318"/>
                </a:lnTo>
                <a:lnTo>
                  <a:pt x="75962" y="351327"/>
                </a:lnTo>
                <a:lnTo>
                  <a:pt x="28486" y="351327"/>
                </a:lnTo>
                <a:lnTo>
                  <a:pt x="75962" y="351327"/>
                </a:lnTo>
                <a:lnTo>
                  <a:pt x="75962" y="322841"/>
                </a:lnTo>
                <a:lnTo>
                  <a:pt x="28486" y="322841"/>
                </a:lnTo>
                <a:lnTo>
                  <a:pt x="75962" y="322841"/>
                </a:lnTo>
                <a:lnTo>
                  <a:pt x="75962" y="303850"/>
                </a:lnTo>
                <a:lnTo>
                  <a:pt x="0" y="303850"/>
                </a:lnTo>
                <a:lnTo>
                  <a:pt x="75962" y="303850"/>
                </a:lnTo>
                <a:lnTo>
                  <a:pt x="75962" y="284860"/>
                </a:lnTo>
                <a:lnTo>
                  <a:pt x="28486" y="284860"/>
                </a:lnTo>
                <a:lnTo>
                  <a:pt x="75962" y="284860"/>
                </a:lnTo>
                <a:lnTo>
                  <a:pt x="75962" y="256374"/>
                </a:lnTo>
                <a:lnTo>
                  <a:pt x="28486" y="256374"/>
                </a:lnTo>
                <a:lnTo>
                  <a:pt x="75962" y="256374"/>
                </a:lnTo>
                <a:lnTo>
                  <a:pt x="75962" y="237383"/>
                </a:lnTo>
                <a:lnTo>
                  <a:pt x="28486" y="237383"/>
                </a:lnTo>
                <a:lnTo>
                  <a:pt x="75962" y="237383"/>
                </a:lnTo>
                <a:lnTo>
                  <a:pt x="75962" y="218393"/>
                </a:lnTo>
                <a:lnTo>
                  <a:pt x="28486" y="218393"/>
                </a:lnTo>
                <a:lnTo>
                  <a:pt x="75962" y="218393"/>
                </a:lnTo>
                <a:lnTo>
                  <a:pt x="75962" y="189907"/>
                </a:lnTo>
                <a:lnTo>
                  <a:pt x="0" y="189907"/>
                </a:lnTo>
                <a:lnTo>
                  <a:pt x="75962" y="189907"/>
                </a:lnTo>
                <a:lnTo>
                  <a:pt x="75962" y="170916"/>
                </a:lnTo>
                <a:lnTo>
                  <a:pt x="28486" y="170916"/>
                </a:lnTo>
                <a:lnTo>
                  <a:pt x="75962" y="170916"/>
                </a:lnTo>
                <a:lnTo>
                  <a:pt x="75962" y="151925"/>
                </a:lnTo>
                <a:lnTo>
                  <a:pt x="28486" y="151925"/>
                </a:lnTo>
                <a:lnTo>
                  <a:pt x="75962" y="151925"/>
                </a:lnTo>
                <a:lnTo>
                  <a:pt x="75962" y="123439"/>
                </a:lnTo>
                <a:lnTo>
                  <a:pt x="28486" y="123439"/>
                </a:lnTo>
                <a:lnTo>
                  <a:pt x="75962" y="123439"/>
                </a:lnTo>
                <a:lnTo>
                  <a:pt x="75962" y="104449"/>
                </a:lnTo>
                <a:lnTo>
                  <a:pt x="28486" y="104449"/>
                </a:lnTo>
                <a:lnTo>
                  <a:pt x="75962" y="104449"/>
                </a:lnTo>
                <a:lnTo>
                  <a:pt x="75962" y="85458"/>
                </a:lnTo>
                <a:lnTo>
                  <a:pt x="0" y="85458"/>
                </a:lnTo>
                <a:lnTo>
                  <a:pt x="75962" y="85458"/>
                </a:lnTo>
                <a:lnTo>
                  <a:pt x="75962" y="56972"/>
                </a:lnTo>
                <a:lnTo>
                  <a:pt x="28486" y="56972"/>
                </a:lnTo>
                <a:lnTo>
                  <a:pt x="75962" y="56972"/>
                </a:lnTo>
                <a:lnTo>
                  <a:pt x="75962" y="37981"/>
                </a:lnTo>
                <a:lnTo>
                  <a:pt x="28486" y="37981"/>
                </a:lnTo>
                <a:lnTo>
                  <a:pt x="75962" y="37981"/>
                </a:lnTo>
                <a:lnTo>
                  <a:pt x="75962" y="18991"/>
                </a:lnTo>
                <a:lnTo>
                  <a:pt x="28486" y="18991"/>
                </a:lnTo>
                <a:lnTo>
                  <a:pt x="75962" y="18991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1B6B52A-B42B-561B-5F34-6E3F71DF6DA0}"/>
              </a:ext>
            </a:extLst>
          </p:cNvPr>
          <p:cNvSpPr txBox="1"/>
          <p:nvPr/>
        </p:nvSpPr>
        <p:spPr>
          <a:xfrm>
            <a:off x="914991" y="1669367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Counts/1E6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A9FE505-35CD-7612-0152-BA49572A5BFD}"/>
              </a:ext>
            </a:extLst>
          </p:cNvPr>
          <p:cNvSpPr/>
          <p:nvPr/>
        </p:nvSpPr>
        <p:spPr bwMode="auto">
          <a:xfrm>
            <a:off x="11251963" y="1623701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22700571-9922-D40F-1528-B0FE83451D6F}"/>
              </a:ext>
            </a:extLst>
          </p:cNvPr>
          <p:cNvSpPr/>
          <p:nvPr/>
        </p:nvSpPr>
        <p:spPr bwMode="auto">
          <a:xfrm>
            <a:off x="1547738" y="1737645"/>
            <a:ext cx="9694730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626691"/>
                </a:moveTo>
                <a:lnTo>
                  <a:pt x="9496" y="626691"/>
                </a:lnTo>
                <a:lnTo>
                  <a:pt x="18991" y="626691"/>
                </a:lnTo>
                <a:lnTo>
                  <a:pt x="28486" y="626691"/>
                </a:lnTo>
                <a:lnTo>
                  <a:pt x="37982" y="626691"/>
                </a:lnTo>
                <a:lnTo>
                  <a:pt x="47477" y="626691"/>
                </a:lnTo>
                <a:lnTo>
                  <a:pt x="56972" y="626691"/>
                </a:lnTo>
                <a:lnTo>
                  <a:pt x="66468" y="626691"/>
                </a:lnTo>
                <a:lnTo>
                  <a:pt x="75963" y="626691"/>
                </a:lnTo>
                <a:lnTo>
                  <a:pt x="85458" y="626691"/>
                </a:lnTo>
                <a:lnTo>
                  <a:pt x="94954" y="607701"/>
                </a:lnTo>
                <a:lnTo>
                  <a:pt x="104449" y="626691"/>
                </a:lnTo>
                <a:lnTo>
                  <a:pt x="113944" y="626691"/>
                </a:lnTo>
                <a:lnTo>
                  <a:pt x="123440" y="626691"/>
                </a:lnTo>
                <a:lnTo>
                  <a:pt x="132935" y="626691"/>
                </a:lnTo>
                <a:lnTo>
                  <a:pt x="142430" y="626691"/>
                </a:lnTo>
                <a:lnTo>
                  <a:pt x="151926" y="626691"/>
                </a:lnTo>
                <a:lnTo>
                  <a:pt x="161421" y="626691"/>
                </a:lnTo>
                <a:lnTo>
                  <a:pt x="170916" y="626691"/>
                </a:lnTo>
                <a:lnTo>
                  <a:pt x="180412" y="626691"/>
                </a:lnTo>
                <a:lnTo>
                  <a:pt x="189907" y="626691"/>
                </a:lnTo>
                <a:lnTo>
                  <a:pt x="199402" y="626691"/>
                </a:lnTo>
                <a:lnTo>
                  <a:pt x="208898" y="626691"/>
                </a:lnTo>
                <a:lnTo>
                  <a:pt x="218393" y="626691"/>
                </a:lnTo>
                <a:lnTo>
                  <a:pt x="227888" y="626691"/>
                </a:lnTo>
                <a:lnTo>
                  <a:pt x="237383" y="626691"/>
                </a:lnTo>
                <a:lnTo>
                  <a:pt x="246879" y="626691"/>
                </a:lnTo>
                <a:lnTo>
                  <a:pt x="256374" y="626691"/>
                </a:lnTo>
                <a:lnTo>
                  <a:pt x="265870" y="626691"/>
                </a:lnTo>
                <a:lnTo>
                  <a:pt x="275365" y="626691"/>
                </a:lnTo>
                <a:lnTo>
                  <a:pt x="284860" y="626691"/>
                </a:lnTo>
                <a:lnTo>
                  <a:pt x="294355" y="626691"/>
                </a:lnTo>
                <a:lnTo>
                  <a:pt x="303851" y="626691"/>
                </a:lnTo>
                <a:lnTo>
                  <a:pt x="313346" y="626691"/>
                </a:lnTo>
                <a:lnTo>
                  <a:pt x="322841" y="626691"/>
                </a:lnTo>
                <a:lnTo>
                  <a:pt x="332337" y="626691"/>
                </a:lnTo>
                <a:lnTo>
                  <a:pt x="341832" y="626691"/>
                </a:lnTo>
                <a:lnTo>
                  <a:pt x="351327" y="626691"/>
                </a:lnTo>
                <a:lnTo>
                  <a:pt x="360823" y="626691"/>
                </a:lnTo>
                <a:lnTo>
                  <a:pt x="370318" y="626691"/>
                </a:lnTo>
                <a:lnTo>
                  <a:pt x="379813" y="626691"/>
                </a:lnTo>
                <a:lnTo>
                  <a:pt x="389309" y="626691"/>
                </a:lnTo>
                <a:lnTo>
                  <a:pt x="398804" y="626691"/>
                </a:lnTo>
                <a:lnTo>
                  <a:pt x="408299" y="626691"/>
                </a:lnTo>
                <a:lnTo>
                  <a:pt x="417795" y="626691"/>
                </a:lnTo>
                <a:lnTo>
                  <a:pt x="427290" y="626691"/>
                </a:lnTo>
                <a:lnTo>
                  <a:pt x="436785" y="626691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26691"/>
                </a:lnTo>
                <a:lnTo>
                  <a:pt x="522243" y="626691"/>
                </a:lnTo>
                <a:lnTo>
                  <a:pt x="531739" y="626691"/>
                </a:lnTo>
                <a:lnTo>
                  <a:pt x="541234" y="626691"/>
                </a:lnTo>
                <a:lnTo>
                  <a:pt x="550729" y="626691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626691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626691"/>
                </a:lnTo>
                <a:lnTo>
                  <a:pt x="636187" y="626691"/>
                </a:lnTo>
                <a:lnTo>
                  <a:pt x="645683" y="626691"/>
                </a:lnTo>
                <a:lnTo>
                  <a:pt x="655178" y="626691"/>
                </a:lnTo>
                <a:lnTo>
                  <a:pt x="664673" y="626691"/>
                </a:lnTo>
                <a:lnTo>
                  <a:pt x="674169" y="626691"/>
                </a:lnTo>
                <a:lnTo>
                  <a:pt x="683664" y="626691"/>
                </a:lnTo>
                <a:lnTo>
                  <a:pt x="693159" y="626691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26691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26691"/>
                </a:lnTo>
                <a:lnTo>
                  <a:pt x="769122" y="626691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626691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626691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617196"/>
                </a:lnTo>
                <a:lnTo>
                  <a:pt x="1262879" y="626691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2669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26691"/>
                </a:lnTo>
                <a:lnTo>
                  <a:pt x="1357832" y="617196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26691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17196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26691"/>
                </a:lnTo>
                <a:lnTo>
                  <a:pt x="1547739" y="626691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26691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626691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2669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2669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2669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2669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626691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26691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626691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26691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626691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2669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237383"/>
                </a:lnTo>
                <a:lnTo>
                  <a:pt x="2231402" y="550729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617196"/>
                </a:lnTo>
                <a:lnTo>
                  <a:pt x="2326355" y="607701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26691"/>
                </a:lnTo>
                <a:lnTo>
                  <a:pt x="2421309" y="617196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617196"/>
                </a:lnTo>
                <a:lnTo>
                  <a:pt x="2525758" y="626691"/>
                </a:lnTo>
                <a:lnTo>
                  <a:pt x="2535253" y="626691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07701"/>
                </a:lnTo>
                <a:lnTo>
                  <a:pt x="2620711" y="579215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2669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550729"/>
                </a:lnTo>
                <a:lnTo>
                  <a:pt x="2715664" y="607701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26691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17196"/>
                </a:lnTo>
                <a:lnTo>
                  <a:pt x="2810617" y="550729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26691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17196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26691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2669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626691"/>
                </a:lnTo>
                <a:lnTo>
                  <a:pt x="3104972" y="62669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26691"/>
                </a:lnTo>
                <a:lnTo>
                  <a:pt x="3199926" y="626691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26691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2669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626691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26691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26691"/>
                </a:lnTo>
                <a:lnTo>
                  <a:pt x="3494281" y="626691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26691"/>
                </a:lnTo>
                <a:lnTo>
                  <a:pt x="3589234" y="62669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26691"/>
                </a:lnTo>
                <a:lnTo>
                  <a:pt x="3684187" y="626691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455776"/>
                </a:lnTo>
                <a:lnTo>
                  <a:pt x="3779141" y="0"/>
                </a:lnTo>
                <a:lnTo>
                  <a:pt x="3788636" y="617196"/>
                </a:lnTo>
                <a:lnTo>
                  <a:pt x="3798131" y="598205"/>
                </a:lnTo>
                <a:lnTo>
                  <a:pt x="3807627" y="617196"/>
                </a:lnTo>
                <a:lnTo>
                  <a:pt x="3817122" y="626691"/>
                </a:lnTo>
                <a:lnTo>
                  <a:pt x="3826617" y="626691"/>
                </a:lnTo>
                <a:lnTo>
                  <a:pt x="3836112" y="626691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598205"/>
                </a:lnTo>
                <a:lnTo>
                  <a:pt x="3883589" y="617196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26691"/>
                </a:lnTo>
                <a:lnTo>
                  <a:pt x="3931066" y="626691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417794"/>
                </a:lnTo>
                <a:lnTo>
                  <a:pt x="3978543" y="541234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626691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626691"/>
                </a:lnTo>
                <a:lnTo>
                  <a:pt x="4073496" y="607701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626691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626691"/>
                </a:lnTo>
                <a:lnTo>
                  <a:pt x="4168449" y="588710"/>
                </a:lnTo>
                <a:lnTo>
                  <a:pt x="4177944" y="588710"/>
                </a:lnTo>
                <a:lnTo>
                  <a:pt x="4187440" y="626691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626691"/>
                </a:lnTo>
                <a:lnTo>
                  <a:pt x="4225421" y="626691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626691"/>
                </a:lnTo>
                <a:lnTo>
                  <a:pt x="4272898" y="626691"/>
                </a:lnTo>
                <a:lnTo>
                  <a:pt x="4282393" y="626691"/>
                </a:lnTo>
                <a:lnTo>
                  <a:pt x="4291888" y="626691"/>
                </a:lnTo>
                <a:lnTo>
                  <a:pt x="4301384" y="626691"/>
                </a:lnTo>
                <a:lnTo>
                  <a:pt x="4310879" y="626691"/>
                </a:lnTo>
                <a:lnTo>
                  <a:pt x="4320374" y="626691"/>
                </a:lnTo>
                <a:lnTo>
                  <a:pt x="4329870" y="626691"/>
                </a:lnTo>
                <a:lnTo>
                  <a:pt x="4339365" y="626691"/>
                </a:lnTo>
                <a:lnTo>
                  <a:pt x="4348860" y="626691"/>
                </a:lnTo>
                <a:lnTo>
                  <a:pt x="4358356" y="607701"/>
                </a:lnTo>
                <a:lnTo>
                  <a:pt x="4367851" y="617196"/>
                </a:lnTo>
                <a:lnTo>
                  <a:pt x="4377346" y="626691"/>
                </a:lnTo>
                <a:lnTo>
                  <a:pt x="4386842" y="626691"/>
                </a:lnTo>
                <a:lnTo>
                  <a:pt x="4396337" y="626691"/>
                </a:lnTo>
                <a:lnTo>
                  <a:pt x="4405832" y="626691"/>
                </a:lnTo>
                <a:lnTo>
                  <a:pt x="4415327" y="626691"/>
                </a:lnTo>
                <a:lnTo>
                  <a:pt x="4424823" y="626691"/>
                </a:lnTo>
                <a:lnTo>
                  <a:pt x="4434318" y="626691"/>
                </a:lnTo>
                <a:lnTo>
                  <a:pt x="4443813" y="626691"/>
                </a:lnTo>
                <a:lnTo>
                  <a:pt x="4453309" y="626691"/>
                </a:lnTo>
                <a:lnTo>
                  <a:pt x="4462804" y="626691"/>
                </a:lnTo>
                <a:lnTo>
                  <a:pt x="4472300" y="626691"/>
                </a:lnTo>
                <a:lnTo>
                  <a:pt x="4481795" y="626691"/>
                </a:lnTo>
                <a:lnTo>
                  <a:pt x="4491290" y="626691"/>
                </a:lnTo>
                <a:lnTo>
                  <a:pt x="4500785" y="626691"/>
                </a:lnTo>
                <a:lnTo>
                  <a:pt x="4510281" y="626691"/>
                </a:lnTo>
                <a:lnTo>
                  <a:pt x="4519776" y="626691"/>
                </a:lnTo>
                <a:lnTo>
                  <a:pt x="4529271" y="626691"/>
                </a:lnTo>
                <a:lnTo>
                  <a:pt x="4538767" y="626691"/>
                </a:lnTo>
                <a:lnTo>
                  <a:pt x="4548262" y="626691"/>
                </a:lnTo>
                <a:lnTo>
                  <a:pt x="4557758" y="626691"/>
                </a:lnTo>
                <a:lnTo>
                  <a:pt x="4567253" y="626691"/>
                </a:lnTo>
                <a:lnTo>
                  <a:pt x="4576748" y="626691"/>
                </a:lnTo>
                <a:lnTo>
                  <a:pt x="4586243" y="626691"/>
                </a:lnTo>
                <a:lnTo>
                  <a:pt x="4595739" y="626691"/>
                </a:lnTo>
                <a:lnTo>
                  <a:pt x="4605234" y="626691"/>
                </a:lnTo>
                <a:lnTo>
                  <a:pt x="4614729" y="626691"/>
                </a:lnTo>
                <a:lnTo>
                  <a:pt x="4624225" y="626691"/>
                </a:lnTo>
                <a:lnTo>
                  <a:pt x="4633720" y="626691"/>
                </a:lnTo>
                <a:lnTo>
                  <a:pt x="4643216" y="626691"/>
                </a:lnTo>
                <a:lnTo>
                  <a:pt x="4652711" y="626691"/>
                </a:lnTo>
                <a:lnTo>
                  <a:pt x="4662206" y="626691"/>
                </a:lnTo>
                <a:lnTo>
                  <a:pt x="4671701" y="626691"/>
                </a:lnTo>
                <a:lnTo>
                  <a:pt x="4681197" y="626691"/>
                </a:lnTo>
                <a:lnTo>
                  <a:pt x="4690692" y="626691"/>
                </a:lnTo>
                <a:lnTo>
                  <a:pt x="4700187" y="626691"/>
                </a:lnTo>
                <a:lnTo>
                  <a:pt x="4709683" y="626691"/>
                </a:lnTo>
                <a:lnTo>
                  <a:pt x="4719178" y="626691"/>
                </a:lnTo>
                <a:lnTo>
                  <a:pt x="4728673" y="626691"/>
                </a:lnTo>
                <a:lnTo>
                  <a:pt x="4738169" y="626691"/>
                </a:lnTo>
                <a:lnTo>
                  <a:pt x="4747664" y="626691"/>
                </a:lnTo>
                <a:lnTo>
                  <a:pt x="4757159" y="626691"/>
                </a:lnTo>
                <a:lnTo>
                  <a:pt x="4766654" y="626691"/>
                </a:lnTo>
                <a:lnTo>
                  <a:pt x="4776150" y="626691"/>
                </a:lnTo>
                <a:lnTo>
                  <a:pt x="4785645" y="626691"/>
                </a:lnTo>
                <a:lnTo>
                  <a:pt x="4795141" y="626691"/>
                </a:lnTo>
                <a:lnTo>
                  <a:pt x="4804636" y="626691"/>
                </a:lnTo>
                <a:lnTo>
                  <a:pt x="4814131" y="626691"/>
                </a:lnTo>
                <a:lnTo>
                  <a:pt x="4823627" y="626691"/>
                </a:lnTo>
                <a:lnTo>
                  <a:pt x="4833122" y="626691"/>
                </a:lnTo>
                <a:lnTo>
                  <a:pt x="4842617" y="626691"/>
                </a:lnTo>
                <a:lnTo>
                  <a:pt x="4852112" y="626691"/>
                </a:lnTo>
                <a:lnTo>
                  <a:pt x="4861608" y="626691"/>
                </a:lnTo>
                <a:lnTo>
                  <a:pt x="4871103" y="626691"/>
                </a:lnTo>
                <a:lnTo>
                  <a:pt x="4880599" y="626691"/>
                </a:lnTo>
                <a:lnTo>
                  <a:pt x="4890094" y="626691"/>
                </a:lnTo>
                <a:lnTo>
                  <a:pt x="4899589" y="626691"/>
                </a:lnTo>
                <a:lnTo>
                  <a:pt x="4909085" y="626691"/>
                </a:lnTo>
                <a:lnTo>
                  <a:pt x="4918580" y="626691"/>
                </a:lnTo>
                <a:lnTo>
                  <a:pt x="4928075" y="626691"/>
                </a:lnTo>
                <a:lnTo>
                  <a:pt x="4937570" y="626691"/>
                </a:lnTo>
                <a:lnTo>
                  <a:pt x="4947066" y="617196"/>
                </a:lnTo>
                <a:lnTo>
                  <a:pt x="4956561" y="626691"/>
                </a:lnTo>
                <a:lnTo>
                  <a:pt x="4966057" y="626691"/>
                </a:lnTo>
                <a:lnTo>
                  <a:pt x="4975552" y="626691"/>
                </a:lnTo>
                <a:lnTo>
                  <a:pt x="4985047" y="626691"/>
                </a:lnTo>
                <a:lnTo>
                  <a:pt x="4994543" y="626691"/>
                </a:lnTo>
                <a:lnTo>
                  <a:pt x="5004038" y="626691"/>
                </a:lnTo>
                <a:lnTo>
                  <a:pt x="5013533" y="626691"/>
                </a:lnTo>
                <a:lnTo>
                  <a:pt x="5023028" y="626691"/>
                </a:lnTo>
                <a:lnTo>
                  <a:pt x="5032524" y="626691"/>
                </a:lnTo>
                <a:lnTo>
                  <a:pt x="5042019" y="626691"/>
                </a:lnTo>
                <a:lnTo>
                  <a:pt x="5051514" y="626691"/>
                </a:lnTo>
                <a:lnTo>
                  <a:pt x="5061010" y="626691"/>
                </a:lnTo>
                <a:lnTo>
                  <a:pt x="5070505" y="626691"/>
                </a:lnTo>
                <a:lnTo>
                  <a:pt x="5080000" y="626691"/>
                </a:lnTo>
                <a:lnTo>
                  <a:pt x="5089496" y="626691"/>
                </a:lnTo>
                <a:lnTo>
                  <a:pt x="5098991" y="626691"/>
                </a:lnTo>
                <a:lnTo>
                  <a:pt x="5108487" y="626691"/>
                </a:lnTo>
                <a:lnTo>
                  <a:pt x="5117981" y="626691"/>
                </a:lnTo>
                <a:lnTo>
                  <a:pt x="5127477" y="626691"/>
                </a:lnTo>
                <a:lnTo>
                  <a:pt x="5136973" y="617196"/>
                </a:lnTo>
                <a:lnTo>
                  <a:pt x="5146468" y="617196"/>
                </a:lnTo>
                <a:lnTo>
                  <a:pt x="5155963" y="626691"/>
                </a:lnTo>
                <a:lnTo>
                  <a:pt x="5165458" y="626691"/>
                </a:lnTo>
                <a:lnTo>
                  <a:pt x="5174954" y="626691"/>
                </a:lnTo>
                <a:lnTo>
                  <a:pt x="5184449" y="626691"/>
                </a:lnTo>
                <a:lnTo>
                  <a:pt x="5193944" y="626691"/>
                </a:lnTo>
                <a:lnTo>
                  <a:pt x="5203440" y="626691"/>
                </a:lnTo>
                <a:lnTo>
                  <a:pt x="5212935" y="626691"/>
                </a:lnTo>
                <a:lnTo>
                  <a:pt x="5222430" y="626691"/>
                </a:lnTo>
                <a:lnTo>
                  <a:pt x="5231926" y="626691"/>
                </a:lnTo>
                <a:lnTo>
                  <a:pt x="5241421" y="617196"/>
                </a:lnTo>
                <a:lnTo>
                  <a:pt x="5250916" y="626691"/>
                </a:lnTo>
                <a:lnTo>
                  <a:pt x="5260412" y="626691"/>
                </a:lnTo>
                <a:lnTo>
                  <a:pt x="5269907" y="626691"/>
                </a:lnTo>
                <a:lnTo>
                  <a:pt x="5279403" y="626691"/>
                </a:lnTo>
                <a:lnTo>
                  <a:pt x="5288897" y="626691"/>
                </a:lnTo>
                <a:lnTo>
                  <a:pt x="5298393" y="626691"/>
                </a:lnTo>
                <a:lnTo>
                  <a:pt x="5307889" y="626691"/>
                </a:lnTo>
                <a:lnTo>
                  <a:pt x="5317383" y="626691"/>
                </a:lnTo>
                <a:lnTo>
                  <a:pt x="5326879" y="626691"/>
                </a:lnTo>
                <a:lnTo>
                  <a:pt x="5336374" y="579215"/>
                </a:lnTo>
                <a:lnTo>
                  <a:pt x="5345870" y="626691"/>
                </a:lnTo>
                <a:lnTo>
                  <a:pt x="5355365" y="626691"/>
                </a:lnTo>
                <a:lnTo>
                  <a:pt x="5364860" y="626691"/>
                </a:lnTo>
                <a:lnTo>
                  <a:pt x="5374356" y="626691"/>
                </a:lnTo>
                <a:lnTo>
                  <a:pt x="5383851" y="626691"/>
                </a:lnTo>
                <a:lnTo>
                  <a:pt x="5393346" y="626691"/>
                </a:lnTo>
                <a:lnTo>
                  <a:pt x="5402842" y="626691"/>
                </a:lnTo>
                <a:lnTo>
                  <a:pt x="5412337" y="626691"/>
                </a:lnTo>
                <a:lnTo>
                  <a:pt x="5421832" y="626691"/>
                </a:lnTo>
                <a:lnTo>
                  <a:pt x="5431327" y="617196"/>
                </a:lnTo>
                <a:lnTo>
                  <a:pt x="5440823" y="626691"/>
                </a:lnTo>
                <a:lnTo>
                  <a:pt x="5450319" y="626691"/>
                </a:lnTo>
                <a:lnTo>
                  <a:pt x="5459813" y="626691"/>
                </a:lnTo>
                <a:lnTo>
                  <a:pt x="5469309" y="626691"/>
                </a:lnTo>
                <a:lnTo>
                  <a:pt x="5478804" y="626691"/>
                </a:lnTo>
                <a:lnTo>
                  <a:pt x="5488299" y="626691"/>
                </a:lnTo>
                <a:lnTo>
                  <a:pt x="5497795" y="626691"/>
                </a:lnTo>
                <a:lnTo>
                  <a:pt x="5507290" y="626691"/>
                </a:lnTo>
                <a:lnTo>
                  <a:pt x="5516786" y="626691"/>
                </a:lnTo>
                <a:lnTo>
                  <a:pt x="5526281" y="617196"/>
                </a:lnTo>
                <a:lnTo>
                  <a:pt x="5535776" y="598205"/>
                </a:lnTo>
                <a:lnTo>
                  <a:pt x="5545272" y="626691"/>
                </a:lnTo>
                <a:lnTo>
                  <a:pt x="5554766" y="626691"/>
                </a:lnTo>
                <a:lnTo>
                  <a:pt x="5564262" y="626691"/>
                </a:lnTo>
                <a:lnTo>
                  <a:pt x="5573758" y="626691"/>
                </a:lnTo>
                <a:lnTo>
                  <a:pt x="5583253" y="626691"/>
                </a:lnTo>
                <a:lnTo>
                  <a:pt x="5592748" y="626691"/>
                </a:lnTo>
                <a:lnTo>
                  <a:pt x="5602243" y="626691"/>
                </a:lnTo>
                <a:lnTo>
                  <a:pt x="5611739" y="626691"/>
                </a:lnTo>
                <a:lnTo>
                  <a:pt x="5621234" y="626691"/>
                </a:lnTo>
                <a:lnTo>
                  <a:pt x="5630729" y="617196"/>
                </a:lnTo>
                <a:lnTo>
                  <a:pt x="5640225" y="626691"/>
                </a:lnTo>
                <a:lnTo>
                  <a:pt x="5649720" y="626691"/>
                </a:lnTo>
                <a:lnTo>
                  <a:pt x="5659215" y="626691"/>
                </a:lnTo>
                <a:lnTo>
                  <a:pt x="5668711" y="626691"/>
                </a:lnTo>
                <a:lnTo>
                  <a:pt x="5678206" y="626691"/>
                </a:lnTo>
                <a:lnTo>
                  <a:pt x="5687702" y="626691"/>
                </a:lnTo>
                <a:lnTo>
                  <a:pt x="5697197" y="626691"/>
                </a:lnTo>
                <a:lnTo>
                  <a:pt x="5706692" y="626691"/>
                </a:lnTo>
                <a:lnTo>
                  <a:pt x="5716188" y="626691"/>
                </a:lnTo>
                <a:lnTo>
                  <a:pt x="5725682" y="617196"/>
                </a:lnTo>
                <a:lnTo>
                  <a:pt x="5735178" y="626691"/>
                </a:lnTo>
                <a:lnTo>
                  <a:pt x="5744673" y="626691"/>
                </a:lnTo>
                <a:lnTo>
                  <a:pt x="5754169" y="626691"/>
                </a:lnTo>
                <a:lnTo>
                  <a:pt x="5763664" y="626691"/>
                </a:lnTo>
                <a:lnTo>
                  <a:pt x="5773159" y="626691"/>
                </a:lnTo>
                <a:lnTo>
                  <a:pt x="5782655" y="626691"/>
                </a:lnTo>
                <a:lnTo>
                  <a:pt x="5792150" y="626691"/>
                </a:lnTo>
                <a:lnTo>
                  <a:pt x="5801645" y="626691"/>
                </a:lnTo>
                <a:lnTo>
                  <a:pt x="5811141" y="626691"/>
                </a:lnTo>
                <a:lnTo>
                  <a:pt x="5820636" y="626691"/>
                </a:lnTo>
                <a:lnTo>
                  <a:pt x="5830131" y="626691"/>
                </a:lnTo>
                <a:lnTo>
                  <a:pt x="5839627" y="626691"/>
                </a:lnTo>
                <a:lnTo>
                  <a:pt x="5849122" y="626691"/>
                </a:lnTo>
                <a:lnTo>
                  <a:pt x="5858618" y="626691"/>
                </a:lnTo>
                <a:lnTo>
                  <a:pt x="5868112" y="626691"/>
                </a:lnTo>
                <a:lnTo>
                  <a:pt x="5877608" y="626691"/>
                </a:lnTo>
                <a:lnTo>
                  <a:pt x="5887104" y="626691"/>
                </a:lnTo>
                <a:lnTo>
                  <a:pt x="5896598" y="626691"/>
                </a:lnTo>
                <a:lnTo>
                  <a:pt x="5906094" y="626691"/>
                </a:lnTo>
                <a:lnTo>
                  <a:pt x="5915589" y="626691"/>
                </a:lnTo>
                <a:lnTo>
                  <a:pt x="5925085" y="626691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626691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26691"/>
                </a:lnTo>
                <a:lnTo>
                  <a:pt x="6010543" y="617196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26691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626691"/>
                </a:lnTo>
                <a:lnTo>
                  <a:pt x="6105496" y="617196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26691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26691"/>
                </a:lnTo>
                <a:lnTo>
                  <a:pt x="6200449" y="626691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626691"/>
                </a:lnTo>
                <a:lnTo>
                  <a:pt x="6304897" y="617196"/>
                </a:lnTo>
                <a:lnTo>
                  <a:pt x="6314393" y="62669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26691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626691"/>
                </a:lnTo>
                <a:lnTo>
                  <a:pt x="6399851" y="626691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617196"/>
                </a:lnTo>
                <a:lnTo>
                  <a:pt x="6504299" y="60770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26691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26691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26691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617196"/>
                </a:lnTo>
                <a:lnTo>
                  <a:pt x="6694206" y="607701"/>
                </a:lnTo>
                <a:lnTo>
                  <a:pt x="6703702" y="617196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26691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626691"/>
                </a:lnTo>
                <a:lnTo>
                  <a:pt x="6884112" y="626691"/>
                </a:lnTo>
                <a:lnTo>
                  <a:pt x="6893608" y="617196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26691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626691"/>
                </a:lnTo>
                <a:lnTo>
                  <a:pt x="7083514" y="626691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26691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26691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26691"/>
                </a:lnTo>
                <a:lnTo>
                  <a:pt x="7472823" y="617196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598205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569720"/>
                </a:lnTo>
                <a:lnTo>
                  <a:pt x="7662729" y="607701"/>
                </a:lnTo>
                <a:lnTo>
                  <a:pt x="7672225" y="617196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26691"/>
                </a:lnTo>
                <a:lnTo>
                  <a:pt x="7757682" y="626691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26691"/>
                </a:lnTo>
                <a:lnTo>
                  <a:pt x="7852636" y="598205"/>
                </a:lnTo>
                <a:lnTo>
                  <a:pt x="7862131" y="617196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26691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17196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26691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26691"/>
                </a:lnTo>
                <a:lnTo>
                  <a:pt x="8241944" y="626691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26691"/>
                </a:lnTo>
                <a:lnTo>
                  <a:pt x="8346393" y="617196"/>
                </a:lnTo>
                <a:lnTo>
                  <a:pt x="8355889" y="60770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17196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07701"/>
                </a:lnTo>
                <a:lnTo>
                  <a:pt x="8536300" y="617196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26691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26691"/>
                </a:lnTo>
                <a:lnTo>
                  <a:pt x="8726206" y="626691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26691"/>
                </a:lnTo>
                <a:lnTo>
                  <a:pt x="8830655" y="617196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26691"/>
                </a:lnTo>
                <a:lnTo>
                  <a:pt x="9020561" y="626691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07701"/>
                </a:lnTo>
                <a:lnTo>
                  <a:pt x="9115514" y="626691"/>
                </a:lnTo>
                <a:lnTo>
                  <a:pt x="9125010" y="626691"/>
                </a:lnTo>
                <a:lnTo>
                  <a:pt x="9134505" y="626691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26691"/>
                </a:lnTo>
                <a:lnTo>
                  <a:pt x="9191477" y="626691"/>
                </a:lnTo>
                <a:lnTo>
                  <a:pt x="9200973" y="560224"/>
                </a:lnTo>
                <a:lnTo>
                  <a:pt x="9210468" y="512747"/>
                </a:lnTo>
                <a:lnTo>
                  <a:pt x="9219963" y="617196"/>
                </a:lnTo>
                <a:lnTo>
                  <a:pt x="9229458" y="626691"/>
                </a:lnTo>
                <a:lnTo>
                  <a:pt x="9238954" y="626691"/>
                </a:lnTo>
                <a:lnTo>
                  <a:pt x="9248450" y="626691"/>
                </a:lnTo>
                <a:lnTo>
                  <a:pt x="9257944" y="626691"/>
                </a:lnTo>
                <a:lnTo>
                  <a:pt x="9267440" y="626691"/>
                </a:lnTo>
                <a:lnTo>
                  <a:pt x="9276935" y="626691"/>
                </a:lnTo>
                <a:lnTo>
                  <a:pt x="9286430" y="626691"/>
                </a:lnTo>
                <a:lnTo>
                  <a:pt x="9295926" y="626691"/>
                </a:lnTo>
                <a:lnTo>
                  <a:pt x="9305421" y="626691"/>
                </a:lnTo>
                <a:lnTo>
                  <a:pt x="9314917" y="626691"/>
                </a:lnTo>
                <a:lnTo>
                  <a:pt x="9324412" y="626691"/>
                </a:lnTo>
                <a:lnTo>
                  <a:pt x="9333907" y="626691"/>
                </a:lnTo>
                <a:lnTo>
                  <a:pt x="9343403" y="626691"/>
                </a:lnTo>
                <a:lnTo>
                  <a:pt x="9352897" y="626691"/>
                </a:lnTo>
                <a:lnTo>
                  <a:pt x="9362393" y="626691"/>
                </a:lnTo>
                <a:lnTo>
                  <a:pt x="9371889" y="626691"/>
                </a:lnTo>
                <a:lnTo>
                  <a:pt x="9381384" y="626691"/>
                </a:lnTo>
                <a:lnTo>
                  <a:pt x="9390879" y="626691"/>
                </a:lnTo>
                <a:lnTo>
                  <a:pt x="9400374" y="503252"/>
                </a:lnTo>
                <a:lnTo>
                  <a:pt x="9409870" y="617196"/>
                </a:lnTo>
                <a:lnTo>
                  <a:pt x="9419365" y="626691"/>
                </a:lnTo>
                <a:lnTo>
                  <a:pt x="9428860" y="626691"/>
                </a:lnTo>
                <a:lnTo>
                  <a:pt x="9438356" y="626691"/>
                </a:lnTo>
                <a:lnTo>
                  <a:pt x="9447851" y="626691"/>
                </a:lnTo>
                <a:lnTo>
                  <a:pt x="9457346" y="626691"/>
                </a:lnTo>
                <a:lnTo>
                  <a:pt x="9466842" y="626691"/>
                </a:lnTo>
                <a:lnTo>
                  <a:pt x="9476337" y="626691"/>
                </a:lnTo>
                <a:lnTo>
                  <a:pt x="9485833" y="626691"/>
                </a:lnTo>
                <a:lnTo>
                  <a:pt x="9495327" y="626691"/>
                </a:lnTo>
                <a:lnTo>
                  <a:pt x="9504823" y="626691"/>
                </a:lnTo>
                <a:lnTo>
                  <a:pt x="9514319" y="626691"/>
                </a:lnTo>
                <a:lnTo>
                  <a:pt x="9523813" y="626691"/>
                </a:lnTo>
                <a:lnTo>
                  <a:pt x="9533309" y="626691"/>
                </a:lnTo>
                <a:lnTo>
                  <a:pt x="9542804" y="626691"/>
                </a:lnTo>
                <a:lnTo>
                  <a:pt x="9552300" y="626691"/>
                </a:lnTo>
                <a:lnTo>
                  <a:pt x="9561795" y="626691"/>
                </a:lnTo>
                <a:lnTo>
                  <a:pt x="9571290" y="626691"/>
                </a:lnTo>
                <a:lnTo>
                  <a:pt x="9580786" y="626691"/>
                </a:lnTo>
                <a:lnTo>
                  <a:pt x="9590281" y="617196"/>
                </a:lnTo>
                <a:lnTo>
                  <a:pt x="9599776" y="617196"/>
                </a:lnTo>
                <a:lnTo>
                  <a:pt x="9609272" y="626691"/>
                </a:lnTo>
                <a:lnTo>
                  <a:pt x="9618767" y="626691"/>
                </a:lnTo>
                <a:lnTo>
                  <a:pt x="9628262" y="626691"/>
                </a:lnTo>
                <a:lnTo>
                  <a:pt x="9637758" y="626691"/>
                </a:lnTo>
                <a:lnTo>
                  <a:pt x="9647253" y="626691"/>
                </a:lnTo>
                <a:lnTo>
                  <a:pt x="9656748" y="626691"/>
                </a:lnTo>
                <a:lnTo>
                  <a:pt x="9666243" y="626691"/>
                </a:lnTo>
                <a:lnTo>
                  <a:pt x="9675739" y="626691"/>
                </a:lnTo>
                <a:lnTo>
                  <a:pt x="9685234" y="626691"/>
                </a:lnTo>
                <a:lnTo>
                  <a:pt x="9694729" y="626691"/>
                </a:lnTo>
              </a:path>
            </a:pathLst>
          </a:custGeom>
          <a:noFill/>
          <a:ln w="12700" cap="flat" cmpd="sng" algn="ctr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C37C3F2-FCA0-A408-BCD4-706FECC88370}"/>
              </a:ext>
            </a:extLst>
          </p:cNvPr>
          <p:cNvSpPr txBox="1"/>
          <p:nvPr/>
        </p:nvSpPr>
        <p:spPr>
          <a:xfrm>
            <a:off x="3625252" y="1778302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DB8C76B-7D46-F4A2-E782-2E71088E2986}"/>
              </a:ext>
            </a:extLst>
          </p:cNvPr>
          <p:cNvSpPr txBox="1"/>
          <p:nvPr/>
        </p:nvSpPr>
        <p:spPr>
          <a:xfrm>
            <a:off x="5372392" y="1958713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41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8F843D4-F0BA-4D3E-BB67-769E23698282}"/>
              </a:ext>
            </a:extLst>
          </p:cNvPr>
          <p:cNvSpPr txBox="1"/>
          <p:nvPr/>
        </p:nvSpPr>
        <p:spPr>
          <a:xfrm>
            <a:off x="10794224" y="2044171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0E2BF0E-067E-9FFB-C3BE-4C909CD78220}"/>
              </a:ext>
            </a:extLst>
          </p:cNvPr>
          <p:cNvSpPr txBox="1"/>
          <p:nvPr/>
        </p:nvSpPr>
        <p:spPr>
          <a:xfrm>
            <a:off x="10604318" y="2053666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A42D63A-355A-B961-B628-8DBEB3C167E9}"/>
              </a:ext>
            </a:extLst>
          </p:cNvPr>
          <p:cNvSpPr txBox="1"/>
          <p:nvPr/>
        </p:nvSpPr>
        <p:spPr>
          <a:xfrm>
            <a:off x="4213962" y="209164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6F70D3F-7B61-6C0A-4E3E-4770EC760334}"/>
              </a:ext>
            </a:extLst>
          </p:cNvPr>
          <p:cNvSpPr txBox="1"/>
          <p:nvPr/>
        </p:nvSpPr>
        <p:spPr>
          <a:xfrm>
            <a:off x="4109513" y="1930227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3C1C210-F1FE-AF1C-BD3B-BFAFFB7CE8E1}"/>
              </a:ext>
            </a:extLst>
          </p:cNvPr>
          <p:cNvSpPr txBox="1"/>
          <p:nvPr/>
        </p:nvSpPr>
        <p:spPr>
          <a:xfrm>
            <a:off x="9056579" y="211063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EE8F28F-846E-3469-7395-A58749A9138D}"/>
              </a:ext>
            </a:extLst>
          </p:cNvPr>
          <p:cNvSpPr txBox="1"/>
          <p:nvPr/>
        </p:nvSpPr>
        <p:spPr>
          <a:xfrm>
            <a:off x="6739720" y="2120134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55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C8A6FD1-EF29-792D-5A25-C02D14B4AC65}"/>
              </a:ext>
            </a:extLst>
          </p:cNvPr>
          <p:cNvSpPr txBox="1"/>
          <p:nvPr/>
        </p:nvSpPr>
        <p:spPr>
          <a:xfrm>
            <a:off x="4014560" y="2120134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91DEA84-BEEC-BDA2-323D-FC3E91BBC5F1}"/>
              </a:ext>
            </a:extLst>
          </p:cNvPr>
          <p:cNvSpPr txBox="1"/>
          <p:nvPr/>
        </p:nvSpPr>
        <p:spPr>
          <a:xfrm>
            <a:off x="5571794" y="2129629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43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052D34A-A2DF-71C6-8FF5-D08787F42F5F}"/>
              </a:ext>
            </a:extLst>
          </p:cNvPr>
          <p:cNvSpPr txBox="1"/>
          <p:nvPr/>
        </p:nvSpPr>
        <p:spPr>
          <a:xfrm>
            <a:off x="9246486" y="2139124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81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C91B17-6ADE-AB6D-DCB8-6EDDC86AB4CC}"/>
              </a:ext>
            </a:extLst>
          </p:cNvPr>
          <p:cNvSpPr txBox="1"/>
          <p:nvPr/>
        </p:nvSpPr>
        <p:spPr>
          <a:xfrm>
            <a:off x="1452785" y="1506730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pt-BR" sz="800">
                <a:latin typeface="Arial" panose="020B0604020202020204" pitchFamily="34" charset="0"/>
              </a:rPr>
              <a:t>  *2 Sep 25- 1-0.1- NPs-400 um-postive-002.tdc + Ions 400µm 20735271 cts</a:t>
            </a:r>
            <a:endParaRPr lang="en-US" sz="800">
              <a:latin typeface="Arial" panose="020B06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5209CB5-A21A-407C-A3DE-E5E682C0559B}"/>
              </a:ext>
            </a:extLst>
          </p:cNvPr>
          <p:cNvSpPr txBox="1"/>
          <p:nvPr/>
        </p:nvSpPr>
        <p:spPr>
          <a:xfrm>
            <a:off x="1296708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79.80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4221011-1D07-BE09-01A7-63F9C2C821D3}"/>
              </a:ext>
            </a:extLst>
          </p:cNvPr>
          <p:cNvSpPr txBox="1"/>
          <p:nvPr/>
        </p:nvSpPr>
        <p:spPr>
          <a:xfrm>
            <a:off x="3718016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79.85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8D8F20E-1862-F553-DBFF-EF464F1EC33B}"/>
              </a:ext>
            </a:extLst>
          </p:cNvPr>
          <p:cNvSpPr txBox="1"/>
          <p:nvPr/>
        </p:nvSpPr>
        <p:spPr>
          <a:xfrm>
            <a:off x="6148820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79.90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DD3252F-330F-7B08-B23F-0FFED14945CD}"/>
              </a:ext>
            </a:extLst>
          </p:cNvPr>
          <p:cNvSpPr txBox="1"/>
          <p:nvPr/>
        </p:nvSpPr>
        <p:spPr>
          <a:xfrm>
            <a:off x="8570129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79.95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C2D89F6E-1BCF-F463-1354-4F55F7B777BB}"/>
              </a:ext>
            </a:extLst>
          </p:cNvPr>
          <p:cNvSpPr/>
          <p:nvPr/>
        </p:nvSpPr>
        <p:spPr bwMode="auto">
          <a:xfrm>
            <a:off x="1547738" y="3760150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6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2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6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52112" y="0"/>
                </a:lnTo>
                <a:lnTo>
                  <a:pt x="4852112" y="75962"/>
                </a:lnTo>
                <a:lnTo>
                  <a:pt x="4852112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6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2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6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16412F6-2375-23AA-823F-7CAAAEB16C1C}"/>
              </a:ext>
            </a:extLst>
          </p:cNvPr>
          <p:cNvSpPr txBox="1"/>
          <p:nvPr/>
        </p:nvSpPr>
        <p:spPr>
          <a:xfrm>
            <a:off x="5968482" y="4016523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AFD2BD89-EF77-59CC-DABC-CAB969B3FE46}"/>
              </a:ext>
            </a:extLst>
          </p:cNvPr>
          <p:cNvSpPr/>
          <p:nvPr/>
        </p:nvSpPr>
        <p:spPr bwMode="auto">
          <a:xfrm>
            <a:off x="1547738" y="3010019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8EBEAA9-1274-B712-28A0-CF480BB3DAC8}"/>
              </a:ext>
            </a:extLst>
          </p:cNvPr>
          <p:cNvSpPr txBox="1"/>
          <p:nvPr/>
        </p:nvSpPr>
        <p:spPr>
          <a:xfrm>
            <a:off x="1299415" y="3641787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3419B4A-6960-FFB5-D9B8-1D0A2122449B}"/>
              </a:ext>
            </a:extLst>
          </p:cNvPr>
          <p:cNvSpPr txBox="1"/>
          <p:nvPr/>
        </p:nvSpPr>
        <p:spPr>
          <a:xfrm>
            <a:off x="1158351" y="3470871"/>
            <a:ext cx="303929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100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D83E72A-E51F-D530-6D76-575347CDD7B4}"/>
              </a:ext>
            </a:extLst>
          </p:cNvPr>
          <p:cNvSpPr txBox="1"/>
          <p:nvPr/>
        </p:nvSpPr>
        <p:spPr>
          <a:xfrm>
            <a:off x="1158351" y="3299955"/>
            <a:ext cx="303929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200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4A8B8BA-E76E-C1AB-6BEC-4037C82F2868}"/>
              </a:ext>
            </a:extLst>
          </p:cNvPr>
          <p:cNvSpPr txBox="1"/>
          <p:nvPr/>
        </p:nvSpPr>
        <p:spPr>
          <a:xfrm>
            <a:off x="1158351" y="3129039"/>
            <a:ext cx="303929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300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EC457D4-A1E9-FB3E-5CFC-FA879114F977}"/>
              </a:ext>
            </a:extLst>
          </p:cNvPr>
          <p:cNvSpPr txBox="1"/>
          <p:nvPr/>
        </p:nvSpPr>
        <p:spPr>
          <a:xfrm>
            <a:off x="1158351" y="2958123"/>
            <a:ext cx="303929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400</a:t>
            </a: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AF0A137D-E1BF-094C-BD40-DF140A703ECB}"/>
              </a:ext>
            </a:extLst>
          </p:cNvPr>
          <p:cNvSpPr/>
          <p:nvPr/>
        </p:nvSpPr>
        <p:spPr bwMode="auto">
          <a:xfrm>
            <a:off x="1471776" y="3010019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12149"/>
                </a:lnTo>
                <a:lnTo>
                  <a:pt x="28486" y="712149"/>
                </a:lnTo>
                <a:lnTo>
                  <a:pt x="75962" y="712149"/>
                </a:lnTo>
                <a:lnTo>
                  <a:pt x="75962" y="674168"/>
                </a:lnTo>
                <a:lnTo>
                  <a:pt x="28486" y="674168"/>
                </a:lnTo>
                <a:lnTo>
                  <a:pt x="75962" y="674168"/>
                </a:lnTo>
                <a:lnTo>
                  <a:pt x="75962" y="645682"/>
                </a:lnTo>
                <a:lnTo>
                  <a:pt x="28486" y="645682"/>
                </a:lnTo>
                <a:lnTo>
                  <a:pt x="75962" y="645682"/>
                </a:lnTo>
                <a:lnTo>
                  <a:pt x="75962" y="607701"/>
                </a:lnTo>
                <a:lnTo>
                  <a:pt x="28486" y="607701"/>
                </a:lnTo>
                <a:lnTo>
                  <a:pt x="75962" y="607701"/>
                </a:lnTo>
                <a:lnTo>
                  <a:pt x="75962" y="579215"/>
                </a:lnTo>
                <a:lnTo>
                  <a:pt x="0" y="579215"/>
                </a:lnTo>
                <a:lnTo>
                  <a:pt x="75962" y="579215"/>
                </a:lnTo>
                <a:lnTo>
                  <a:pt x="75962" y="541233"/>
                </a:lnTo>
                <a:lnTo>
                  <a:pt x="28486" y="541233"/>
                </a:lnTo>
                <a:lnTo>
                  <a:pt x="75962" y="541233"/>
                </a:lnTo>
                <a:lnTo>
                  <a:pt x="75962" y="512747"/>
                </a:lnTo>
                <a:lnTo>
                  <a:pt x="28486" y="512747"/>
                </a:lnTo>
                <a:lnTo>
                  <a:pt x="75962" y="512747"/>
                </a:lnTo>
                <a:lnTo>
                  <a:pt x="75962" y="474766"/>
                </a:lnTo>
                <a:lnTo>
                  <a:pt x="28486" y="474766"/>
                </a:lnTo>
                <a:lnTo>
                  <a:pt x="75962" y="474766"/>
                </a:lnTo>
                <a:lnTo>
                  <a:pt x="75962" y="436785"/>
                </a:lnTo>
                <a:lnTo>
                  <a:pt x="28486" y="436785"/>
                </a:lnTo>
                <a:lnTo>
                  <a:pt x="75962" y="436785"/>
                </a:lnTo>
                <a:lnTo>
                  <a:pt x="75962" y="408299"/>
                </a:lnTo>
                <a:lnTo>
                  <a:pt x="0" y="408299"/>
                </a:lnTo>
                <a:lnTo>
                  <a:pt x="75962" y="408299"/>
                </a:lnTo>
                <a:lnTo>
                  <a:pt x="75962" y="370318"/>
                </a:lnTo>
                <a:lnTo>
                  <a:pt x="28486" y="370318"/>
                </a:lnTo>
                <a:lnTo>
                  <a:pt x="75962" y="370318"/>
                </a:lnTo>
                <a:lnTo>
                  <a:pt x="75962" y="341831"/>
                </a:lnTo>
                <a:lnTo>
                  <a:pt x="28486" y="341831"/>
                </a:lnTo>
                <a:lnTo>
                  <a:pt x="75962" y="341831"/>
                </a:lnTo>
                <a:lnTo>
                  <a:pt x="75962" y="303850"/>
                </a:lnTo>
                <a:lnTo>
                  <a:pt x="28486" y="303850"/>
                </a:lnTo>
                <a:lnTo>
                  <a:pt x="75962" y="303850"/>
                </a:lnTo>
                <a:lnTo>
                  <a:pt x="75962" y="275364"/>
                </a:lnTo>
                <a:lnTo>
                  <a:pt x="28486" y="275364"/>
                </a:lnTo>
                <a:lnTo>
                  <a:pt x="75962" y="275364"/>
                </a:lnTo>
                <a:lnTo>
                  <a:pt x="75962" y="237383"/>
                </a:lnTo>
                <a:lnTo>
                  <a:pt x="0" y="237383"/>
                </a:lnTo>
                <a:lnTo>
                  <a:pt x="75962" y="237383"/>
                </a:lnTo>
                <a:lnTo>
                  <a:pt x="75962" y="208897"/>
                </a:lnTo>
                <a:lnTo>
                  <a:pt x="28486" y="208897"/>
                </a:lnTo>
                <a:lnTo>
                  <a:pt x="75962" y="208897"/>
                </a:lnTo>
                <a:lnTo>
                  <a:pt x="75962" y="170916"/>
                </a:lnTo>
                <a:lnTo>
                  <a:pt x="28486" y="170916"/>
                </a:lnTo>
                <a:lnTo>
                  <a:pt x="75962" y="170916"/>
                </a:lnTo>
                <a:lnTo>
                  <a:pt x="75962" y="132934"/>
                </a:lnTo>
                <a:lnTo>
                  <a:pt x="28486" y="132934"/>
                </a:lnTo>
                <a:lnTo>
                  <a:pt x="75962" y="132934"/>
                </a:lnTo>
                <a:lnTo>
                  <a:pt x="75962" y="104448"/>
                </a:lnTo>
                <a:lnTo>
                  <a:pt x="28486" y="104448"/>
                </a:lnTo>
                <a:lnTo>
                  <a:pt x="75962" y="104448"/>
                </a:lnTo>
                <a:lnTo>
                  <a:pt x="75962" y="66467"/>
                </a:lnTo>
                <a:lnTo>
                  <a:pt x="0" y="66467"/>
                </a:lnTo>
                <a:lnTo>
                  <a:pt x="75962" y="66467"/>
                </a:lnTo>
                <a:lnTo>
                  <a:pt x="75962" y="37981"/>
                </a:lnTo>
                <a:lnTo>
                  <a:pt x="28486" y="37981"/>
                </a:lnTo>
                <a:lnTo>
                  <a:pt x="75962" y="37981"/>
                </a:lnTo>
                <a:lnTo>
                  <a:pt x="75962" y="0"/>
                </a:lnTo>
                <a:lnTo>
                  <a:pt x="28486" y="0"/>
                </a:lnTo>
                <a:close/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6856DC7-750F-E6BB-0496-AEF39DCE4B8C}"/>
              </a:ext>
            </a:extLst>
          </p:cNvPr>
          <p:cNvSpPr txBox="1"/>
          <p:nvPr/>
        </p:nvSpPr>
        <p:spPr>
          <a:xfrm>
            <a:off x="891253" y="3177018"/>
            <a:ext cx="353943" cy="539571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</a:t>
            </a: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F6FBF540-C789-518A-754A-B5708D3A062A}"/>
              </a:ext>
            </a:extLst>
          </p:cNvPr>
          <p:cNvSpPr/>
          <p:nvPr/>
        </p:nvSpPr>
        <p:spPr bwMode="auto">
          <a:xfrm>
            <a:off x="11251963" y="3010019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7A8D3ED3-9436-AB07-D85C-44BEB1351408}"/>
              </a:ext>
            </a:extLst>
          </p:cNvPr>
          <p:cNvSpPr/>
          <p:nvPr/>
        </p:nvSpPr>
        <p:spPr bwMode="auto">
          <a:xfrm>
            <a:off x="1566729" y="3123963"/>
            <a:ext cx="9637758" cy="626692"/>
          </a:xfrm>
          <a:custGeom>
            <a:avLst/>
            <a:gdLst/>
            <a:ahLst/>
            <a:cxnLst/>
            <a:rect l="0" t="0" r="0" b="0"/>
            <a:pathLst>
              <a:path w="9637758" h="626692">
                <a:moveTo>
                  <a:pt x="0" y="626691"/>
                </a:moveTo>
                <a:lnTo>
                  <a:pt x="37981" y="626691"/>
                </a:lnTo>
                <a:lnTo>
                  <a:pt x="85458" y="626691"/>
                </a:lnTo>
                <a:lnTo>
                  <a:pt x="123439" y="626691"/>
                </a:lnTo>
                <a:lnTo>
                  <a:pt x="161421" y="626691"/>
                </a:lnTo>
                <a:lnTo>
                  <a:pt x="208897" y="626691"/>
                </a:lnTo>
                <a:lnTo>
                  <a:pt x="246879" y="626691"/>
                </a:lnTo>
                <a:lnTo>
                  <a:pt x="294355" y="626691"/>
                </a:lnTo>
                <a:lnTo>
                  <a:pt x="332336" y="626691"/>
                </a:lnTo>
                <a:lnTo>
                  <a:pt x="379813" y="626691"/>
                </a:lnTo>
                <a:lnTo>
                  <a:pt x="417794" y="626691"/>
                </a:lnTo>
                <a:lnTo>
                  <a:pt x="455776" y="617196"/>
                </a:lnTo>
                <a:lnTo>
                  <a:pt x="503252" y="626691"/>
                </a:lnTo>
                <a:lnTo>
                  <a:pt x="541234" y="626691"/>
                </a:lnTo>
                <a:lnTo>
                  <a:pt x="588710" y="626691"/>
                </a:lnTo>
                <a:lnTo>
                  <a:pt x="626692" y="626691"/>
                </a:lnTo>
                <a:lnTo>
                  <a:pt x="674168" y="626691"/>
                </a:lnTo>
                <a:lnTo>
                  <a:pt x="712150" y="626691"/>
                </a:lnTo>
                <a:lnTo>
                  <a:pt x="759626" y="626691"/>
                </a:lnTo>
                <a:lnTo>
                  <a:pt x="797607" y="626691"/>
                </a:lnTo>
                <a:lnTo>
                  <a:pt x="835589" y="626691"/>
                </a:lnTo>
                <a:lnTo>
                  <a:pt x="883065" y="617196"/>
                </a:lnTo>
                <a:lnTo>
                  <a:pt x="921047" y="617196"/>
                </a:lnTo>
                <a:lnTo>
                  <a:pt x="968523" y="626691"/>
                </a:lnTo>
                <a:lnTo>
                  <a:pt x="1006505" y="626691"/>
                </a:lnTo>
                <a:lnTo>
                  <a:pt x="1053981" y="626691"/>
                </a:lnTo>
                <a:lnTo>
                  <a:pt x="1091963" y="626691"/>
                </a:lnTo>
                <a:lnTo>
                  <a:pt x="1129944" y="617196"/>
                </a:lnTo>
                <a:lnTo>
                  <a:pt x="1177421" y="626691"/>
                </a:lnTo>
                <a:lnTo>
                  <a:pt x="1215402" y="626691"/>
                </a:lnTo>
                <a:lnTo>
                  <a:pt x="1262879" y="626691"/>
                </a:lnTo>
                <a:lnTo>
                  <a:pt x="1300860" y="626691"/>
                </a:lnTo>
                <a:lnTo>
                  <a:pt x="1348336" y="626691"/>
                </a:lnTo>
                <a:lnTo>
                  <a:pt x="1386318" y="626691"/>
                </a:lnTo>
                <a:lnTo>
                  <a:pt x="1424299" y="626691"/>
                </a:lnTo>
                <a:lnTo>
                  <a:pt x="1471776" y="626691"/>
                </a:lnTo>
                <a:lnTo>
                  <a:pt x="1509757" y="626691"/>
                </a:lnTo>
                <a:lnTo>
                  <a:pt x="1557234" y="617196"/>
                </a:lnTo>
                <a:lnTo>
                  <a:pt x="1595215" y="626691"/>
                </a:lnTo>
                <a:lnTo>
                  <a:pt x="1642692" y="626691"/>
                </a:lnTo>
                <a:lnTo>
                  <a:pt x="1680673" y="626691"/>
                </a:lnTo>
                <a:lnTo>
                  <a:pt x="1718654" y="617196"/>
                </a:lnTo>
                <a:lnTo>
                  <a:pt x="1766131" y="617196"/>
                </a:lnTo>
                <a:lnTo>
                  <a:pt x="1804112" y="626691"/>
                </a:lnTo>
                <a:lnTo>
                  <a:pt x="1851589" y="626691"/>
                </a:lnTo>
                <a:lnTo>
                  <a:pt x="1889570" y="626691"/>
                </a:lnTo>
                <a:lnTo>
                  <a:pt x="1937047" y="626691"/>
                </a:lnTo>
                <a:lnTo>
                  <a:pt x="1975028" y="626691"/>
                </a:lnTo>
                <a:lnTo>
                  <a:pt x="2013009" y="617196"/>
                </a:lnTo>
                <a:lnTo>
                  <a:pt x="2060486" y="617196"/>
                </a:lnTo>
                <a:lnTo>
                  <a:pt x="2098467" y="617196"/>
                </a:lnTo>
                <a:lnTo>
                  <a:pt x="2145944" y="626691"/>
                </a:lnTo>
                <a:lnTo>
                  <a:pt x="2183925" y="617196"/>
                </a:lnTo>
                <a:lnTo>
                  <a:pt x="2231402" y="626691"/>
                </a:lnTo>
                <a:lnTo>
                  <a:pt x="2269383" y="626691"/>
                </a:lnTo>
                <a:lnTo>
                  <a:pt x="2316860" y="617196"/>
                </a:lnTo>
                <a:lnTo>
                  <a:pt x="2354841" y="626691"/>
                </a:lnTo>
                <a:lnTo>
                  <a:pt x="2392822" y="617196"/>
                </a:lnTo>
                <a:lnTo>
                  <a:pt x="2440299" y="617196"/>
                </a:lnTo>
                <a:lnTo>
                  <a:pt x="2478280" y="626691"/>
                </a:lnTo>
                <a:lnTo>
                  <a:pt x="2525757" y="626691"/>
                </a:lnTo>
                <a:lnTo>
                  <a:pt x="2563738" y="617196"/>
                </a:lnTo>
                <a:lnTo>
                  <a:pt x="2611215" y="626691"/>
                </a:lnTo>
                <a:lnTo>
                  <a:pt x="2649196" y="617196"/>
                </a:lnTo>
                <a:lnTo>
                  <a:pt x="2687178" y="617196"/>
                </a:lnTo>
                <a:lnTo>
                  <a:pt x="2734654" y="617196"/>
                </a:lnTo>
                <a:lnTo>
                  <a:pt x="2772636" y="617196"/>
                </a:lnTo>
                <a:lnTo>
                  <a:pt x="2820112" y="607701"/>
                </a:lnTo>
                <a:lnTo>
                  <a:pt x="2858094" y="607701"/>
                </a:lnTo>
                <a:lnTo>
                  <a:pt x="2905570" y="617196"/>
                </a:lnTo>
                <a:lnTo>
                  <a:pt x="2943552" y="617196"/>
                </a:lnTo>
                <a:lnTo>
                  <a:pt x="2981533" y="617196"/>
                </a:lnTo>
                <a:lnTo>
                  <a:pt x="3029009" y="607701"/>
                </a:lnTo>
                <a:lnTo>
                  <a:pt x="3066991" y="617196"/>
                </a:lnTo>
                <a:lnTo>
                  <a:pt x="3114467" y="617196"/>
                </a:lnTo>
                <a:lnTo>
                  <a:pt x="3152449" y="607701"/>
                </a:lnTo>
                <a:lnTo>
                  <a:pt x="3199925" y="607701"/>
                </a:lnTo>
                <a:lnTo>
                  <a:pt x="3237906" y="607701"/>
                </a:lnTo>
                <a:lnTo>
                  <a:pt x="3275888" y="598205"/>
                </a:lnTo>
                <a:lnTo>
                  <a:pt x="3323364" y="598205"/>
                </a:lnTo>
                <a:lnTo>
                  <a:pt x="3361346" y="617196"/>
                </a:lnTo>
                <a:lnTo>
                  <a:pt x="3408822" y="588710"/>
                </a:lnTo>
                <a:lnTo>
                  <a:pt x="3446804" y="598205"/>
                </a:lnTo>
                <a:lnTo>
                  <a:pt x="3494280" y="598205"/>
                </a:lnTo>
                <a:lnTo>
                  <a:pt x="3532262" y="588710"/>
                </a:lnTo>
                <a:lnTo>
                  <a:pt x="3579738" y="598205"/>
                </a:lnTo>
                <a:lnTo>
                  <a:pt x="3617720" y="588710"/>
                </a:lnTo>
                <a:lnTo>
                  <a:pt x="3655701" y="588710"/>
                </a:lnTo>
                <a:lnTo>
                  <a:pt x="3703178" y="598205"/>
                </a:lnTo>
                <a:lnTo>
                  <a:pt x="3741159" y="598205"/>
                </a:lnTo>
                <a:lnTo>
                  <a:pt x="3788636" y="579214"/>
                </a:lnTo>
                <a:lnTo>
                  <a:pt x="3826617" y="569719"/>
                </a:lnTo>
                <a:lnTo>
                  <a:pt x="3874094" y="560224"/>
                </a:lnTo>
                <a:lnTo>
                  <a:pt x="3912075" y="560224"/>
                </a:lnTo>
                <a:lnTo>
                  <a:pt x="3950056" y="560224"/>
                </a:lnTo>
                <a:lnTo>
                  <a:pt x="3997533" y="541233"/>
                </a:lnTo>
                <a:lnTo>
                  <a:pt x="4035514" y="531738"/>
                </a:lnTo>
                <a:lnTo>
                  <a:pt x="4082991" y="512747"/>
                </a:lnTo>
                <a:lnTo>
                  <a:pt x="4120972" y="531738"/>
                </a:lnTo>
                <a:lnTo>
                  <a:pt x="4168449" y="522243"/>
                </a:lnTo>
                <a:lnTo>
                  <a:pt x="4206430" y="484261"/>
                </a:lnTo>
                <a:lnTo>
                  <a:pt x="4244411" y="484261"/>
                </a:lnTo>
                <a:lnTo>
                  <a:pt x="4291888" y="484261"/>
                </a:lnTo>
                <a:lnTo>
                  <a:pt x="4329869" y="465271"/>
                </a:lnTo>
                <a:lnTo>
                  <a:pt x="4377346" y="474766"/>
                </a:lnTo>
                <a:lnTo>
                  <a:pt x="4415327" y="408299"/>
                </a:lnTo>
                <a:lnTo>
                  <a:pt x="4462804" y="455775"/>
                </a:lnTo>
                <a:lnTo>
                  <a:pt x="4500785" y="427289"/>
                </a:lnTo>
                <a:lnTo>
                  <a:pt x="4538767" y="408299"/>
                </a:lnTo>
                <a:lnTo>
                  <a:pt x="4586243" y="379813"/>
                </a:lnTo>
                <a:lnTo>
                  <a:pt x="4624225" y="379813"/>
                </a:lnTo>
                <a:lnTo>
                  <a:pt x="4671701" y="351327"/>
                </a:lnTo>
                <a:lnTo>
                  <a:pt x="4709682" y="360822"/>
                </a:lnTo>
                <a:lnTo>
                  <a:pt x="4757159" y="332336"/>
                </a:lnTo>
                <a:lnTo>
                  <a:pt x="4795140" y="313345"/>
                </a:lnTo>
                <a:lnTo>
                  <a:pt x="4842617" y="303850"/>
                </a:lnTo>
                <a:lnTo>
                  <a:pt x="4880598" y="332336"/>
                </a:lnTo>
                <a:lnTo>
                  <a:pt x="4918579" y="246878"/>
                </a:lnTo>
                <a:lnTo>
                  <a:pt x="4966056" y="246878"/>
                </a:lnTo>
                <a:lnTo>
                  <a:pt x="5004037" y="218392"/>
                </a:lnTo>
                <a:lnTo>
                  <a:pt x="5051514" y="237383"/>
                </a:lnTo>
                <a:lnTo>
                  <a:pt x="5089496" y="218392"/>
                </a:lnTo>
                <a:lnTo>
                  <a:pt x="5136972" y="180411"/>
                </a:lnTo>
                <a:lnTo>
                  <a:pt x="5174953" y="218392"/>
                </a:lnTo>
                <a:lnTo>
                  <a:pt x="5212935" y="199402"/>
                </a:lnTo>
                <a:lnTo>
                  <a:pt x="5260412" y="85458"/>
                </a:lnTo>
                <a:lnTo>
                  <a:pt x="5298392" y="113944"/>
                </a:lnTo>
                <a:lnTo>
                  <a:pt x="5345869" y="94953"/>
                </a:lnTo>
                <a:lnTo>
                  <a:pt x="5383851" y="113944"/>
                </a:lnTo>
                <a:lnTo>
                  <a:pt x="5431328" y="170916"/>
                </a:lnTo>
                <a:lnTo>
                  <a:pt x="5469308" y="94953"/>
                </a:lnTo>
                <a:lnTo>
                  <a:pt x="5507290" y="85458"/>
                </a:lnTo>
                <a:lnTo>
                  <a:pt x="5554767" y="75962"/>
                </a:lnTo>
                <a:lnTo>
                  <a:pt x="5592748" y="85458"/>
                </a:lnTo>
                <a:lnTo>
                  <a:pt x="5640224" y="47476"/>
                </a:lnTo>
                <a:lnTo>
                  <a:pt x="5678206" y="47476"/>
                </a:lnTo>
                <a:lnTo>
                  <a:pt x="5725682" y="47476"/>
                </a:lnTo>
                <a:lnTo>
                  <a:pt x="5763664" y="47476"/>
                </a:lnTo>
                <a:lnTo>
                  <a:pt x="5811140" y="75962"/>
                </a:lnTo>
                <a:lnTo>
                  <a:pt x="5849121" y="0"/>
                </a:lnTo>
                <a:lnTo>
                  <a:pt x="5887103" y="66467"/>
                </a:lnTo>
                <a:lnTo>
                  <a:pt x="5934580" y="56972"/>
                </a:lnTo>
                <a:lnTo>
                  <a:pt x="5972561" y="75962"/>
                </a:lnTo>
                <a:lnTo>
                  <a:pt x="6020037" y="47476"/>
                </a:lnTo>
                <a:lnTo>
                  <a:pt x="6058019" y="28486"/>
                </a:lnTo>
                <a:lnTo>
                  <a:pt x="6105496" y="37981"/>
                </a:lnTo>
                <a:lnTo>
                  <a:pt x="6143477" y="94953"/>
                </a:lnTo>
                <a:lnTo>
                  <a:pt x="6181458" y="75962"/>
                </a:lnTo>
                <a:lnTo>
                  <a:pt x="6228935" y="85458"/>
                </a:lnTo>
                <a:lnTo>
                  <a:pt x="6266916" y="104448"/>
                </a:lnTo>
                <a:lnTo>
                  <a:pt x="6314393" y="142429"/>
                </a:lnTo>
                <a:lnTo>
                  <a:pt x="6352374" y="142429"/>
                </a:lnTo>
                <a:lnTo>
                  <a:pt x="6399851" y="123439"/>
                </a:lnTo>
                <a:lnTo>
                  <a:pt x="6437832" y="104448"/>
                </a:lnTo>
                <a:lnTo>
                  <a:pt x="6475813" y="170916"/>
                </a:lnTo>
                <a:lnTo>
                  <a:pt x="6523290" y="180411"/>
                </a:lnTo>
                <a:lnTo>
                  <a:pt x="6561271" y="227887"/>
                </a:lnTo>
                <a:lnTo>
                  <a:pt x="6608748" y="161420"/>
                </a:lnTo>
                <a:lnTo>
                  <a:pt x="6646729" y="237383"/>
                </a:lnTo>
                <a:lnTo>
                  <a:pt x="6694206" y="265869"/>
                </a:lnTo>
                <a:lnTo>
                  <a:pt x="6732187" y="275364"/>
                </a:lnTo>
                <a:lnTo>
                  <a:pt x="6779664" y="275364"/>
                </a:lnTo>
                <a:lnTo>
                  <a:pt x="6817645" y="341831"/>
                </a:lnTo>
                <a:lnTo>
                  <a:pt x="6855627" y="303850"/>
                </a:lnTo>
                <a:lnTo>
                  <a:pt x="6903103" y="322841"/>
                </a:lnTo>
                <a:lnTo>
                  <a:pt x="6941084" y="313345"/>
                </a:lnTo>
                <a:lnTo>
                  <a:pt x="6988561" y="360822"/>
                </a:lnTo>
                <a:lnTo>
                  <a:pt x="7026543" y="332336"/>
                </a:lnTo>
                <a:lnTo>
                  <a:pt x="7074019" y="360822"/>
                </a:lnTo>
                <a:lnTo>
                  <a:pt x="7112000" y="389308"/>
                </a:lnTo>
                <a:lnTo>
                  <a:pt x="7149982" y="408299"/>
                </a:lnTo>
                <a:lnTo>
                  <a:pt x="7197458" y="408299"/>
                </a:lnTo>
                <a:lnTo>
                  <a:pt x="7235439" y="436785"/>
                </a:lnTo>
                <a:lnTo>
                  <a:pt x="7282916" y="427289"/>
                </a:lnTo>
                <a:lnTo>
                  <a:pt x="7320898" y="446280"/>
                </a:lnTo>
                <a:lnTo>
                  <a:pt x="7368374" y="446280"/>
                </a:lnTo>
                <a:lnTo>
                  <a:pt x="7406355" y="455775"/>
                </a:lnTo>
                <a:lnTo>
                  <a:pt x="7453832" y="446280"/>
                </a:lnTo>
                <a:lnTo>
                  <a:pt x="7491813" y="474766"/>
                </a:lnTo>
                <a:lnTo>
                  <a:pt x="7529795" y="484261"/>
                </a:lnTo>
                <a:lnTo>
                  <a:pt x="7577271" y="512747"/>
                </a:lnTo>
                <a:lnTo>
                  <a:pt x="7615252" y="493757"/>
                </a:lnTo>
                <a:lnTo>
                  <a:pt x="7662729" y="512747"/>
                </a:lnTo>
                <a:lnTo>
                  <a:pt x="7700711" y="484261"/>
                </a:lnTo>
                <a:lnTo>
                  <a:pt x="7748187" y="541233"/>
                </a:lnTo>
                <a:lnTo>
                  <a:pt x="7786168" y="512747"/>
                </a:lnTo>
                <a:lnTo>
                  <a:pt x="7824150" y="541233"/>
                </a:lnTo>
                <a:lnTo>
                  <a:pt x="7871627" y="541233"/>
                </a:lnTo>
                <a:lnTo>
                  <a:pt x="7909607" y="541233"/>
                </a:lnTo>
                <a:lnTo>
                  <a:pt x="7957084" y="512747"/>
                </a:lnTo>
                <a:lnTo>
                  <a:pt x="7995066" y="541233"/>
                </a:lnTo>
                <a:lnTo>
                  <a:pt x="8042543" y="531738"/>
                </a:lnTo>
                <a:lnTo>
                  <a:pt x="8080523" y="550729"/>
                </a:lnTo>
                <a:lnTo>
                  <a:pt x="8118505" y="531738"/>
                </a:lnTo>
                <a:lnTo>
                  <a:pt x="8165982" y="541233"/>
                </a:lnTo>
                <a:lnTo>
                  <a:pt x="8203963" y="560224"/>
                </a:lnTo>
                <a:lnTo>
                  <a:pt x="8251439" y="560224"/>
                </a:lnTo>
                <a:lnTo>
                  <a:pt x="8289421" y="569719"/>
                </a:lnTo>
                <a:lnTo>
                  <a:pt x="8336898" y="541233"/>
                </a:lnTo>
                <a:lnTo>
                  <a:pt x="8374879" y="569719"/>
                </a:lnTo>
                <a:lnTo>
                  <a:pt x="8422355" y="569719"/>
                </a:lnTo>
                <a:lnTo>
                  <a:pt x="8460336" y="569719"/>
                </a:lnTo>
                <a:lnTo>
                  <a:pt x="8498318" y="560224"/>
                </a:lnTo>
                <a:lnTo>
                  <a:pt x="8545795" y="569719"/>
                </a:lnTo>
                <a:lnTo>
                  <a:pt x="8583776" y="588710"/>
                </a:lnTo>
                <a:lnTo>
                  <a:pt x="8631252" y="569719"/>
                </a:lnTo>
                <a:lnTo>
                  <a:pt x="8669234" y="588710"/>
                </a:lnTo>
                <a:lnTo>
                  <a:pt x="8716711" y="560224"/>
                </a:lnTo>
                <a:lnTo>
                  <a:pt x="8754692" y="579214"/>
                </a:lnTo>
                <a:lnTo>
                  <a:pt x="8792673" y="588710"/>
                </a:lnTo>
                <a:lnTo>
                  <a:pt x="8840150" y="569719"/>
                </a:lnTo>
                <a:lnTo>
                  <a:pt x="8878131" y="579214"/>
                </a:lnTo>
                <a:lnTo>
                  <a:pt x="8925607" y="569719"/>
                </a:lnTo>
                <a:lnTo>
                  <a:pt x="8963589" y="588710"/>
                </a:lnTo>
                <a:lnTo>
                  <a:pt x="9011066" y="579214"/>
                </a:lnTo>
                <a:lnTo>
                  <a:pt x="9049047" y="588710"/>
                </a:lnTo>
                <a:lnTo>
                  <a:pt x="9096523" y="588710"/>
                </a:lnTo>
                <a:lnTo>
                  <a:pt x="9134505" y="579214"/>
                </a:lnTo>
                <a:lnTo>
                  <a:pt x="9172486" y="598205"/>
                </a:lnTo>
                <a:lnTo>
                  <a:pt x="9219963" y="579214"/>
                </a:lnTo>
                <a:lnTo>
                  <a:pt x="9257944" y="588710"/>
                </a:lnTo>
                <a:lnTo>
                  <a:pt x="9305421" y="588710"/>
                </a:lnTo>
                <a:lnTo>
                  <a:pt x="9343402" y="588710"/>
                </a:lnTo>
                <a:lnTo>
                  <a:pt x="9390879" y="560224"/>
                </a:lnTo>
                <a:lnTo>
                  <a:pt x="9428860" y="588710"/>
                </a:lnTo>
                <a:lnTo>
                  <a:pt x="9466842" y="579214"/>
                </a:lnTo>
                <a:lnTo>
                  <a:pt x="9514318" y="588710"/>
                </a:lnTo>
                <a:lnTo>
                  <a:pt x="9552299" y="579214"/>
                </a:lnTo>
                <a:lnTo>
                  <a:pt x="9599776" y="579214"/>
                </a:lnTo>
                <a:lnTo>
                  <a:pt x="9637757" y="598205"/>
                </a:lnTo>
              </a:path>
            </a:pathLst>
          </a:custGeom>
          <a:noFill/>
          <a:ln w="12700" cap="flat" cmpd="sng" algn="ctr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B6F9551-7103-338D-C36D-004EBB5CBA91}"/>
              </a:ext>
            </a:extLst>
          </p:cNvPr>
          <p:cNvSpPr txBox="1"/>
          <p:nvPr/>
        </p:nvSpPr>
        <p:spPr>
          <a:xfrm>
            <a:off x="1452785" y="2893048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pt-BR" sz="800">
                <a:latin typeface="Arial" panose="020B0604020202020204" pitchFamily="34" charset="0"/>
              </a:rPr>
              <a:t>  *2 Sep 25- 1-0.1- NPs-400 um-postive-002.tdc + Ions 400µm 20735271 cts</a:t>
            </a:r>
            <a:endParaRPr lang="en-US" sz="800">
              <a:latin typeface="Arial" panose="020B060402020202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B80BF6B-B234-2B06-38B8-8BF16BA9BC46}"/>
              </a:ext>
            </a:extLst>
          </p:cNvPr>
          <p:cNvSpPr txBox="1"/>
          <p:nvPr/>
        </p:nvSpPr>
        <p:spPr>
          <a:xfrm>
            <a:off x="1336722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BA79122-74CB-3B4F-07B6-40B91D2344E9}"/>
              </a:ext>
            </a:extLst>
          </p:cNvPr>
          <p:cNvSpPr txBox="1"/>
          <p:nvPr/>
        </p:nvSpPr>
        <p:spPr>
          <a:xfrm>
            <a:off x="3758030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298B922-5A84-A57A-A3D5-BFA7A3A26CB7}"/>
              </a:ext>
            </a:extLst>
          </p:cNvPr>
          <p:cNvSpPr txBox="1"/>
          <p:nvPr/>
        </p:nvSpPr>
        <p:spPr>
          <a:xfrm>
            <a:off x="6179339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270C6A9-ACF7-9586-A05A-101247883F5B}"/>
              </a:ext>
            </a:extLst>
          </p:cNvPr>
          <p:cNvSpPr txBox="1"/>
          <p:nvPr/>
        </p:nvSpPr>
        <p:spPr>
          <a:xfrm>
            <a:off x="8610143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91.5</a:t>
            </a:r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61843D9C-1093-86B9-021D-AD617898DB24}"/>
              </a:ext>
            </a:extLst>
          </p:cNvPr>
          <p:cNvSpPr/>
          <p:nvPr/>
        </p:nvSpPr>
        <p:spPr bwMode="auto">
          <a:xfrm>
            <a:off x="1547738" y="5146467"/>
            <a:ext cx="9713721" cy="75964"/>
          </a:xfrm>
          <a:custGeom>
            <a:avLst/>
            <a:gdLst/>
            <a:ahLst/>
            <a:cxnLst/>
            <a:rect l="0" t="0" r="0" b="0"/>
            <a:pathLst>
              <a:path w="9713721" h="75964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3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7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7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7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7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3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7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7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7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7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75963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7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7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7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7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3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7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7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7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7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6D69816-BD50-8B51-95C4-EF2087449301}"/>
              </a:ext>
            </a:extLst>
          </p:cNvPr>
          <p:cNvSpPr txBox="1"/>
          <p:nvPr/>
        </p:nvSpPr>
        <p:spPr>
          <a:xfrm>
            <a:off x="5968482" y="5402841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5CBC39F2-0EBF-8ECD-2C01-F9BEA05B2C14}"/>
              </a:ext>
            </a:extLst>
          </p:cNvPr>
          <p:cNvSpPr/>
          <p:nvPr/>
        </p:nvSpPr>
        <p:spPr bwMode="auto">
          <a:xfrm>
            <a:off x="1547738" y="4396336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F4747AD-3156-4108-22DE-4A961AC10913}"/>
              </a:ext>
            </a:extLst>
          </p:cNvPr>
          <p:cNvSpPr txBox="1"/>
          <p:nvPr/>
        </p:nvSpPr>
        <p:spPr>
          <a:xfrm>
            <a:off x="1193617" y="5028104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CCD70D8-81F0-8D62-9541-001454DEF1BB}"/>
              </a:ext>
            </a:extLst>
          </p:cNvPr>
          <p:cNvSpPr txBox="1"/>
          <p:nvPr/>
        </p:nvSpPr>
        <p:spPr>
          <a:xfrm>
            <a:off x="1193617" y="4847693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0.5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354F0A9-7206-8BB5-0BCB-94C5D070366C}"/>
              </a:ext>
            </a:extLst>
          </p:cNvPr>
          <p:cNvSpPr txBox="1"/>
          <p:nvPr/>
        </p:nvSpPr>
        <p:spPr>
          <a:xfrm>
            <a:off x="1193617" y="4676777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F403875-A420-E550-1903-E9B211CEAB56}"/>
              </a:ext>
            </a:extLst>
          </p:cNvPr>
          <p:cNvSpPr txBox="1"/>
          <p:nvPr/>
        </p:nvSpPr>
        <p:spPr>
          <a:xfrm>
            <a:off x="1193617" y="4505861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1.5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3CDC83A-0668-7130-F86C-219D62410EF4}"/>
              </a:ext>
            </a:extLst>
          </p:cNvPr>
          <p:cNvSpPr txBox="1"/>
          <p:nvPr/>
        </p:nvSpPr>
        <p:spPr>
          <a:xfrm>
            <a:off x="1193617" y="4325450"/>
            <a:ext cx="268663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2.0</a:t>
            </a:r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540172D1-1DD5-1BB2-2C31-6071EA8E2899}"/>
              </a:ext>
            </a:extLst>
          </p:cNvPr>
          <p:cNvSpPr/>
          <p:nvPr/>
        </p:nvSpPr>
        <p:spPr bwMode="auto">
          <a:xfrm>
            <a:off x="1471776" y="4396336"/>
            <a:ext cx="75963" cy="759628"/>
          </a:xfrm>
          <a:custGeom>
            <a:avLst/>
            <a:gdLst/>
            <a:ahLst/>
            <a:cxnLst/>
            <a:rect l="0" t="0" r="0" b="0"/>
            <a:pathLst>
              <a:path w="75963" h="759628">
                <a:moveTo>
                  <a:pt x="75962" y="0"/>
                </a:moveTo>
                <a:lnTo>
                  <a:pt x="75962" y="759627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12150"/>
                </a:lnTo>
                <a:lnTo>
                  <a:pt x="28486" y="712150"/>
                </a:lnTo>
                <a:lnTo>
                  <a:pt x="75962" y="712150"/>
                </a:lnTo>
                <a:lnTo>
                  <a:pt x="75962" y="674169"/>
                </a:lnTo>
                <a:lnTo>
                  <a:pt x="28486" y="674169"/>
                </a:lnTo>
                <a:lnTo>
                  <a:pt x="75962" y="674169"/>
                </a:lnTo>
                <a:lnTo>
                  <a:pt x="75962" y="645683"/>
                </a:lnTo>
                <a:lnTo>
                  <a:pt x="28486" y="645683"/>
                </a:lnTo>
                <a:lnTo>
                  <a:pt x="75962" y="645683"/>
                </a:lnTo>
                <a:lnTo>
                  <a:pt x="75962" y="607702"/>
                </a:lnTo>
                <a:lnTo>
                  <a:pt x="28486" y="607702"/>
                </a:lnTo>
                <a:lnTo>
                  <a:pt x="75962" y="607702"/>
                </a:lnTo>
                <a:lnTo>
                  <a:pt x="75962" y="569720"/>
                </a:lnTo>
                <a:lnTo>
                  <a:pt x="0" y="569720"/>
                </a:lnTo>
                <a:lnTo>
                  <a:pt x="75962" y="569720"/>
                </a:lnTo>
                <a:lnTo>
                  <a:pt x="75962" y="541234"/>
                </a:lnTo>
                <a:lnTo>
                  <a:pt x="28486" y="541234"/>
                </a:lnTo>
                <a:lnTo>
                  <a:pt x="75962" y="541234"/>
                </a:lnTo>
                <a:lnTo>
                  <a:pt x="75962" y="503253"/>
                </a:lnTo>
                <a:lnTo>
                  <a:pt x="28486" y="503253"/>
                </a:lnTo>
                <a:lnTo>
                  <a:pt x="75962" y="503253"/>
                </a:lnTo>
                <a:lnTo>
                  <a:pt x="75962" y="465272"/>
                </a:lnTo>
                <a:lnTo>
                  <a:pt x="28486" y="465272"/>
                </a:lnTo>
                <a:lnTo>
                  <a:pt x="75962" y="465272"/>
                </a:lnTo>
                <a:lnTo>
                  <a:pt x="75962" y="436786"/>
                </a:lnTo>
                <a:lnTo>
                  <a:pt x="28486" y="436786"/>
                </a:lnTo>
                <a:lnTo>
                  <a:pt x="75962" y="436786"/>
                </a:lnTo>
                <a:lnTo>
                  <a:pt x="75962" y="398804"/>
                </a:lnTo>
                <a:lnTo>
                  <a:pt x="0" y="398804"/>
                </a:lnTo>
                <a:lnTo>
                  <a:pt x="75962" y="398804"/>
                </a:lnTo>
                <a:lnTo>
                  <a:pt x="75962" y="360823"/>
                </a:lnTo>
                <a:lnTo>
                  <a:pt x="28486" y="360823"/>
                </a:lnTo>
                <a:lnTo>
                  <a:pt x="75962" y="360823"/>
                </a:lnTo>
                <a:lnTo>
                  <a:pt x="75962" y="332337"/>
                </a:lnTo>
                <a:lnTo>
                  <a:pt x="28486" y="332337"/>
                </a:lnTo>
                <a:lnTo>
                  <a:pt x="75962" y="332337"/>
                </a:lnTo>
                <a:lnTo>
                  <a:pt x="75962" y="294356"/>
                </a:lnTo>
                <a:lnTo>
                  <a:pt x="28486" y="294356"/>
                </a:lnTo>
                <a:lnTo>
                  <a:pt x="75962" y="294356"/>
                </a:lnTo>
                <a:lnTo>
                  <a:pt x="75962" y="256374"/>
                </a:lnTo>
                <a:lnTo>
                  <a:pt x="28486" y="256374"/>
                </a:lnTo>
                <a:lnTo>
                  <a:pt x="75962" y="256374"/>
                </a:lnTo>
                <a:lnTo>
                  <a:pt x="75962" y="227888"/>
                </a:lnTo>
                <a:lnTo>
                  <a:pt x="0" y="227888"/>
                </a:lnTo>
                <a:lnTo>
                  <a:pt x="75962" y="227888"/>
                </a:lnTo>
                <a:lnTo>
                  <a:pt x="75962" y="189907"/>
                </a:lnTo>
                <a:lnTo>
                  <a:pt x="28486" y="189907"/>
                </a:lnTo>
                <a:lnTo>
                  <a:pt x="75962" y="189907"/>
                </a:lnTo>
                <a:lnTo>
                  <a:pt x="75962" y="151926"/>
                </a:lnTo>
                <a:lnTo>
                  <a:pt x="28486" y="151926"/>
                </a:lnTo>
                <a:lnTo>
                  <a:pt x="75962" y="151926"/>
                </a:lnTo>
                <a:lnTo>
                  <a:pt x="75962" y="123440"/>
                </a:lnTo>
                <a:lnTo>
                  <a:pt x="28486" y="123440"/>
                </a:lnTo>
                <a:lnTo>
                  <a:pt x="75962" y="123440"/>
                </a:lnTo>
                <a:lnTo>
                  <a:pt x="75962" y="85458"/>
                </a:lnTo>
                <a:lnTo>
                  <a:pt x="28486" y="85458"/>
                </a:lnTo>
                <a:lnTo>
                  <a:pt x="75962" y="85458"/>
                </a:lnTo>
                <a:lnTo>
                  <a:pt x="75962" y="47477"/>
                </a:lnTo>
                <a:lnTo>
                  <a:pt x="0" y="47477"/>
                </a:lnTo>
                <a:lnTo>
                  <a:pt x="75962" y="47477"/>
                </a:lnTo>
                <a:lnTo>
                  <a:pt x="75962" y="18991"/>
                </a:lnTo>
                <a:lnTo>
                  <a:pt x="28486" y="18991"/>
                </a:lnTo>
                <a:lnTo>
                  <a:pt x="75962" y="18991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CEC9D2F-E75F-C3BD-04DA-19ED632619E0}"/>
              </a:ext>
            </a:extLst>
          </p:cNvPr>
          <p:cNvSpPr txBox="1"/>
          <p:nvPr/>
        </p:nvSpPr>
        <p:spPr>
          <a:xfrm>
            <a:off x="891253" y="4418265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Counts/1E3</a:t>
            </a:r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A6134D82-45BF-BC97-32F1-585A529B347F}"/>
              </a:ext>
            </a:extLst>
          </p:cNvPr>
          <p:cNvSpPr/>
          <p:nvPr/>
        </p:nvSpPr>
        <p:spPr bwMode="auto">
          <a:xfrm>
            <a:off x="11251963" y="4396336"/>
            <a:ext cx="1" cy="759628"/>
          </a:xfrm>
          <a:custGeom>
            <a:avLst/>
            <a:gdLst/>
            <a:ahLst/>
            <a:cxnLst/>
            <a:rect l="0" t="0" r="0" b="0"/>
            <a:pathLst>
              <a:path w="1" h="759628">
                <a:moveTo>
                  <a:pt x="0" y="0"/>
                </a:moveTo>
                <a:lnTo>
                  <a:pt x="0" y="759627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AA7988C0-CBDC-7807-436F-CBD9C979EB81}"/>
              </a:ext>
            </a:extLst>
          </p:cNvPr>
          <p:cNvSpPr/>
          <p:nvPr/>
        </p:nvSpPr>
        <p:spPr bwMode="auto">
          <a:xfrm>
            <a:off x="1547738" y="4510281"/>
            <a:ext cx="9694730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607700"/>
                </a:moveTo>
                <a:lnTo>
                  <a:pt x="9496" y="607700"/>
                </a:lnTo>
                <a:lnTo>
                  <a:pt x="18991" y="607700"/>
                </a:lnTo>
                <a:lnTo>
                  <a:pt x="28486" y="607700"/>
                </a:lnTo>
                <a:lnTo>
                  <a:pt x="37982" y="607700"/>
                </a:lnTo>
                <a:lnTo>
                  <a:pt x="47477" y="607700"/>
                </a:lnTo>
                <a:lnTo>
                  <a:pt x="56972" y="607700"/>
                </a:lnTo>
                <a:lnTo>
                  <a:pt x="66468" y="607700"/>
                </a:lnTo>
                <a:lnTo>
                  <a:pt x="75963" y="607700"/>
                </a:lnTo>
                <a:lnTo>
                  <a:pt x="85458" y="607700"/>
                </a:lnTo>
                <a:lnTo>
                  <a:pt x="94954" y="607700"/>
                </a:lnTo>
                <a:lnTo>
                  <a:pt x="104449" y="607700"/>
                </a:lnTo>
                <a:lnTo>
                  <a:pt x="113944" y="607700"/>
                </a:lnTo>
                <a:lnTo>
                  <a:pt x="123440" y="598205"/>
                </a:lnTo>
                <a:lnTo>
                  <a:pt x="132935" y="607700"/>
                </a:lnTo>
                <a:lnTo>
                  <a:pt x="142430" y="607700"/>
                </a:lnTo>
                <a:lnTo>
                  <a:pt x="151926" y="607700"/>
                </a:lnTo>
                <a:lnTo>
                  <a:pt x="161421" y="607700"/>
                </a:lnTo>
                <a:lnTo>
                  <a:pt x="170916" y="607700"/>
                </a:lnTo>
                <a:lnTo>
                  <a:pt x="180412" y="607700"/>
                </a:lnTo>
                <a:lnTo>
                  <a:pt x="189907" y="607700"/>
                </a:lnTo>
                <a:lnTo>
                  <a:pt x="199402" y="607700"/>
                </a:lnTo>
                <a:lnTo>
                  <a:pt x="208898" y="607700"/>
                </a:lnTo>
                <a:lnTo>
                  <a:pt x="218393" y="598205"/>
                </a:lnTo>
                <a:lnTo>
                  <a:pt x="227888" y="607700"/>
                </a:lnTo>
                <a:lnTo>
                  <a:pt x="237383" y="607700"/>
                </a:lnTo>
                <a:lnTo>
                  <a:pt x="246879" y="607700"/>
                </a:lnTo>
                <a:lnTo>
                  <a:pt x="256374" y="607700"/>
                </a:lnTo>
                <a:lnTo>
                  <a:pt x="265870" y="607700"/>
                </a:lnTo>
                <a:lnTo>
                  <a:pt x="275365" y="617196"/>
                </a:lnTo>
                <a:lnTo>
                  <a:pt x="284860" y="617196"/>
                </a:lnTo>
                <a:lnTo>
                  <a:pt x="294355" y="617196"/>
                </a:lnTo>
                <a:lnTo>
                  <a:pt x="303851" y="617196"/>
                </a:lnTo>
                <a:lnTo>
                  <a:pt x="313346" y="617196"/>
                </a:lnTo>
                <a:lnTo>
                  <a:pt x="322841" y="617196"/>
                </a:lnTo>
                <a:lnTo>
                  <a:pt x="332337" y="617196"/>
                </a:lnTo>
                <a:lnTo>
                  <a:pt x="341832" y="617196"/>
                </a:lnTo>
                <a:lnTo>
                  <a:pt x="351327" y="617196"/>
                </a:lnTo>
                <a:lnTo>
                  <a:pt x="360823" y="617196"/>
                </a:lnTo>
                <a:lnTo>
                  <a:pt x="370318" y="617196"/>
                </a:lnTo>
                <a:lnTo>
                  <a:pt x="379813" y="626691"/>
                </a:lnTo>
                <a:lnTo>
                  <a:pt x="389309" y="626691"/>
                </a:lnTo>
                <a:lnTo>
                  <a:pt x="398804" y="626691"/>
                </a:lnTo>
                <a:lnTo>
                  <a:pt x="408299" y="626691"/>
                </a:lnTo>
                <a:lnTo>
                  <a:pt x="417795" y="626691"/>
                </a:lnTo>
                <a:lnTo>
                  <a:pt x="427290" y="626691"/>
                </a:lnTo>
                <a:lnTo>
                  <a:pt x="436785" y="626691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26691"/>
                </a:lnTo>
                <a:lnTo>
                  <a:pt x="522243" y="626691"/>
                </a:lnTo>
                <a:lnTo>
                  <a:pt x="531739" y="626691"/>
                </a:lnTo>
                <a:lnTo>
                  <a:pt x="541234" y="626691"/>
                </a:lnTo>
                <a:lnTo>
                  <a:pt x="550729" y="626691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626691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626691"/>
                </a:lnTo>
                <a:lnTo>
                  <a:pt x="636187" y="626691"/>
                </a:lnTo>
                <a:lnTo>
                  <a:pt x="645683" y="626691"/>
                </a:lnTo>
                <a:lnTo>
                  <a:pt x="655178" y="626691"/>
                </a:lnTo>
                <a:lnTo>
                  <a:pt x="664673" y="626691"/>
                </a:lnTo>
                <a:lnTo>
                  <a:pt x="674169" y="626691"/>
                </a:lnTo>
                <a:lnTo>
                  <a:pt x="683664" y="626691"/>
                </a:lnTo>
                <a:lnTo>
                  <a:pt x="693159" y="626691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26691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26691"/>
                </a:lnTo>
                <a:lnTo>
                  <a:pt x="769122" y="626691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626691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626691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626691"/>
                </a:lnTo>
                <a:lnTo>
                  <a:pt x="1262879" y="626691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2669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26691"/>
                </a:lnTo>
                <a:lnTo>
                  <a:pt x="1357832" y="626691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26691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26691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26691"/>
                </a:lnTo>
                <a:lnTo>
                  <a:pt x="1547739" y="626691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26691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626691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2669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2669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2669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2669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626691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26691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626691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26691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626691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2669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626691"/>
                </a:lnTo>
                <a:lnTo>
                  <a:pt x="2231402" y="626691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626691"/>
                </a:lnTo>
                <a:lnTo>
                  <a:pt x="2326355" y="626691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26691"/>
                </a:lnTo>
                <a:lnTo>
                  <a:pt x="2421309" y="626691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626691"/>
                </a:lnTo>
                <a:lnTo>
                  <a:pt x="2525758" y="626691"/>
                </a:lnTo>
                <a:lnTo>
                  <a:pt x="2535253" y="626691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26691"/>
                </a:lnTo>
                <a:lnTo>
                  <a:pt x="2620711" y="626691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2669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626691"/>
                </a:lnTo>
                <a:lnTo>
                  <a:pt x="2715664" y="626691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26691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26691"/>
                </a:lnTo>
                <a:lnTo>
                  <a:pt x="2810617" y="626691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26691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26691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26691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2669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626691"/>
                </a:lnTo>
                <a:lnTo>
                  <a:pt x="3104972" y="62669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26691"/>
                </a:lnTo>
                <a:lnTo>
                  <a:pt x="3199926" y="626691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26691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2669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626691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26691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26691"/>
                </a:lnTo>
                <a:lnTo>
                  <a:pt x="3494281" y="626691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26691"/>
                </a:lnTo>
                <a:lnTo>
                  <a:pt x="3589234" y="62669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26691"/>
                </a:lnTo>
                <a:lnTo>
                  <a:pt x="3684187" y="626691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626691"/>
                </a:lnTo>
                <a:lnTo>
                  <a:pt x="3779141" y="626691"/>
                </a:lnTo>
                <a:lnTo>
                  <a:pt x="3788636" y="626691"/>
                </a:lnTo>
                <a:lnTo>
                  <a:pt x="3798131" y="626691"/>
                </a:lnTo>
                <a:lnTo>
                  <a:pt x="3807627" y="626691"/>
                </a:lnTo>
                <a:lnTo>
                  <a:pt x="3817122" y="626691"/>
                </a:lnTo>
                <a:lnTo>
                  <a:pt x="3826617" y="626691"/>
                </a:lnTo>
                <a:lnTo>
                  <a:pt x="3836112" y="626691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626691"/>
                </a:lnTo>
                <a:lnTo>
                  <a:pt x="3883589" y="626691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26691"/>
                </a:lnTo>
                <a:lnTo>
                  <a:pt x="3931066" y="626691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626691"/>
                </a:lnTo>
                <a:lnTo>
                  <a:pt x="3978543" y="626691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626691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626691"/>
                </a:lnTo>
                <a:lnTo>
                  <a:pt x="4073496" y="626691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626691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626691"/>
                </a:lnTo>
                <a:lnTo>
                  <a:pt x="4168449" y="626691"/>
                </a:lnTo>
                <a:lnTo>
                  <a:pt x="4177944" y="626691"/>
                </a:lnTo>
                <a:lnTo>
                  <a:pt x="4187440" y="626691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626691"/>
                </a:lnTo>
                <a:lnTo>
                  <a:pt x="4225421" y="626691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17196"/>
                </a:lnTo>
                <a:lnTo>
                  <a:pt x="4263402" y="617196"/>
                </a:lnTo>
                <a:lnTo>
                  <a:pt x="4272898" y="617196"/>
                </a:lnTo>
                <a:lnTo>
                  <a:pt x="4282393" y="617196"/>
                </a:lnTo>
                <a:lnTo>
                  <a:pt x="4291888" y="617196"/>
                </a:lnTo>
                <a:lnTo>
                  <a:pt x="4301384" y="617196"/>
                </a:lnTo>
                <a:lnTo>
                  <a:pt x="4310879" y="617196"/>
                </a:lnTo>
                <a:lnTo>
                  <a:pt x="4320374" y="607700"/>
                </a:lnTo>
                <a:lnTo>
                  <a:pt x="4329870" y="607700"/>
                </a:lnTo>
                <a:lnTo>
                  <a:pt x="4339365" y="607700"/>
                </a:lnTo>
                <a:lnTo>
                  <a:pt x="4348860" y="598205"/>
                </a:lnTo>
                <a:lnTo>
                  <a:pt x="4358356" y="598205"/>
                </a:lnTo>
                <a:lnTo>
                  <a:pt x="4367851" y="588710"/>
                </a:lnTo>
                <a:lnTo>
                  <a:pt x="4377346" y="588710"/>
                </a:lnTo>
                <a:lnTo>
                  <a:pt x="4386842" y="588710"/>
                </a:lnTo>
                <a:lnTo>
                  <a:pt x="4396337" y="579214"/>
                </a:lnTo>
                <a:lnTo>
                  <a:pt x="4405832" y="579214"/>
                </a:lnTo>
                <a:lnTo>
                  <a:pt x="4415327" y="588710"/>
                </a:lnTo>
                <a:lnTo>
                  <a:pt x="4424823" y="569719"/>
                </a:lnTo>
                <a:lnTo>
                  <a:pt x="4434318" y="569719"/>
                </a:lnTo>
                <a:lnTo>
                  <a:pt x="4443813" y="569719"/>
                </a:lnTo>
                <a:lnTo>
                  <a:pt x="4453309" y="560224"/>
                </a:lnTo>
                <a:lnTo>
                  <a:pt x="4462804" y="550728"/>
                </a:lnTo>
                <a:lnTo>
                  <a:pt x="4472300" y="560224"/>
                </a:lnTo>
                <a:lnTo>
                  <a:pt x="4481795" y="550728"/>
                </a:lnTo>
                <a:lnTo>
                  <a:pt x="4491290" y="550728"/>
                </a:lnTo>
                <a:lnTo>
                  <a:pt x="4500785" y="560224"/>
                </a:lnTo>
                <a:lnTo>
                  <a:pt x="4510281" y="550728"/>
                </a:lnTo>
                <a:lnTo>
                  <a:pt x="4519776" y="550728"/>
                </a:lnTo>
                <a:lnTo>
                  <a:pt x="4529271" y="560224"/>
                </a:lnTo>
                <a:lnTo>
                  <a:pt x="4538767" y="560224"/>
                </a:lnTo>
                <a:lnTo>
                  <a:pt x="4548262" y="560224"/>
                </a:lnTo>
                <a:lnTo>
                  <a:pt x="4557758" y="560224"/>
                </a:lnTo>
                <a:lnTo>
                  <a:pt x="4567253" y="560224"/>
                </a:lnTo>
                <a:lnTo>
                  <a:pt x="4576748" y="560224"/>
                </a:lnTo>
                <a:lnTo>
                  <a:pt x="4586243" y="569719"/>
                </a:lnTo>
                <a:lnTo>
                  <a:pt x="4595739" y="569719"/>
                </a:lnTo>
                <a:lnTo>
                  <a:pt x="4605234" y="569719"/>
                </a:lnTo>
                <a:lnTo>
                  <a:pt x="4614729" y="569719"/>
                </a:lnTo>
                <a:lnTo>
                  <a:pt x="4624225" y="569719"/>
                </a:lnTo>
                <a:lnTo>
                  <a:pt x="4633720" y="569719"/>
                </a:lnTo>
                <a:lnTo>
                  <a:pt x="4643216" y="579214"/>
                </a:lnTo>
                <a:lnTo>
                  <a:pt x="4652711" y="569719"/>
                </a:lnTo>
                <a:lnTo>
                  <a:pt x="4662206" y="579214"/>
                </a:lnTo>
                <a:lnTo>
                  <a:pt x="4671701" y="569719"/>
                </a:lnTo>
                <a:lnTo>
                  <a:pt x="4681197" y="579214"/>
                </a:lnTo>
                <a:lnTo>
                  <a:pt x="4690692" y="569719"/>
                </a:lnTo>
                <a:lnTo>
                  <a:pt x="4700187" y="579214"/>
                </a:lnTo>
                <a:lnTo>
                  <a:pt x="4709683" y="569719"/>
                </a:lnTo>
                <a:lnTo>
                  <a:pt x="4719178" y="579214"/>
                </a:lnTo>
                <a:lnTo>
                  <a:pt x="4728673" y="579214"/>
                </a:lnTo>
                <a:lnTo>
                  <a:pt x="4738169" y="569719"/>
                </a:lnTo>
                <a:lnTo>
                  <a:pt x="4747664" y="579214"/>
                </a:lnTo>
                <a:lnTo>
                  <a:pt x="4757159" y="579214"/>
                </a:lnTo>
                <a:lnTo>
                  <a:pt x="4766654" y="588710"/>
                </a:lnTo>
                <a:lnTo>
                  <a:pt x="4776150" y="588710"/>
                </a:lnTo>
                <a:lnTo>
                  <a:pt x="4785645" y="588710"/>
                </a:lnTo>
                <a:lnTo>
                  <a:pt x="4795141" y="588710"/>
                </a:lnTo>
                <a:lnTo>
                  <a:pt x="4804636" y="588710"/>
                </a:lnTo>
                <a:lnTo>
                  <a:pt x="4814131" y="588710"/>
                </a:lnTo>
                <a:lnTo>
                  <a:pt x="4823627" y="579214"/>
                </a:lnTo>
                <a:lnTo>
                  <a:pt x="4833122" y="588710"/>
                </a:lnTo>
                <a:lnTo>
                  <a:pt x="4842617" y="569719"/>
                </a:lnTo>
                <a:lnTo>
                  <a:pt x="4852112" y="579214"/>
                </a:lnTo>
                <a:lnTo>
                  <a:pt x="4861608" y="569719"/>
                </a:lnTo>
                <a:lnTo>
                  <a:pt x="4871103" y="569719"/>
                </a:lnTo>
                <a:lnTo>
                  <a:pt x="4880599" y="560224"/>
                </a:lnTo>
                <a:lnTo>
                  <a:pt x="4890094" y="550728"/>
                </a:lnTo>
                <a:lnTo>
                  <a:pt x="4899589" y="550728"/>
                </a:lnTo>
                <a:lnTo>
                  <a:pt x="4909085" y="531738"/>
                </a:lnTo>
                <a:lnTo>
                  <a:pt x="4918580" y="512747"/>
                </a:lnTo>
                <a:lnTo>
                  <a:pt x="4928075" y="503252"/>
                </a:lnTo>
                <a:lnTo>
                  <a:pt x="4937570" y="474766"/>
                </a:lnTo>
                <a:lnTo>
                  <a:pt x="4947066" y="465270"/>
                </a:lnTo>
                <a:lnTo>
                  <a:pt x="4956561" y="446280"/>
                </a:lnTo>
                <a:lnTo>
                  <a:pt x="4966057" y="427289"/>
                </a:lnTo>
                <a:lnTo>
                  <a:pt x="4975552" y="389308"/>
                </a:lnTo>
                <a:lnTo>
                  <a:pt x="4985047" y="370317"/>
                </a:lnTo>
                <a:lnTo>
                  <a:pt x="4994543" y="341831"/>
                </a:lnTo>
                <a:lnTo>
                  <a:pt x="5004038" y="294354"/>
                </a:lnTo>
                <a:lnTo>
                  <a:pt x="5013533" y="265869"/>
                </a:lnTo>
                <a:lnTo>
                  <a:pt x="5023028" y="237383"/>
                </a:lnTo>
                <a:lnTo>
                  <a:pt x="5032524" y="199401"/>
                </a:lnTo>
                <a:lnTo>
                  <a:pt x="5042019" y="170915"/>
                </a:lnTo>
                <a:lnTo>
                  <a:pt x="5051514" y="132934"/>
                </a:lnTo>
                <a:lnTo>
                  <a:pt x="5061010" y="104448"/>
                </a:lnTo>
                <a:lnTo>
                  <a:pt x="5070505" y="85457"/>
                </a:lnTo>
                <a:lnTo>
                  <a:pt x="5080000" y="47476"/>
                </a:lnTo>
                <a:lnTo>
                  <a:pt x="5089496" y="18990"/>
                </a:lnTo>
                <a:lnTo>
                  <a:pt x="5098991" y="0"/>
                </a:lnTo>
                <a:lnTo>
                  <a:pt x="5108487" y="9495"/>
                </a:lnTo>
                <a:lnTo>
                  <a:pt x="5117981" y="9495"/>
                </a:lnTo>
                <a:lnTo>
                  <a:pt x="5127477" y="28485"/>
                </a:lnTo>
                <a:lnTo>
                  <a:pt x="5136973" y="47476"/>
                </a:lnTo>
                <a:lnTo>
                  <a:pt x="5146468" y="37981"/>
                </a:lnTo>
                <a:lnTo>
                  <a:pt x="5155963" y="94953"/>
                </a:lnTo>
                <a:lnTo>
                  <a:pt x="5165458" y="94953"/>
                </a:lnTo>
                <a:lnTo>
                  <a:pt x="5174954" y="132934"/>
                </a:lnTo>
                <a:lnTo>
                  <a:pt x="5184449" y="151925"/>
                </a:lnTo>
                <a:lnTo>
                  <a:pt x="5193944" y="180411"/>
                </a:lnTo>
                <a:lnTo>
                  <a:pt x="5203440" y="218392"/>
                </a:lnTo>
                <a:lnTo>
                  <a:pt x="5212935" y="237383"/>
                </a:lnTo>
                <a:lnTo>
                  <a:pt x="5222430" y="275364"/>
                </a:lnTo>
                <a:lnTo>
                  <a:pt x="5231926" y="303850"/>
                </a:lnTo>
                <a:lnTo>
                  <a:pt x="5241421" y="322841"/>
                </a:lnTo>
                <a:lnTo>
                  <a:pt x="5250916" y="351327"/>
                </a:lnTo>
                <a:lnTo>
                  <a:pt x="5260412" y="389308"/>
                </a:lnTo>
                <a:lnTo>
                  <a:pt x="5269907" y="398803"/>
                </a:lnTo>
                <a:lnTo>
                  <a:pt x="5279403" y="417794"/>
                </a:lnTo>
                <a:lnTo>
                  <a:pt x="5288897" y="436784"/>
                </a:lnTo>
                <a:lnTo>
                  <a:pt x="5298393" y="474766"/>
                </a:lnTo>
                <a:lnTo>
                  <a:pt x="5307889" y="484261"/>
                </a:lnTo>
                <a:lnTo>
                  <a:pt x="5317383" y="512747"/>
                </a:lnTo>
                <a:lnTo>
                  <a:pt x="5326879" y="512747"/>
                </a:lnTo>
                <a:lnTo>
                  <a:pt x="5336374" y="541233"/>
                </a:lnTo>
                <a:lnTo>
                  <a:pt x="5345870" y="541233"/>
                </a:lnTo>
                <a:lnTo>
                  <a:pt x="5355365" y="560224"/>
                </a:lnTo>
                <a:lnTo>
                  <a:pt x="5364860" y="560224"/>
                </a:lnTo>
                <a:lnTo>
                  <a:pt x="5374356" y="560224"/>
                </a:lnTo>
                <a:lnTo>
                  <a:pt x="5383851" y="569719"/>
                </a:lnTo>
                <a:lnTo>
                  <a:pt x="5393346" y="579214"/>
                </a:lnTo>
                <a:lnTo>
                  <a:pt x="5402842" y="579214"/>
                </a:lnTo>
                <a:lnTo>
                  <a:pt x="5412337" y="588710"/>
                </a:lnTo>
                <a:lnTo>
                  <a:pt x="5421832" y="588710"/>
                </a:lnTo>
                <a:lnTo>
                  <a:pt x="5431327" y="588710"/>
                </a:lnTo>
                <a:lnTo>
                  <a:pt x="5440823" y="598205"/>
                </a:lnTo>
                <a:lnTo>
                  <a:pt x="5450319" y="598205"/>
                </a:lnTo>
                <a:lnTo>
                  <a:pt x="5459813" y="598205"/>
                </a:lnTo>
                <a:lnTo>
                  <a:pt x="5469309" y="598205"/>
                </a:lnTo>
                <a:lnTo>
                  <a:pt x="5478804" y="607700"/>
                </a:lnTo>
                <a:lnTo>
                  <a:pt x="5488299" y="607700"/>
                </a:lnTo>
                <a:lnTo>
                  <a:pt x="5497795" y="607700"/>
                </a:lnTo>
                <a:lnTo>
                  <a:pt x="5507290" y="607700"/>
                </a:lnTo>
                <a:lnTo>
                  <a:pt x="5516786" y="607700"/>
                </a:lnTo>
                <a:lnTo>
                  <a:pt x="5526281" y="617196"/>
                </a:lnTo>
                <a:lnTo>
                  <a:pt x="5535776" y="607700"/>
                </a:lnTo>
                <a:lnTo>
                  <a:pt x="5545272" y="607700"/>
                </a:lnTo>
                <a:lnTo>
                  <a:pt x="5554766" y="607700"/>
                </a:lnTo>
                <a:lnTo>
                  <a:pt x="5564262" y="617196"/>
                </a:lnTo>
                <a:lnTo>
                  <a:pt x="5573758" y="607700"/>
                </a:lnTo>
                <a:lnTo>
                  <a:pt x="5583253" y="617196"/>
                </a:lnTo>
                <a:lnTo>
                  <a:pt x="5592748" y="617196"/>
                </a:lnTo>
                <a:lnTo>
                  <a:pt x="5602243" y="617196"/>
                </a:lnTo>
                <a:lnTo>
                  <a:pt x="5611739" y="617196"/>
                </a:lnTo>
                <a:lnTo>
                  <a:pt x="5621234" y="617196"/>
                </a:lnTo>
                <a:lnTo>
                  <a:pt x="5630729" y="617196"/>
                </a:lnTo>
                <a:lnTo>
                  <a:pt x="5640225" y="617196"/>
                </a:lnTo>
                <a:lnTo>
                  <a:pt x="5649720" y="617196"/>
                </a:lnTo>
                <a:lnTo>
                  <a:pt x="5659215" y="617196"/>
                </a:lnTo>
                <a:lnTo>
                  <a:pt x="5668711" y="617196"/>
                </a:lnTo>
                <a:lnTo>
                  <a:pt x="5678206" y="617196"/>
                </a:lnTo>
                <a:lnTo>
                  <a:pt x="5687702" y="617196"/>
                </a:lnTo>
                <a:lnTo>
                  <a:pt x="5697197" y="617196"/>
                </a:lnTo>
                <a:lnTo>
                  <a:pt x="5706692" y="617196"/>
                </a:lnTo>
                <a:lnTo>
                  <a:pt x="5716188" y="617196"/>
                </a:lnTo>
                <a:lnTo>
                  <a:pt x="5725682" y="617196"/>
                </a:lnTo>
                <a:lnTo>
                  <a:pt x="5735178" y="617196"/>
                </a:lnTo>
                <a:lnTo>
                  <a:pt x="5744673" y="617196"/>
                </a:lnTo>
                <a:lnTo>
                  <a:pt x="5754169" y="617196"/>
                </a:lnTo>
                <a:lnTo>
                  <a:pt x="5763664" y="617196"/>
                </a:lnTo>
                <a:lnTo>
                  <a:pt x="5773159" y="626691"/>
                </a:lnTo>
                <a:lnTo>
                  <a:pt x="5782655" y="617196"/>
                </a:lnTo>
                <a:lnTo>
                  <a:pt x="5792150" y="617196"/>
                </a:lnTo>
                <a:lnTo>
                  <a:pt x="5801645" y="617196"/>
                </a:lnTo>
                <a:lnTo>
                  <a:pt x="5811141" y="626691"/>
                </a:lnTo>
                <a:lnTo>
                  <a:pt x="5820636" y="617196"/>
                </a:lnTo>
                <a:lnTo>
                  <a:pt x="5830131" y="617196"/>
                </a:lnTo>
                <a:lnTo>
                  <a:pt x="5839627" y="617196"/>
                </a:lnTo>
                <a:lnTo>
                  <a:pt x="5849122" y="617196"/>
                </a:lnTo>
                <a:lnTo>
                  <a:pt x="5858618" y="617196"/>
                </a:lnTo>
                <a:lnTo>
                  <a:pt x="5868112" y="617196"/>
                </a:lnTo>
                <a:lnTo>
                  <a:pt x="5877608" y="617196"/>
                </a:lnTo>
                <a:lnTo>
                  <a:pt x="5887104" y="617196"/>
                </a:lnTo>
                <a:lnTo>
                  <a:pt x="5896598" y="617196"/>
                </a:lnTo>
                <a:lnTo>
                  <a:pt x="5906094" y="626691"/>
                </a:lnTo>
                <a:lnTo>
                  <a:pt x="5915589" y="626691"/>
                </a:lnTo>
                <a:lnTo>
                  <a:pt x="5925085" y="617196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626691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26691"/>
                </a:lnTo>
                <a:lnTo>
                  <a:pt x="6010543" y="626691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26691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626691"/>
                </a:lnTo>
                <a:lnTo>
                  <a:pt x="6105496" y="626691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26691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26691"/>
                </a:lnTo>
                <a:lnTo>
                  <a:pt x="6200449" y="626691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626691"/>
                </a:lnTo>
                <a:lnTo>
                  <a:pt x="6304897" y="626691"/>
                </a:lnTo>
                <a:lnTo>
                  <a:pt x="6314393" y="62669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26691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626691"/>
                </a:lnTo>
                <a:lnTo>
                  <a:pt x="6399851" y="626691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626691"/>
                </a:lnTo>
                <a:lnTo>
                  <a:pt x="6504299" y="62669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26691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26691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26691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626691"/>
                </a:lnTo>
                <a:lnTo>
                  <a:pt x="6694206" y="626691"/>
                </a:lnTo>
                <a:lnTo>
                  <a:pt x="6703702" y="626691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26691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626691"/>
                </a:lnTo>
                <a:lnTo>
                  <a:pt x="6884112" y="626691"/>
                </a:lnTo>
                <a:lnTo>
                  <a:pt x="6893608" y="626691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26691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626691"/>
                </a:lnTo>
                <a:lnTo>
                  <a:pt x="7083514" y="626691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26691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26691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26691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626691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626691"/>
                </a:lnTo>
                <a:lnTo>
                  <a:pt x="7662729" y="626691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26691"/>
                </a:lnTo>
                <a:lnTo>
                  <a:pt x="7757682" y="626691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26691"/>
                </a:lnTo>
                <a:lnTo>
                  <a:pt x="7852636" y="626691"/>
                </a:lnTo>
                <a:lnTo>
                  <a:pt x="7862131" y="626691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26691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26691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26691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26691"/>
                </a:lnTo>
                <a:lnTo>
                  <a:pt x="8241944" y="626691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26691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26691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26691"/>
                </a:lnTo>
                <a:lnTo>
                  <a:pt x="8536300" y="626691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26691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26691"/>
                </a:lnTo>
                <a:lnTo>
                  <a:pt x="8726206" y="626691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26691"/>
                </a:lnTo>
                <a:lnTo>
                  <a:pt x="8830655" y="626691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26691"/>
                </a:lnTo>
                <a:lnTo>
                  <a:pt x="9020561" y="626691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26691"/>
                </a:lnTo>
                <a:lnTo>
                  <a:pt x="9115514" y="617196"/>
                </a:lnTo>
                <a:lnTo>
                  <a:pt x="9125010" y="617196"/>
                </a:lnTo>
                <a:lnTo>
                  <a:pt x="9134505" y="617196"/>
                </a:lnTo>
                <a:lnTo>
                  <a:pt x="9144001" y="617196"/>
                </a:lnTo>
                <a:lnTo>
                  <a:pt x="9153496" y="607700"/>
                </a:lnTo>
                <a:lnTo>
                  <a:pt x="9162991" y="607700"/>
                </a:lnTo>
                <a:lnTo>
                  <a:pt x="9172487" y="607700"/>
                </a:lnTo>
                <a:lnTo>
                  <a:pt x="9181981" y="598205"/>
                </a:lnTo>
                <a:lnTo>
                  <a:pt x="9191477" y="598205"/>
                </a:lnTo>
                <a:lnTo>
                  <a:pt x="9200973" y="598205"/>
                </a:lnTo>
                <a:lnTo>
                  <a:pt x="9210468" y="579214"/>
                </a:lnTo>
                <a:lnTo>
                  <a:pt x="9219963" y="579214"/>
                </a:lnTo>
                <a:lnTo>
                  <a:pt x="9229458" y="579214"/>
                </a:lnTo>
                <a:lnTo>
                  <a:pt x="9238954" y="569719"/>
                </a:lnTo>
                <a:lnTo>
                  <a:pt x="9248450" y="560224"/>
                </a:lnTo>
                <a:lnTo>
                  <a:pt x="9257944" y="550728"/>
                </a:lnTo>
                <a:lnTo>
                  <a:pt x="9267440" y="531738"/>
                </a:lnTo>
                <a:lnTo>
                  <a:pt x="9276935" y="531738"/>
                </a:lnTo>
                <a:lnTo>
                  <a:pt x="9286430" y="531738"/>
                </a:lnTo>
                <a:lnTo>
                  <a:pt x="9295926" y="512747"/>
                </a:lnTo>
                <a:lnTo>
                  <a:pt x="9305421" y="512747"/>
                </a:lnTo>
                <a:lnTo>
                  <a:pt x="9314917" y="512747"/>
                </a:lnTo>
                <a:lnTo>
                  <a:pt x="9324412" y="503252"/>
                </a:lnTo>
                <a:lnTo>
                  <a:pt x="9333907" y="503252"/>
                </a:lnTo>
                <a:lnTo>
                  <a:pt x="9343403" y="493757"/>
                </a:lnTo>
                <a:lnTo>
                  <a:pt x="9352897" y="484261"/>
                </a:lnTo>
                <a:lnTo>
                  <a:pt x="9362393" y="493757"/>
                </a:lnTo>
                <a:lnTo>
                  <a:pt x="9371889" y="493757"/>
                </a:lnTo>
                <a:lnTo>
                  <a:pt x="9381384" y="484261"/>
                </a:lnTo>
                <a:lnTo>
                  <a:pt x="9390879" y="493757"/>
                </a:lnTo>
                <a:lnTo>
                  <a:pt x="9400374" y="493757"/>
                </a:lnTo>
                <a:lnTo>
                  <a:pt x="9409870" y="503252"/>
                </a:lnTo>
                <a:lnTo>
                  <a:pt x="9419365" y="493757"/>
                </a:lnTo>
                <a:lnTo>
                  <a:pt x="9428860" y="493757"/>
                </a:lnTo>
                <a:lnTo>
                  <a:pt x="9438356" y="503252"/>
                </a:lnTo>
                <a:lnTo>
                  <a:pt x="9447851" y="512747"/>
                </a:lnTo>
                <a:lnTo>
                  <a:pt x="9457346" y="512747"/>
                </a:lnTo>
                <a:lnTo>
                  <a:pt x="9466842" y="531738"/>
                </a:lnTo>
                <a:lnTo>
                  <a:pt x="9476337" y="522242"/>
                </a:lnTo>
                <a:lnTo>
                  <a:pt x="9485833" y="541233"/>
                </a:lnTo>
                <a:lnTo>
                  <a:pt x="9495327" y="550728"/>
                </a:lnTo>
                <a:lnTo>
                  <a:pt x="9504823" y="550728"/>
                </a:lnTo>
                <a:lnTo>
                  <a:pt x="9514319" y="569719"/>
                </a:lnTo>
                <a:lnTo>
                  <a:pt x="9523813" y="569719"/>
                </a:lnTo>
                <a:lnTo>
                  <a:pt x="9533309" y="569719"/>
                </a:lnTo>
                <a:lnTo>
                  <a:pt x="9542804" y="579214"/>
                </a:lnTo>
                <a:lnTo>
                  <a:pt x="9552300" y="579214"/>
                </a:lnTo>
                <a:lnTo>
                  <a:pt x="9561795" y="588710"/>
                </a:lnTo>
                <a:lnTo>
                  <a:pt x="9571290" y="598205"/>
                </a:lnTo>
                <a:lnTo>
                  <a:pt x="9580786" y="598205"/>
                </a:lnTo>
                <a:lnTo>
                  <a:pt x="9590281" y="598205"/>
                </a:lnTo>
                <a:lnTo>
                  <a:pt x="9599776" y="598205"/>
                </a:lnTo>
                <a:lnTo>
                  <a:pt x="9609272" y="598205"/>
                </a:lnTo>
                <a:lnTo>
                  <a:pt x="9618767" y="598205"/>
                </a:lnTo>
                <a:lnTo>
                  <a:pt x="9628262" y="607700"/>
                </a:lnTo>
                <a:lnTo>
                  <a:pt x="9637758" y="607700"/>
                </a:lnTo>
                <a:lnTo>
                  <a:pt x="9647253" y="607700"/>
                </a:lnTo>
                <a:lnTo>
                  <a:pt x="9656748" y="617196"/>
                </a:lnTo>
                <a:lnTo>
                  <a:pt x="9666243" y="607700"/>
                </a:lnTo>
                <a:lnTo>
                  <a:pt x="9675739" y="617196"/>
                </a:lnTo>
                <a:lnTo>
                  <a:pt x="9685234" y="607700"/>
                </a:lnTo>
                <a:lnTo>
                  <a:pt x="9694729" y="617196"/>
                </a:lnTo>
              </a:path>
            </a:pathLst>
          </a:custGeom>
          <a:noFill/>
          <a:ln w="12700" cap="flat" cmpd="sng" algn="ctr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35D57B4-9007-FBF5-8973-6360B51155C6}"/>
              </a:ext>
            </a:extLst>
          </p:cNvPr>
          <p:cNvSpPr txBox="1"/>
          <p:nvPr/>
        </p:nvSpPr>
        <p:spPr>
          <a:xfrm>
            <a:off x="10775234" y="4653546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91.93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A7459BD-5838-1794-0253-2ACEB85DBD58}"/>
              </a:ext>
            </a:extLst>
          </p:cNvPr>
          <p:cNvSpPr txBox="1"/>
          <p:nvPr/>
        </p:nvSpPr>
        <p:spPr>
          <a:xfrm>
            <a:off x="10699271" y="4349695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91.92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2D5E022-EEA9-479B-0106-D8B4CB6214AE}"/>
              </a:ext>
            </a:extLst>
          </p:cNvPr>
          <p:cNvSpPr txBox="1"/>
          <p:nvPr/>
        </p:nvSpPr>
        <p:spPr>
          <a:xfrm>
            <a:off x="5894635" y="4720013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90.93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B472B1E-171A-94F5-7A45-8A0051EAA0A5}"/>
              </a:ext>
            </a:extLst>
          </p:cNvPr>
          <p:cNvSpPr txBox="1"/>
          <p:nvPr/>
        </p:nvSpPr>
        <p:spPr>
          <a:xfrm>
            <a:off x="6084541" y="4739004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90.97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179AE57-BD70-80D6-3197-B01B80C78F07}"/>
              </a:ext>
            </a:extLst>
          </p:cNvPr>
          <p:cNvSpPr txBox="1"/>
          <p:nvPr/>
        </p:nvSpPr>
        <p:spPr>
          <a:xfrm>
            <a:off x="1517289" y="4767490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90.03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FC01B13-289F-86A2-7865-4FA9DF3F04D5}"/>
              </a:ext>
            </a:extLst>
          </p:cNvPr>
          <p:cNvSpPr txBox="1"/>
          <p:nvPr/>
        </p:nvSpPr>
        <p:spPr>
          <a:xfrm>
            <a:off x="1612242" y="4463639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90.04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E7E9C3A-53FF-1C69-2DD9-E1FD727712A7}"/>
              </a:ext>
            </a:extLst>
          </p:cNvPr>
          <p:cNvSpPr txBox="1"/>
          <p:nvPr/>
        </p:nvSpPr>
        <p:spPr>
          <a:xfrm>
            <a:off x="1452785" y="4279366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pt-BR" sz="800">
                <a:latin typeface="Arial" panose="020B0604020202020204" pitchFamily="34" charset="0"/>
              </a:rPr>
              <a:t>  *2 Sep 25- 1-0.1- NPs-400 um-postive-002.tdc + Ions 400µm 20735271 cts</a:t>
            </a:r>
            <a:endParaRPr lang="en-US" sz="800">
              <a:latin typeface="Arial" panose="020B0604020202020204" pitchFamily="34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DF12918-80F9-CE40-3E22-147AF8E1DED9}"/>
              </a:ext>
            </a:extLst>
          </p:cNvPr>
          <p:cNvSpPr txBox="1"/>
          <p:nvPr/>
        </p:nvSpPr>
        <p:spPr>
          <a:xfrm>
            <a:off x="914400" y="5587999"/>
            <a:ext cx="8293100" cy="4064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Enter Slide Comments Here</a:t>
            </a:r>
          </a:p>
        </p:txBody>
      </p:sp>
    </p:spTree>
    <p:extLst>
      <p:ext uri="{BB962C8B-B14F-4D97-AF65-F5344CB8AC3E}">
        <p14:creationId xmlns:p14="http://schemas.microsoft.com/office/powerpoint/2010/main" val="39106993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1B64CCE-A907-4EA7-D188-292025817B9C}"/>
              </a:ext>
            </a:extLst>
          </p:cNvPr>
          <p:cNvSpPr txBox="1"/>
          <p:nvPr/>
        </p:nvSpPr>
        <p:spPr>
          <a:xfrm>
            <a:off x="1117600" y="990600"/>
            <a:ext cx="10160000" cy="3429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2800">
                <a:latin typeface="Arial" panose="020B0604020202020204" pitchFamily="34" charset="0"/>
              </a:rPr>
              <a:t>2 Sep 25- 1-0.1- NPs-400 um-negative-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735EC1-8856-706A-47D7-DC52A82E3AB6}"/>
              </a:ext>
            </a:extLst>
          </p:cNvPr>
          <p:cNvSpPr txBox="1"/>
          <p:nvPr/>
        </p:nvSpPr>
        <p:spPr>
          <a:xfrm>
            <a:off x="914400" y="1460499"/>
            <a:ext cx="10363200" cy="2540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+ Ions, xxx µm analysis area (xxx µm scale bar)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D569B8-803E-7EAC-9A11-81D9EEAF3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551" y="2202916"/>
            <a:ext cx="2563738" cy="25637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60815B5-5343-7797-F165-A0D35C75DF96}"/>
              </a:ext>
            </a:extLst>
          </p:cNvPr>
          <p:cNvSpPr txBox="1"/>
          <p:nvPr/>
        </p:nvSpPr>
        <p:spPr>
          <a:xfrm>
            <a:off x="91155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Total_Ion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43763782; Max: 1915; Scale: 100µm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916DA01-4515-0B1F-6344-52D26B06BD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13271" y="2202916"/>
            <a:ext cx="2563738" cy="25637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D2F2299-CCF1-F4F9-AF61-76B019D0E6E5}"/>
              </a:ext>
            </a:extLst>
          </p:cNvPr>
          <p:cNvSpPr txBox="1"/>
          <p:nvPr/>
        </p:nvSpPr>
        <p:spPr>
          <a:xfrm>
            <a:off x="351327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79.930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13478; Max: 6; Scale: 100µm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AE8D1A8-62C2-C9EF-9084-028D7DE74F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14991" y="2202916"/>
            <a:ext cx="2563738" cy="25637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75D52E7-8DDB-AF73-0D22-3DB228F287DC}"/>
              </a:ext>
            </a:extLst>
          </p:cNvPr>
          <p:cNvSpPr txBox="1"/>
          <p:nvPr/>
        </p:nvSpPr>
        <p:spPr>
          <a:xfrm>
            <a:off x="611499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91.055 (256x256)</a:t>
            </a:r>
          </a:p>
          <a:p>
            <a:pPr algn="ctr"/>
            <a:r>
              <a:rPr lang="en-US" sz="800">
                <a:latin typeface="Arial" panose="020B0604020202020204" pitchFamily="34" charset="0"/>
              </a:rPr>
              <a:t>Cts: 39615; Max: 24; Scale: 100µm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5A07E6B-3EC1-EE44-1876-81C00C86B4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16711" y="2202916"/>
            <a:ext cx="2563738" cy="256373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0FF0E72-8E27-BD6C-E25A-31791535A266}"/>
              </a:ext>
            </a:extLst>
          </p:cNvPr>
          <p:cNvSpPr txBox="1"/>
          <p:nvPr/>
        </p:nvSpPr>
        <p:spPr>
          <a:xfrm>
            <a:off x="8716711" y="4766654"/>
            <a:ext cx="2563738" cy="246879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800">
                <a:latin typeface="Arial" panose="020B0604020202020204" pitchFamily="34" charset="0"/>
              </a:rPr>
              <a:t>OVERLAY</a:t>
            </a:r>
          </a:p>
          <a:p>
            <a:pPr algn="ctr"/>
            <a:endParaRPr lang="en-US" sz="800"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6BF7AA-1050-88C0-DC2A-AEB947CEC4FE}"/>
              </a:ext>
            </a:extLst>
          </p:cNvPr>
          <p:cNvSpPr txBox="1"/>
          <p:nvPr/>
        </p:nvSpPr>
        <p:spPr>
          <a:xfrm>
            <a:off x="914400" y="5587999"/>
            <a:ext cx="8293100" cy="4064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Enter Slide Comments Here</a:t>
            </a:r>
          </a:p>
        </p:txBody>
      </p:sp>
    </p:spTree>
    <p:extLst>
      <p:ext uri="{BB962C8B-B14F-4D97-AF65-F5344CB8AC3E}">
        <p14:creationId xmlns:p14="http://schemas.microsoft.com/office/powerpoint/2010/main" val="6093619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FC932D0-F17E-A11A-2558-20319B72D06B}"/>
              </a:ext>
            </a:extLst>
          </p:cNvPr>
          <p:cNvSpPr txBox="1"/>
          <p:nvPr/>
        </p:nvSpPr>
        <p:spPr>
          <a:xfrm>
            <a:off x="1117600" y="990600"/>
            <a:ext cx="10160000" cy="3429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2800">
                <a:latin typeface="Arial" panose="020B0604020202020204" pitchFamily="34" charset="0"/>
              </a:rPr>
              <a:t>2 Sep 25- 1-0.1- NPs-400 um-nagative-002-good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DC7FD2-EABB-32E0-B136-F083C3263423}"/>
              </a:ext>
            </a:extLst>
          </p:cNvPr>
          <p:cNvSpPr txBox="1"/>
          <p:nvPr/>
        </p:nvSpPr>
        <p:spPr>
          <a:xfrm>
            <a:off x="1420139" y="2459290"/>
            <a:ext cx="25519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5C9AA4-88CD-DDEE-94B3-A1726A643AAA}"/>
              </a:ext>
            </a:extLst>
          </p:cNvPr>
          <p:cNvSpPr txBox="1"/>
          <p:nvPr/>
        </p:nvSpPr>
        <p:spPr>
          <a:xfrm>
            <a:off x="3326668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575B3B-A26F-BF34-3C23-48C6E8EF2555}"/>
              </a:ext>
            </a:extLst>
          </p:cNvPr>
          <p:cNvSpPr txBox="1"/>
          <p:nvPr/>
        </p:nvSpPr>
        <p:spPr>
          <a:xfrm>
            <a:off x="5263715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6CF83F-F858-119A-412C-9FA7C4C74860}"/>
              </a:ext>
            </a:extLst>
          </p:cNvPr>
          <p:cNvSpPr txBox="1"/>
          <p:nvPr/>
        </p:nvSpPr>
        <p:spPr>
          <a:xfrm>
            <a:off x="7210257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037F9B-0081-D26D-953D-3A627F6BD559}"/>
              </a:ext>
            </a:extLst>
          </p:cNvPr>
          <p:cNvSpPr txBox="1"/>
          <p:nvPr/>
        </p:nvSpPr>
        <p:spPr>
          <a:xfrm>
            <a:off x="9147303" y="2459290"/>
            <a:ext cx="325730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80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6E88742-61E4-319B-C731-3ECF2ADF37D1}"/>
              </a:ext>
            </a:extLst>
          </p:cNvPr>
          <p:cNvSpPr/>
          <p:nvPr/>
        </p:nvSpPr>
        <p:spPr bwMode="auto">
          <a:xfrm>
            <a:off x="1547738" y="2373832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75962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47476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75962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47476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75962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47476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75962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713EC6-2124-F6D5-5DA3-94F8531B2605}"/>
              </a:ext>
            </a:extLst>
          </p:cNvPr>
          <p:cNvSpPr txBox="1"/>
          <p:nvPr/>
        </p:nvSpPr>
        <p:spPr>
          <a:xfrm>
            <a:off x="5968482" y="2630206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811EAA0-9E83-998B-D8DD-5C3A2B3835DC}"/>
              </a:ext>
            </a:extLst>
          </p:cNvPr>
          <p:cNvSpPr/>
          <p:nvPr/>
        </p:nvSpPr>
        <p:spPr bwMode="auto">
          <a:xfrm>
            <a:off x="1547738" y="1623701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6C7BDA-37A9-AC0C-B696-DDB57684B9D8}"/>
              </a:ext>
            </a:extLst>
          </p:cNvPr>
          <p:cNvSpPr txBox="1"/>
          <p:nvPr/>
        </p:nvSpPr>
        <p:spPr>
          <a:xfrm>
            <a:off x="1299415" y="2250721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AF600B-9CE6-9DEC-D21D-7070D046744D}"/>
              </a:ext>
            </a:extLst>
          </p:cNvPr>
          <p:cNvSpPr txBox="1"/>
          <p:nvPr/>
        </p:nvSpPr>
        <p:spPr>
          <a:xfrm>
            <a:off x="1299415" y="2117787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4EB6BF-DDA8-A98F-51E3-F7DDC80490D9}"/>
              </a:ext>
            </a:extLst>
          </p:cNvPr>
          <p:cNvSpPr txBox="1"/>
          <p:nvPr/>
        </p:nvSpPr>
        <p:spPr>
          <a:xfrm>
            <a:off x="1299415" y="1994347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7C3D67-AF17-34CF-E603-D4D4DF4E89F7}"/>
              </a:ext>
            </a:extLst>
          </p:cNvPr>
          <p:cNvSpPr txBox="1"/>
          <p:nvPr/>
        </p:nvSpPr>
        <p:spPr>
          <a:xfrm>
            <a:off x="1299415" y="1870908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E164CC-3A61-71A4-6EC0-B5769AF344F6}"/>
              </a:ext>
            </a:extLst>
          </p:cNvPr>
          <p:cNvSpPr txBox="1"/>
          <p:nvPr/>
        </p:nvSpPr>
        <p:spPr>
          <a:xfrm>
            <a:off x="1299415" y="1747469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4A8C7C2-F989-E52F-F5FE-CDB80928183F}"/>
              </a:ext>
            </a:extLst>
          </p:cNvPr>
          <p:cNvSpPr txBox="1"/>
          <p:nvPr/>
        </p:nvSpPr>
        <p:spPr>
          <a:xfrm>
            <a:off x="1299415" y="1624030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F933C5-1F14-0171-A304-7428148A2E14}"/>
              </a:ext>
            </a:extLst>
          </p:cNvPr>
          <p:cNvSpPr txBox="1"/>
          <p:nvPr/>
        </p:nvSpPr>
        <p:spPr>
          <a:xfrm>
            <a:off x="1299415" y="1500590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BBEA1D9-2556-79D2-79B8-C35D3DDC1839}"/>
              </a:ext>
            </a:extLst>
          </p:cNvPr>
          <p:cNvSpPr/>
          <p:nvPr/>
        </p:nvSpPr>
        <p:spPr bwMode="auto">
          <a:xfrm>
            <a:off x="1471776" y="1623701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21645"/>
                </a:lnTo>
                <a:lnTo>
                  <a:pt x="28486" y="721645"/>
                </a:lnTo>
                <a:lnTo>
                  <a:pt x="75962" y="721645"/>
                </a:lnTo>
                <a:lnTo>
                  <a:pt x="75962" y="693159"/>
                </a:lnTo>
                <a:lnTo>
                  <a:pt x="28486" y="693159"/>
                </a:lnTo>
                <a:lnTo>
                  <a:pt x="75962" y="693159"/>
                </a:lnTo>
                <a:lnTo>
                  <a:pt x="75962" y="674168"/>
                </a:lnTo>
                <a:lnTo>
                  <a:pt x="28486" y="674168"/>
                </a:lnTo>
                <a:lnTo>
                  <a:pt x="75962" y="674168"/>
                </a:lnTo>
                <a:lnTo>
                  <a:pt x="75962" y="645682"/>
                </a:lnTo>
                <a:lnTo>
                  <a:pt x="28486" y="645682"/>
                </a:lnTo>
                <a:lnTo>
                  <a:pt x="75962" y="645682"/>
                </a:lnTo>
                <a:lnTo>
                  <a:pt x="75962" y="617196"/>
                </a:lnTo>
                <a:lnTo>
                  <a:pt x="0" y="617196"/>
                </a:lnTo>
                <a:lnTo>
                  <a:pt x="75962" y="617196"/>
                </a:lnTo>
                <a:lnTo>
                  <a:pt x="75962" y="598206"/>
                </a:lnTo>
                <a:lnTo>
                  <a:pt x="28486" y="598206"/>
                </a:lnTo>
                <a:lnTo>
                  <a:pt x="75962" y="598206"/>
                </a:lnTo>
                <a:lnTo>
                  <a:pt x="75962" y="569720"/>
                </a:lnTo>
                <a:lnTo>
                  <a:pt x="28486" y="569720"/>
                </a:lnTo>
                <a:lnTo>
                  <a:pt x="75962" y="569720"/>
                </a:lnTo>
                <a:lnTo>
                  <a:pt x="75962" y="550729"/>
                </a:lnTo>
                <a:lnTo>
                  <a:pt x="28486" y="550729"/>
                </a:lnTo>
                <a:lnTo>
                  <a:pt x="75962" y="550729"/>
                </a:lnTo>
                <a:lnTo>
                  <a:pt x="75962" y="522243"/>
                </a:lnTo>
                <a:lnTo>
                  <a:pt x="28486" y="522243"/>
                </a:lnTo>
                <a:lnTo>
                  <a:pt x="75962" y="522243"/>
                </a:lnTo>
                <a:lnTo>
                  <a:pt x="75962" y="493757"/>
                </a:lnTo>
                <a:lnTo>
                  <a:pt x="0" y="493757"/>
                </a:lnTo>
                <a:lnTo>
                  <a:pt x="75962" y="493757"/>
                </a:lnTo>
                <a:lnTo>
                  <a:pt x="75962" y="474766"/>
                </a:lnTo>
                <a:lnTo>
                  <a:pt x="28486" y="474766"/>
                </a:lnTo>
                <a:lnTo>
                  <a:pt x="75962" y="474766"/>
                </a:lnTo>
                <a:lnTo>
                  <a:pt x="75962" y="446280"/>
                </a:lnTo>
                <a:lnTo>
                  <a:pt x="28486" y="446280"/>
                </a:lnTo>
                <a:lnTo>
                  <a:pt x="75962" y="446280"/>
                </a:lnTo>
                <a:lnTo>
                  <a:pt x="75962" y="427290"/>
                </a:lnTo>
                <a:lnTo>
                  <a:pt x="28486" y="427290"/>
                </a:lnTo>
                <a:lnTo>
                  <a:pt x="75962" y="427290"/>
                </a:lnTo>
                <a:lnTo>
                  <a:pt x="75962" y="398804"/>
                </a:lnTo>
                <a:lnTo>
                  <a:pt x="28486" y="398804"/>
                </a:lnTo>
                <a:lnTo>
                  <a:pt x="75962" y="398804"/>
                </a:lnTo>
                <a:lnTo>
                  <a:pt x="75962" y="370318"/>
                </a:lnTo>
                <a:lnTo>
                  <a:pt x="0" y="370318"/>
                </a:lnTo>
                <a:lnTo>
                  <a:pt x="75962" y="370318"/>
                </a:lnTo>
                <a:lnTo>
                  <a:pt x="75962" y="351327"/>
                </a:lnTo>
                <a:lnTo>
                  <a:pt x="28486" y="351327"/>
                </a:lnTo>
                <a:lnTo>
                  <a:pt x="75962" y="351327"/>
                </a:lnTo>
                <a:lnTo>
                  <a:pt x="75962" y="322841"/>
                </a:lnTo>
                <a:lnTo>
                  <a:pt x="28486" y="322841"/>
                </a:lnTo>
                <a:lnTo>
                  <a:pt x="75962" y="322841"/>
                </a:lnTo>
                <a:lnTo>
                  <a:pt x="75962" y="294355"/>
                </a:lnTo>
                <a:lnTo>
                  <a:pt x="28486" y="294355"/>
                </a:lnTo>
                <a:lnTo>
                  <a:pt x="75962" y="294355"/>
                </a:lnTo>
                <a:lnTo>
                  <a:pt x="75962" y="275364"/>
                </a:lnTo>
                <a:lnTo>
                  <a:pt x="28486" y="275364"/>
                </a:lnTo>
                <a:lnTo>
                  <a:pt x="75962" y="275364"/>
                </a:lnTo>
                <a:lnTo>
                  <a:pt x="75962" y="246878"/>
                </a:lnTo>
                <a:lnTo>
                  <a:pt x="0" y="246878"/>
                </a:lnTo>
                <a:lnTo>
                  <a:pt x="75962" y="246878"/>
                </a:lnTo>
                <a:lnTo>
                  <a:pt x="75962" y="227888"/>
                </a:lnTo>
                <a:lnTo>
                  <a:pt x="28486" y="227888"/>
                </a:lnTo>
                <a:lnTo>
                  <a:pt x="75962" y="227888"/>
                </a:lnTo>
                <a:lnTo>
                  <a:pt x="75962" y="199402"/>
                </a:lnTo>
                <a:lnTo>
                  <a:pt x="28486" y="199402"/>
                </a:lnTo>
                <a:lnTo>
                  <a:pt x="75962" y="199402"/>
                </a:lnTo>
                <a:lnTo>
                  <a:pt x="75962" y="170916"/>
                </a:lnTo>
                <a:lnTo>
                  <a:pt x="28486" y="170916"/>
                </a:lnTo>
                <a:lnTo>
                  <a:pt x="75962" y="170916"/>
                </a:lnTo>
                <a:lnTo>
                  <a:pt x="75962" y="151925"/>
                </a:lnTo>
                <a:lnTo>
                  <a:pt x="28486" y="151925"/>
                </a:lnTo>
                <a:lnTo>
                  <a:pt x="75962" y="151925"/>
                </a:lnTo>
                <a:lnTo>
                  <a:pt x="75962" y="123439"/>
                </a:lnTo>
                <a:lnTo>
                  <a:pt x="0" y="123439"/>
                </a:lnTo>
                <a:lnTo>
                  <a:pt x="75962" y="123439"/>
                </a:lnTo>
                <a:lnTo>
                  <a:pt x="75962" y="104449"/>
                </a:lnTo>
                <a:lnTo>
                  <a:pt x="28486" y="104449"/>
                </a:lnTo>
                <a:lnTo>
                  <a:pt x="75962" y="104449"/>
                </a:lnTo>
                <a:lnTo>
                  <a:pt x="75962" y="75963"/>
                </a:lnTo>
                <a:lnTo>
                  <a:pt x="28486" y="75963"/>
                </a:lnTo>
                <a:lnTo>
                  <a:pt x="75962" y="75963"/>
                </a:lnTo>
                <a:lnTo>
                  <a:pt x="75962" y="47477"/>
                </a:lnTo>
                <a:lnTo>
                  <a:pt x="28486" y="47477"/>
                </a:lnTo>
                <a:lnTo>
                  <a:pt x="75962" y="47477"/>
                </a:lnTo>
                <a:lnTo>
                  <a:pt x="75962" y="28486"/>
                </a:lnTo>
                <a:lnTo>
                  <a:pt x="28486" y="28486"/>
                </a:lnTo>
                <a:lnTo>
                  <a:pt x="75962" y="28486"/>
                </a:lnTo>
                <a:lnTo>
                  <a:pt x="75962" y="0"/>
                </a:lnTo>
                <a:lnTo>
                  <a:pt x="0" y="0"/>
                </a:lnTo>
                <a:close/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7D0887-ED57-FC7B-D1E5-BB24DB494C85}"/>
              </a:ext>
            </a:extLst>
          </p:cNvPr>
          <p:cNvSpPr txBox="1"/>
          <p:nvPr/>
        </p:nvSpPr>
        <p:spPr>
          <a:xfrm>
            <a:off x="914991" y="1669367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Counts/1E6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50AFB69-AEC9-9B01-8C35-B1A22DAA2E2C}"/>
              </a:ext>
            </a:extLst>
          </p:cNvPr>
          <p:cNvSpPr/>
          <p:nvPr/>
        </p:nvSpPr>
        <p:spPr bwMode="auto">
          <a:xfrm>
            <a:off x="11251963" y="1623701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BCB5350-1A42-B629-BF88-8A5F34363538}"/>
              </a:ext>
            </a:extLst>
          </p:cNvPr>
          <p:cNvSpPr/>
          <p:nvPr/>
        </p:nvSpPr>
        <p:spPr bwMode="auto">
          <a:xfrm>
            <a:off x="1547738" y="1737645"/>
            <a:ext cx="9694730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626691"/>
                </a:moveTo>
                <a:lnTo>
                  <a:pt x="9496" y="626691"/>
                </a:lnTo>
                <a:lnTo>
                  <a:pt x="18991" y="626691"/>
                </a:lnTo>
                <a:lnTo>
                  <a:pt x="28486" y="626691"/>
                </a:lnTo>
                <a:lnTo>
                  <a:pt x="37982" y="626691"/>
                </a:lnTo>
                <a:lnTo>
                  <a:pt x="47477" y="626691"/>
                </a:lnTo>
                <a:lnTo>
                  <a:pt x="56972" y="626691"/>
                </a:lnTo>
                <a:lnTo>
                  <a:pt x="66468" y="626691"/>
                </a:lnTo>
                <a:lnTo>
                  <a:pt x="75963" y="626691"/>
                </a:lnTo>
                <a:lnTo>
                  <a:pt x="85458" y="626691"/>
                </a:lnTo>
                <a:lnTo>
                  <a:pt x="94954" y="208897"/>
                </a:lnTo>
                <a:lnTo>
                  <a:pt x="104449" y="617196"/>
                </a:lnTo>
                <a:lnTo>
                  <a:pt x="113944" y="617196"/>
                </a:lnTo>
                <a:lnTo>
                  <a:pt x="123440" y="626691"/>
                </a:lnTo>
                <a:lnTo>
                  <a:pt x="132935" y="626691"/>
                </a:lnTo>
                <a:lnTo>
                  <a:pt x="142430" y="626691"/>
                </a:lnTo>
                <a:lnTo>
                  <a:pt x="151926" y="626691"/>
                </a:lnTo>
                <a:lnTo>
                  <a:pt x="161421" y="626691"/>
                </a:lnTo>
                <a:lnTo>
                  <a:pt x="170916" y="626691"/>
                </a:lnTo>
                <a:lnTo>
                  <a:pt x="180412" y="626691"/>
                </a:lnTo>
                <a:lnTo>
                  <a:pt x="189907" y="626691"/>
                </a:lnTo>
                <a:lnTo>
                  <a:pt x="199402" y="626691"/>
                </a:lnTo>
                <a:lnTo>
                  <a:pt x="208898" y="626691"/>
                </a:lnTo>
                <a:lnTo>
                  <a:pt x="218393" y="626691"/>
                </a:lnTo>
                <a:lnTo>
                  <a:pt x="227888" y="626691"/>
                </a:lnTo>
                <a:lnTo>
                  <a:pt x="237383" y="626691"/>
                </a:lnTo>
                <a:lnTo>
                  <a:pt x="246879" y="626691"/>
                </a:lnTo>
                <a:lnTo>
                  <a:pt x="256374" y="626691"/>
                </a:lnTo>
                <a:lnTo>
                  <a:pt x="265870" y="626691"/>
                </a:lnTo>
                <a:lnTo>
                  <a:pt x="275365" y="626691"/>
                </a:lnTo>
                <a:lnTo>
                  <a:pt x="284860" y="626691"/>
                </a:lnTo>
                <a:lnTo>
                  <a:pt x="294355" y="626691"/>
                </a:lnTo>
                <a:lnTo>
                  <a:pt x="303851" y="626691"/>
                </a:lnTo>
                <a:lnTo>
                  <a:pt x="313346" y="626691"/>
                </a:lnTo>
                <a:lnTo>
                  <a:pt x="322841" y="626691"/>
                </a:lnTo>
                <a:lnTo>
                  <a:pt x="332337" y="626691"/>
                </a:lnTo>
                <a:lnTo>
                  <a:pt x="341832" y="626691"/>
                </a:lnTo>
                <a:lnTo>
                  <a:pt x="351327" y="626691"/>
                </a:lnTo>
                <a:lnTo>
                  <a:pt x="360823" y="626691"/>
                </a:lnTo>
                <a:lnTo>
                  <a:pt x="370318" y="626691"/>
                </a:lnTo>
                <a:lnTo>
                  <a:pt x="379813" y="626691"/>
                </a:lnTo>
                <a:lnTo>
                  <a:pt x="389309" y="626691"/>
                </a:lnTo>
                <a:lnTo>
                  <a:pt x="398804" y="626691"/>
                </a:lnTo>
                <a:lnTo>
                  <a:pt x="408299" y="626691"/>
                </a:lnTo>
                <a:lnTo>
                  <a:pt x="417795" y="626691"/>
                </a:lnTo>
                <a:lnTo>
                  <a:pt x="427290" y="626691"/>
                </a:lnTo>
                <a:lnTo>
                  <a:pt x="436785" y="626691"/>
                </a:lnTo>
                <a:lnTo>
                  <a:pt x="446281" y="626691"/>
                </a:lnTo>
                <a:lnTo>
                  <a:pt x="455776" y="626691"/>
                </a:lnTo>
                <a:lnTo>
                  <a:pt x="465271" y="626691"/>
                </a:lnTo>
                <a:lnTo>
                  <a:pt x="474767" y="626691"/>
                </a:lnTo>
                <a:lnTo>
                  <a:pt x="484262" y="626691"/>
                </a:lnTo>
                <a:lnTo>
                  <a:pt x="493757" y="626691"/>
                </a:lnTo>
                <a:lnTo>
                  <a:pt x="503253" y="626691"/>
                </a:lnTo>
                <a:lnTo>
                  <a:pt x="512748" y="626691"/>
                </a:lnTo>
                <a:lnTo>
                  <a:pt x="522243" y="626691"/>
                </a:lnTo>
                <a:lnTo>
                  <a:pt x="531739" y="626691"/>
                </a:lnTo>
                <a:lnTo>
                  <a:pt x="541234" y="626691"/>
                </a:lnTo>
                <a:lnTo>
                  <a:pt x="550729" y="626691"/>
                </a:lnTo>
                <a:lnTo>
                  <a:pt x="560225" y="626691"/>
                </a:lnTo>
                <a:lnTo>
                  <a:pt x="569720" y="626691"/>
                </a:lnTo>
                <a:lnTo>
                  <a:pt x="579215" y="626691"/>
                </a:lnTo>
                <a:lnTo>
                  <a:pt x="588711" y="626691"/>
                </a:lnTo>
                <a:lnTo>
                  <a:pt x="598206" y="626691"/>
                </a:lnTo>
                <a:lnTo>
                  <a:pt x="607701" y="626691"/>
                </a:lnTo>
                <a:lnTo>
                  <a:pt x="617197" y="626691"/>
                </a:lnTo>
                <a:lnTo>
                  <a:pt x="626692" y="626691"/>
                </a:lnTo>
                <a:lnTo>
                  <a:pt x="636187" y="626691"/>
                </a:lnTo>
                <a:lnTo>
                  <a:pt x="645683" y="626691"/>
                </a:lnTo>
                <a:lnTo>
                  <a:pt x="655178" y="626691"/>
                </a:lnTo>
                <a:lnTo>
                  <a:pt x="664673" y="626691"/>
                </a:lnTo>
                <a:lnTo>
                  <a:pt x="674169" y="626691"/>
                </a:lnTo>
                <a:lnTo>
                  <a:pt x="683664" y="626691"/>
                </a:lnTo>
                <a:lnTo>
                  <a:pt x="693159" y="626691"/>
                </a:lnTo>
                <a:lnTo>
                  <a:pt x="702654" y="626691"/>
                </a:lnTo>
                <a:lnTo>
                  <a:pt x="712150" y="626691"/>
                </a:lnTo>
                <a:lnTo>
                  <a:pt x="721645" y="626691"/>
                </a:lnTo>
                <a:lnTo>
                  <a:pt x="731141" y="626691"/>
                </a:lnTo>
                <a:lnTo>
                  <a:pt x="740636" y="626691"/>
                </a:lnTo>
                <a:lnTo>
                  <a:pt x="750131" y="626691"/>
                </a:lnTo>
                <a:lnTo>
                  <a:pt x="759627" y="626691"/>
                </a:lnTo>
                <a:lnTo>
                  <a:pt x="769122" y="626691"/>
                </a:lnTo>
                <a:lnTo>
                  <a:pt x="778617" y="626691"/>
                </a:lnTo>
                <a:lnTo>
                  <a:pt x="788112" y="626691"/>
                </a:lnTo>
                <a:lnTo>
                  <a:pt x="797608" y="626691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493757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626691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474766"/>
                </a:lnTo>
                <a:lnTo>
                  <a:pt x="1262879" y="598205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2669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26691"/>
                </a:lnTo>
                <a:lnTo>
                  <a:pt x="1357832" y="607701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26691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17196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26691"/>
                </a:lnTo>
                <a:lnTo>
                  <a:pt x="1547739" y="0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26691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427290"/>
                </a:lnTo>
                <a:lnTo>
                  <a:pt x="1652187" y="617196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2669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2669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2669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0770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626691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26691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626691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26691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626691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2669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626691"/>
                </a:lnTo>
                <a:lnTo>
                  <a:pt x="2231402" y="626691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626691"/>
                </a:lnTo>
                <a:lnTo>
                  <a:pt x="2326355" y="503252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26691"/>
                </a:lnTo>
                <a:lnTo>
                  <a:pt x="2421309" y="408299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123439"/>
                </a:lnTo>
                <a:lnTo>
                  <a:pt x="2525758" y="598205"/>
                </a:lnTo>
                <a:lnTo>
                  <a:pt x="2535253" y="617196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26691"/>
                </a:lnTo>
                <a:lnTo>
                  <a:pt x="2620711" y="598205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2669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617196"/>
                </a:lnTo>
                <a:lnTo>
                  <a:pt x="2715664" y="598205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26691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26691"/>
                </a:lnTo>
                <a:lnTo>
                  <a:pt x="2810617" y="617196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26691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17196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17196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2669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598205"/>
                </a:lnTo>
                <a:lnTo>
                  <a:pt x="3104972" y="60770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26691"/>
                </a:lnTo>
                <a:lnTo>
                  <a:pt x="3199926" y="617196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26691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2669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598205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26691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26691"/>
                </a:lnTo>
                <a:lnTo>
                  <a:pt x="3494281" y="598205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26691"/>
                </a:lnTo>
                <a:lnTo>
                  <a:pt x="3589234" y="60770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26691"/>
                </a:lnTo>
                <a:lnTo>
                  <a:pt x="3684187" y="598205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626691"/>
                </a:lnTo>
                <a:lnTo>
                  <a:pt x="3779141" y="617196"/>
                </a:lnTo>
                <a:lnTo>
                  <a:pt x="3788636" y="617196"/>
                </a:lnTo>
                <a:lnTo>
                  <a:pt x="3798131" y="626691"/>
                </a:lnTo>
                <a:lnTo>
                  <a:pt x="3807627" y="626691"/>
                </a:lnTo>
                <a:lnTo>
                  <a:pt x="3817122" y="626691"/>
                </a:lnTo>
                <a:lnTo>
                  <a:pt x="3826617" y="626691"/>
                </a:lnTo>
                <a:lnTo>
                  <a:pt x="3836112" y="626691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617196"/>
                </a:lnTo>
                <a:lnTo>
                  <a:pt x="3883589" y="598205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26691"/>
                </a:lnTo>
                <a:lnTo>
                  <a:pt x="3931066" y="626691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626691"/>
                </a:lnTo>
                <a:lnTo>
                  <a:pt x="3978543" y="569720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626691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626691"/>
                </a:lnTo>
                <a:lnTo>
                  <a:pt x="4073496" y="465271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626691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626691"/>
                </a:lnTo>
                <a:lnTo>
                  <a:pt x="4168449" y="607701"/>
                </a:lnTo>
                <a:lnTo>
                  <a:pt x="4177944" y="617196"/>
                </a:lnTo>
                <a:lnTo>
                  <a:pt x="4187440" y="626691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626691"/>
                </a:lnTo>
                <a:lnTo>
                  <a:pt x="4225421" y="626691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626691"/>
                </a:lnTo>
                <a:lnTo>
                  <a:pt x="4272898" y="626691"/>
                </a:lnTo>
                <a:lnTo>
                  <a:pt x="4282393" y="626691"/>
                </a:lnTo>
                <a:lnTo>
                  <a:pt x="4291888" y="626691"/>
                </a:lnTo>
                <a:lnTo>
                  <a:pt x="4301384" y="626691"/>
                </a:lnTo>
                <a:lnTo>
                  <a:pt x="4310879" y="626691"/>
                </a:lnTo>
                <a:lnTo>
                  <a:pt x="4320374" y="626691"/>
                </a:lnTo>
                <a:lnTo>
                  <a:pt x="4329870" y="626691"/>
                </a:lnTo>
                <a:lnTo>
                  <a:pt x="4339365" y="626691"/>
                </a:lnTo>
                <a:lnTo>
                  <a:pt x="4348860" y="626691"/>
                </a:lnTo>
                <a:lnTo>
                  <a:pt x="4358356" y="626691"/>
                </a:lnTo>
                <a:lnTo>
                  <a:pt x="4367851" y="607701"/>
                </a:lnTo>
                <a:lnTo>
                  <a:pt x="4377346" y="626691"/>
                </a:lnTo>
                <a:lnTo>
                  <a:pt x="4386842" y="626691"/>
                </a:lnTo>
                <a:lnTo>
                  <a:pt x="4396337" y="626691"/>
                </a:lnTo>
                <a:lnTo>
                  <a:pt x="4405832" y="626691"/>
                </a:lnTo>
                <a:lnTo>
                  <a:pt x="4415327" y="626691"/>
                </a:lnTo>
                <a:lnTo>
                  <a:pt x="4424823" y="626691"/>
                </a:lnTo>
                <a:lnTo>
                  <a:pt x="4434318" y="626691"/>
                </a:lnTo>
                <a:lnTo>
                  <a:pt x="4443813" y="626691"/>
                </a:lnTo>
                <a:lnTo>
                  <a:pt x="4453309" y="626691"/>
                </a:lnTo>
                <a:lnTo>
                  <a:pt x="4462804" y="617196"/>
                </a:lnTo>
                <a:lnTo>
                  <a:pt x="4472300" y="626691"/>
                </a:lnTo>
                <a:lnTo>
                  <a:pt x="4481795" y="626691"/>
                </a:lnTo>
                <a:lnTo>
                  <a:pt x="4491290" y="626691"/>
                </a:lnTo>
                <a:lnTo>
                  <a:pt x="4500785" y="626691"/>
                </a:lnTo>
                <a:lnTo>
                  <a:pt x="4510281" y="626691"/>
                </a:lnTo>
                <a:lnTo>
                  <a:pt x="4519776" y="626691"/>
                </a:lnTo>
                <a:lnTo>
                  <a:pt x="4529271" y="626691"/>
                </a:lnTo>
                <a:lnTo>
                  <a:pt x="4538767" y="626691"/>
                </a:lnTo>
                <a:lnTo>
                  <a:pt x="4548262" y="626691"/>
                </a:lnTo>
                <a:lnTo>
                  <a:pt x="4557758" y="626691"/>
                </a:lnTo>
                <a:lnTo>
                  <a:pt x="4567253" y="626691"/>
                </a:lnTo>
                <a:lnTo>
                  <a:pt x="4576748" y="626691"/>
                </a:lnTo>
                <a:lnTo>
                  <a:pt x="4586243" y="626691"/>
                </a:lnTo>
                <a:lnTo>
                  <a:pt x="4595739" y="626691"/>
                </a:lnTo>
                <a:lnTo>
                  <a:pt x="4605234" y="626691"/>
                </a:lnTo>
                <a:lnTo>
                  <a:pt x="4614729" y="626691"/>
                </a:lnTo>
                <a:lnTo>
                  <a:pt x="4624225" y="626691"/>
                </a:lnTo>
                <a:lnTo>
                  <a:pt x="4633720" y="626691"/>
                </a:lnTo>
                <a:lnTo>
                  <a:pt x="4643216" y="626691"/>
                </a:lnTo>
                <a:lnTo>
                  <a:pt x="4652711" y="607701"/>
                </a:lnTo>
                <a:lnTo>
                  <a:pt x="4662206" y="617196"/>
                </a:lnTo>
                <a:lnTo>
                  <a:pt x="4671701" y="626691"/>
                </a:lnTo>
                <a:lnTo>
                  <a:pt x="4681197" y="626691"/>
                </a:lnTo>
                <a:lnTo>
                  <a:pt x="4690692" y="626691"/>
                </a:lnTo>
                <a:lnTo>
                  <a:pt x="4700187" y="626691"/>
                </a:lnTo>
                <a:lnTo>
                  <a:pt x="4709683" y="626691"/>
                </a:lnTo>
                <a:lnTo>
                  <a:pt x="4719178" y="626691"/>
                </a:lnTo>
                <a:lnTo>
                  <a:pt x="4728673" y="626691"/>
                </a:lnTo>
                <a:lnTo>
                  <a:pt x="4738169" y="626691"/>
                </a:lnTo>
                <a:lnTo>
                  <a:pt x="4747664" y="626691"/>
                </a:lnTo>
                <a:lnTo>
                  <a:pt x="4757159" y="560224"/>
                </a:lnTo>
                <a:lnTo>
                  <a:pt x="4766654" y="626691"/>
                </a:lnTo>
                <a:lnTo>
                  <a:pt x="4776150" y="626691"/>
                </a:lnTo>
                <a:lnTo>
                  <a:pt x="4785645" y="626691"/>
                </a:lnTo>
                <a:lnTo>
                  <a:pt x="4795141" y="626691"/>
                </a:lnTo>
                <a:lnTo>
                  <a:pt x="4804636" y="626691"/>
                </a:lnTo>
                <a:lnTo>
                  <a:pt x="4814131" y="626691"/>
                </a:lnTo>
                <a:lnTo>
                  <a:pt x="4823627" y="626691"/>
                </a:lnTo>
                <a:lnTo>
                  <a:pt x="4833122" y="626691"/>
                </a:lnTo>
                <a:lnTo>
                  <a:pt x="4842617" y="626691"/>
                </a:lnTo>
                <a:lnTo>
                  <a:pt x="4852112" y="541234"/>
                </a:lnTo>
                <a:lnTo>
                  <a:pt x="4861608" y="617196"/>
                </a:lnTo>
                <a:lnTo>
                  <a:pt x="4871103" y="626691"/>
                </a:lnTo>
                <a:lnTo>
                  <a:pt x="4880599" y="626691"/>
                </a:lnTo>
                <a:lnTo>
                  <a:pt x="4890094" y="626691"/>
                </a:lnTo>
                <a:lnTo>
                  <a:pt x="4899589" y="626691"/>
                </a:lnTo>
                <a:lnTo>
                  <a:pt x="4909085" y="626691"/>
                </a:lnTo>
                <a:lnTo>
                  <a:pt x="4918580" y="626691"/>
                </a:lnTo>
                <a:lnTo>
                  <a:pt x="4928075" y="626691"/>
                </a:lnTo>
                <a:lnTo>
                  <a:pt x="4937570" y="626691"/>
                </a:lnTo>
                <a:lnTo>
                  <a:pt x="4947066" y="617196"/>
                </a:lnTo>
                <a:lnTo>
                  <a:pt x="4956561" y="626691"/>
                </a:lnTo>
                <a:lnTo>
                  <a:pt x="4966057" y="626691"/>
                </a:lnTo>
                <a:lnTo>
                  <a:pt x="4975552" y="626691"/>
                </a:lnTo>
                <a:lnTo>
                  <a:pt x="4985047" y="626691"/>
                </a:lnTo>
                <a:lnTo>
                  <a:pt x="4994543" y="626691"/>
                </a:lnTo>
                <a:lnTo>
                  <a:pt x="5004038" y="626691"/>
                </a:lnTo>
                <a:lnTo>
                  <a:pt x="5013533" y="626691"/>
                </a:lnTo>
                <a:lnTo>
                  <a:pt x="5023028" y="626691"/>
                </a:lnTo>
                <a:lnTo>
                  <a:pt x="5032524" y="626691"/>
                </a:lnTo>
                <a:lnTo>
                  <a:pt x="5042019" y="626691"/>
                </a:lnTo>
                <a:lnTo>
                  <a:pt x="5051514" y="626691"/>
                </a:lnTo>
                <a:lnTo>
                  <a:pt x="5061010" y="626691"/>
                </a:lnTo>
                <a:lnTo>
                  <a:pt x="5070505" y="626691"/>
                </a:lnTo>
                <a:lnTo>
                  <a:pt x="5080000" y="626691"/>
                </a:lnTo>
                <a:lnTo>
                  <a:pt x="5089496" y="626691"/>
                </a:lnTo>
                <a:lnTo>
                  <a:pt x="5098991" y="626691"/>
                </a:lnTo>
                <a:lnTo>
                  <a:pt x="5108487" y="626691"/>
                </a:lnTo>
                <a:lnTo>
                  <a:pt x="5117981" y="626691"/>
                </a:lnTo>
                <a:lnTo>
                  <a:pt x="5127477" y="626691"/>
                </a:lnTo>
                <a:lnTo>
                  <a:pt x="5136973" y="626691"/>
                </a:lnTo>
                <a:lnTo>
                  <a:pt x="5146468" y="617196"/>
                </a:lnTo>
                <a:lnTo>
                  <a:pt x="5155963" y="626691"/>
                </a:lnTo>
                <a:lnTo>
                  <a:pt x="5165458" y="626691"/>
                </a:lnTo>
                <a:lnTo>
                  <a:pt x="5174954" y="626691"/>
                </a:lnTo>
                <a:lnTo>
                  <a:pt x="5184449" y="626691"/>
                </a:lnTo>
                <a:lnTo>
                  <a:pt x="5193944" y="626691"/>
                </a:lnTo>
                <a:lnTo>
                  <a:pt x="5203440" y="626691"/>
                </a:lnTo>
                <a:lnTo>
                  <a:pt x="5212935" y="626691"/>
                </a:lnTo>
                <a:lnTo>
                  <a:pt x="5222430" y="626691"/>
                </a:lnTo>
                <a:lnTo>
                  <a:pt x="5231926" y="626691"/>
                </a:lnTo>
                <a:lnTo>
                  <a:pt x="5241421" y="626691"/>
                </a:lnTo>
                <a:lnTo>
                  <a:pt x="5250916" y="626691"/>
                </a:lnTo>
                <a:lnTo>
                  <a:pt x="5260412" y="626691"/>
                </a:lnTo>
                <a:lnTo>
                  <a:pt x="5269907" y="626691"/>
                </a:lnTo>
                <a:lnTo>
                  <a:pt x="5279403" y="626691"/>
                </a:lnTo>
                <a:lnTo>
                  <a:pt x="5288897" y="626691"/>
                </a:lnTo>
                <a:lnTo>
                  <a:pt x="5298393" y="626691"/>
                </a:lnTo>
                <a:lnTo>
                  <a:pt x="5307889" y="626691"/>
                </a:lnTo>
                <a:lnTo>
                  <a:pt x="5317383" y="626691"/>
                </a:lnTo>
                <a:lnTo>
                  <a:pt x="5326879" y="626691"/>
                </a:lnTo>
                <a:lnTo>
                  <a:pt x="5336374" y="626691"/>
                </a:lnTo>
                <a:lnTo>
                  <a:pt x="5345870" y="626691"/>
                </a:lnTo>
                <a:lnTo>
                  <a:pt x="5355365" y="626691"/>
                </a:lnTo>
                <a:lnTo>
                  <a:pt x="5364860" y="626691"/>
                </a:lnTo>
                <a:lnTo>
                  <a:pt x="5374356" y="626691"/>
                </a:lnTo>
                <a:lnTo>
                  <a:pt x="5383851" y="626691"/>
                </a:lnTo>
                <a:lnTo>
                  <a:pt x="5393346" y="626691"/>
                </a:lnTo>
                <a:lnTo>
                  <a:pt x="5402842" y="626691"/>
                </a:lnTo>
                <a:lnTo>
                  <a:pt x="5412337" y="626691"/>
                </a:lnTo>
                <a:lnTo>
                  <a:pt x="5421832" y="626691"/>
                </a:lnTo>
                <a:lnTo>
                  <a:pt x="5431327" y="626691"/>
                </a:lnTo>
                <a:lnTo>
                  <a:pt x="5440823" y="626691"/>
                </a:lnTo>
                <a:lnTo>
                  <a:pt x="5450319" y="626691"/>
                </a:lnTo>
                <a:lnTo>
                  <a:pt x="5459813" y="626691"/>
                </a:lnTo>
                <a:lnTo>
                  <a:pt x="5469309" y="626691"/>
                </a:lnTo>
                <a:lnTo>
                  <a:pt x="5478804" y="626691"/>
                </a:lnTo>
                <a:lnTo>
                  <a:pt x="5488299" y="626691"/>
                </a:lnTo>
                <a:lnTo>
                  <a:pt x="5497795" y="626691"/>
                </a:lnTo>
                <a:lnTo>
                  <a:pt x="5507290" y="626691"/>
                </a:lnTo>
                <a:lnTo>
                  <a:pt x="5516786" y="626691"/>
                </a:lnTo>
                <a:lnTo>
                  <a:pt x="5526281" y="626691"/>
                </a:lnTo>
                <a:lnTo>
                  <a:pt x="5535776" y="626691"/>
                </a:lnTo>
                <a:lnTo>
                  <a:pt x="5545272" y="626691"/>
                </a:lnTo>
                <a:lnTo>
                  <a:pt x="5554766" y="626691"/>
                </a:lnTo>
                <a:lnTo>
                  <a:pt x="5564262" y="626691"/>
                </a:lnTo>
                <a:lnTo>
                  <a:pt x="5573758" y="626691"/>
                </a:lnTo>
                <a:lnTo>
                  <a:pt x="5583253" y="626691"/>
                </a:lnTo>
                <a:lnTo>
                  <a:pt x="5592748" y="626691"/>
                </a:lnTo>
                <a:lnTo>
                  <a:pt x="5602243" y="626691"/>
                </a:lnTo>
                <a:lnTo>
                  <a:pt x="5611739" y="626691"/>
                </a:lnTo>
                <a:lnTo>
                  <a:pt x="5621234" y="617196"/>
                </a:lnTo>
                <a:lnTo>
                  <a:pt x="5630729" y="617196"/>
                </a:lnTo>
                <a:lnTo>
                  <a:pt x="5640225" y="626691"/>
                </a:lnTo>
                <a:lnTo>
                  <a:pt x="5649720" y="626691"/>
                </a:lnTo>
                <a:lnTo>
                  <a:pt x="5659215" y="626691"/>
                </a:lnTo>
                <a:lnTo>
                  <a:pt x="5668711" y="626691"/>
                </a:lnTo>
                <a:lnTo>
                  <a:pt x="5678206" y="626691"/>
                </a:lnTo>
                <a:lnTo>
                  <a:pt x="5687702" y="626691"/>
                </a:lnTo>
                <a:lnTo>
                  <a:pt x="5697197" y="626691"/>
                </a:lnTo>
                <a:lnTo>
                  <a:pt x="5706692" y="626691"/>
                </a:lnTo>
                <a:lnTo>
                  <a:pt x="5716188" y="626691"/>
                </a:lnTo>
                <a:lnTo>
                  <a:pt x="5725682" y="607701"/>
                </a:lnTo>
                <a:lnTo>
                  <a:pt x="5735178" y="626691"/>
                </a:lnTo>
                <a:lnTo>
                  <a:pt x="5744673" y="626691"/>
                </a:lnTo>
                <a:lnTo>
                  <a:pt x="5754169" y="626691"/>
                </a:lnTo>
                <a:lnTo>
                  <a:pt x="5763664" y="626691"/>
                </a:lnTo>
                <a:lnTo>
                  <a:pt x="5773159" y="626691"/>
                </a:lnTo>
                <a:lnTo>
                  <a:pt x="5782655" y="626691"/>
                </a:lnTo>
                <a:lnTo>
                  <a:pt x="5792150" y="626691"/>
                </a:lnTo>
                <a:lnTo>
                  <a:pt x="5801645" y="626691"/>
                </a:lnTo>
                <a:lnTo>
                  <a:pt x="5811141" y="626691"/>
                </a:lnTo>
                <a:lnTo>
                  <a:pt x="5820636" y="541234"/>
                </a:lnTo>
                <a:lnTo>
                  <a:pt x="5830131" y="626691"/>
                </a:lnTo>
                <a:lnTo>
                  <a:pt x="5839627" y="626691"/>
                </a:lnTo>
                <a:lnTo>
                  <a:pt x="5849122" y="626691"/>
                </a:lnTo>
                <a:lnTo>
                  <a:pt x="5858618" y="626691"/>
                </a:lnTo>
                <a:lnTo>
                  <a:pt x="5868112" y="626691"/>
                </a:lnTo>
                <a:lnTo>
                  <a:pt x="5877608" y="626691"/>
                </a:lnTo>
                <a:lnTo>
                  <a:pt x="5887104" y="626691"/>
                </a:lnTo>
                <a:lnTo>
                  <a:pt x="5896598" y="626691"/>
                </a:lnTo>
                <a:lnTo>
                  <a:pt x="5906094" y="626691"/>
                </a:lnTo>
                <a:lnTo>
                  <a:pt x="5915589" y="607701"/>
                </a:lnTo>
                <a:lnTo>
                  <a:pt x="5925085" y="617196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626691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26691"/>
                </a:lnTo>
                <a:lnTo>
                  <a:pt x="6010543" y="626691"/>
                </a:lnTo>
                <a:lnTo>
                  <a:pt x="6020038" y="60770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26691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626691"/>
                </a:lnTo>
                <a:lnTo>
                  <a:pt x="6105496" y="617196"/>
                </a:lnTo>
                <a:lnTo>
                  <a:pt x="6114991" y="588710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26691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26691"/>
                </a:lnTo>
                <a:lnTo>
                  <a:pt x="6200449" y="626691"/>
                </a:lnTo>
                <a:lnTo>
                  <a:pt x="6209944" y="60770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626691"/>
                </a:lnTo>
                <a:lnTo>
                  <a:pt x="6304897" y="607701"/>
                </a:lnTo>
                <a:lnTo>
                  <a:pt x="6314393" y="60770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26691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626691"/>
                </a:lnTo>
                <a:lnTo>
                  <a:pt x="6399851" y="617196"/>
                </a:lnTo>
                <a:lnTo>
                  <a:pt x="6409346" y="598205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626691"/>
                </a:lnTo>
                <a:lnTo>
                  <a:pt x="6504299" y="617196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26691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26691"/>
                </a:lnTo>
                <a:lnTo>
                  <a:pt x="6599253" y="617196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26691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626691"/>
                </a:lnTo>
                <a:lnTo>
                  <a:pt x="6694206" y="617196"/>
                </a:lnTo>
                <a:lnTo>
                  <a:pt x="6703702" y="617196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26691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626691"/>
                </a:lnTo>
                <a:lnTo>
                  <a:pt x="6884112" y="626691"/>
                </a:lnTo>
                <a:lnTo>
                  <a:pt x="6893608" y="617196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26691"/>
                </a:lnTo>
                <a:lnTo>
                  <a:pt x="6988561" y="617196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626691"/>
                </a:lnTo>
                <a:lnTo>
                  <a:pt x="7083514" y="598205"/>
                </a:lnTo>
                <a:lnTo>
                  <a:pt x="7093010" y="617196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26691"/>
                </a:lnTo>
                <a:lnTo>
                  <a:pt x="7178468" y="617196"/>
                </a:lnTo>
                <a:lnTo>
                  <a:pt x="7187963" y="60770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26691"/>
                </a:lnTo>
                <a:lnTo>
                  <a:pt x="7282916" y="579215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598205"/>
                </a:lnTo>
                <a:lnTo>
                  <a:pt x="7377870" y="579215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26691"/>
                </a:lnTo>
                <a:lnTo>
                  <a:pt x="7472823" y="598205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626691"/>
                </a:lnTo>
                <a:lnTo>
                  <a:pt x="7567776" y="617196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626691"/>
                </a:lnTo>
                <a:lnTo>
                  <a:pt x="7662729" y="598205"/>
                </a:lnTo>
                <a:lnTo>
                  <a:pt x="7672225" y="617196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26691"/>
                </a:lnTo>
                <a:lnTo>
                  <a:pt x="7757682" y="626691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26691"/>
                </a:lnTo>
                <a:lnTo>
                  <a:pt x="7852636" y="626691"/>
                </a:lnTo>
                <a:lnTo>
                  <a:pt x="7862131" y="617196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26691"/>
                </a:lnTo>
                <a:lnTo>
                  <a:pt x="7957085" y="617196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26691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26691"/>
                </a:lnTo>
                <a:lnTo>
                  <a:pt x="8156487" y="617196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26691"/>
                </a:lnTo>
                <a:lnTo>
                  <a:pt x="8241944" y="626691"/>
                </a:lnTo>
                <a:lnTo>
                  <a:pt x="8251440" y="617196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26691"/>
                </a:lnTo>
                <a:lnTo>
                  <a:pt x="8346393" y="617196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26691"/>
                </a:lnTo>
                <a:lnTo>
                  <a:pt x="8441346" y="617196"/>
                </a:lnTo>
                <a:lnTo>
                  <a:pt x="8450842" y="617196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26691"/>
                </a:lnTo>
                <a:lnTo>
                  <a:pt x="8536300" y="626691"/>
                </a:lnTo>
                <a:lnTo>
                  <a:pt x="8545795" y="617196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26691"/>
                </a:lnTo>
                <a:lnTo>
                  <a:pt x="8640748" y="617196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26691"/>
                </a:lnTo>
                <a:lnTo>
                  <a:pt x="8726206" y="626691"/>
                </a:lnTo>
                <a:lnTo>
                  <a:pt x="8735702" y="617196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26691"/>
                </a:lnTo>
                <a:lnTo>
                  <a:pt x="8830655" y="531738"/>
                </a:lnTo>
                <a:lnTo>
                  <a:pt x="8840150" y="60770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17196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26691"/>
                </a:lnTo>
                <a:lnTo>
                  <a:pt x="9020561" y="626691"/>
                </a:lnTo>
                <a:lnTo>
                  <a:pt x="9030057" y="617196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26691"/>
                </a:lnTo>
                <a:lnTo>
                  <a:pt x="9115514" y="626691"/>
                </a:lnTo>
                <a:lnTo>
                  <a:pt x="9125010" y="626691"/>
                </a:lnTo>
                <a:lnTo>
                  <a:pt x="9134505" y="626691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26691"/>
                </a:lnTo>
                <a:lnTo>
                  <a:pt x="9191477" y="626691"/>
                </a:lnTo>
                <a:lnTo>
                  <a:pt x="9200973" y="626691"/>
                </a:lnTo>
                <a:lnTo>
                  <a:pt x="9210468" y="626691"/>
                </a:lnTo>
                <a:lnTo>
                  <a:pt x="9219963" y="626691"/>
                </a:lnTo>
                <a:lnTo>
                  <a:pt x="9229458" y="626691"/>
                </a:lnTo>
                <a:lnTo>
                  <a:pt x="9238954" y="626691"/>
                </a:lnTo>
                <a:lnTo>
                  <a:pt x="9248450" y="626691"/>
                </a:lnTo>
                <a:lnTo>
                  <a:pt x="9257944" y="626691"/>
                </a:lnTo>
                <a:lnTo>
                  <a:pt x="9267440" y="626691"/>
                </a:lnTo>
                <a:lnTo>
                  <a:pt x="9276935" y="626691"/>
                </a:lnTo>
                <a:lnTo>
                  <a:pt x="9286430" y="626691"/>
                </a:lnTo>
                <a:lnTo>
                  <a:pt x="9295926" y="626691"/>
                </a:lnTo>
                <a:lnTo>
                  <a:pt x="9305421" y="626691"/>
                </a:lnTo>
                <a:lnTo>
                  <a:pt x="9314917" y="626691"/>
                </a:lnTo>
                <a:lnTo>
                  <a:pt x="9324412" y="617196"/>
                </a:lnTo>
                <a:lnTo>
                  <a:pt x="9333907" y="626691"/>
                </a:lnTo>
                <a:lnTo>
                  <a:pt x="9343403" y="626691"/>
                </a:lnTo>
                <a:lnTo>
                  <a:pt x="9352897" y="626691"/>
                </a:lnTo>
                <a:lnTo>
                  <a:pt x="9362393" y="626691"/>
                </a:lnTo>
                <a:lnTo>
                  <a:pt x="9371889" y="626691"/>
                </a:lnTo>
                <a:lnTo>
                  <a:pt x="9381384" y="626691"/>
                </a:lnTo>
                <a:lnTo>
                  <a:pt x="9390879" y="626691"/>
                </a:lnTo>
                <a:lnTo>
                  <a:pt x="9400374" y="626691"/>
                </a:lnTo>
                <a:lnTo>
                  <a:pt x="9409870" y="626691"/>
                </a:lnTo>
                <a:lnTo>
                  <a:pt x="9419365" y="607701"/>
                </a:lnTo>
                <a:lnTo>
                  <a:pt x="9428860" y="626691"/>
                </a:lnTo>
                <a:lnTo>
                  <a:pt x="9438356" y="626691"/>
                </a:lnTo>
                <a:lnTo>
                  <a:pt x="9447851" y="626691"/>
                </a:lnTo>
                <a:lnTo>
                  <a:pt x="9457346" y="626691"/>
                </a:lnTo>
                <a:lnTo>
                  <a:pt x="9466842" y="626691"/>
                </a:lnTo>
                <a:lnTo>
                  <a:pt x="9476337" y="626691"/>
                </a:lnTo>
                <a:lnTo>
                  <a:pt x="9485833" y="626691"/>
                </a:lnTo>
                <a:lnTo>
                  <a:pt x="9495327" y="626691"/>
                </a:lnTo>
                <a:lnTo>
                  <a:pt x="9504823" y="626691"/>
                </a:lnTo>
                <a:lnTo>
                  <a:pt x="9514319" y="617196"/>
                </a:lnTo>
                <a:lnTo>
                  <a:pt x="9523813" y="626691"/>
                </a:lnTo>
                <a:lnTo>
                  <a:pt x="9533309" y="626691"/>
                </a:lnTo>
                <a:lnTo>
                  <a:pt x="9542804" y="626691"/>
                </a:lnTo>
                <a:lnTo>
                  <a:pt x="9552300" y="626691"/>
                </a:lnTo>
                <a:lnTo>
                  <a:pt x="9561795" y="626691"/>
                </a:lnTo>
                <a:lnTo>
                  <a:pt x="9571290" y="626691"/>
                </a:lnTo>
                <a:lnTo>
                  <a:pt x="9580786" y="626691"/>
                </a:lnTo>
                <a:lnTo>
                  <a:pt x="9590281" y="626691"/>
                </a:lnTo>
                <a:lnTo>
                  <a:pt x="9599776" y="626691"/>
                </a:lnTo>
                <a:lnTo>
                  <a:pt x="9609272" y="617196"/>
                </a:lnTo>
                <a:lnTo>
                  <a:pt x="9618767" y="626691"/>
                </a:lnTo>
                <a:lnTo>
                  <a:pt x="9628262" y="626691"/>
                </a:lnTo>
                <a:lnTo>
                  <a:pt x="9637758" y="626691"/>
                </a:lnTo>
                <a:lnTo>
                  <a:pt x="9647253" y="626691"/>
                </a:lnTo>
                <a:lnTo>
                  <a:pt x="9656748" y="626691"/>
                </a:lnTo>
                <a:lnTo>
                  <a:pt x="9666243" y="626691"/>
                </a:lnTo>
                <a:lnTo>
                  <a:pt x="9675739" y="626691"/>
                </a:lnTo>
                <a:lnTo>
                  <a:pt x="9685234" y="626691"/>
                </a:lnTo>
                <a:lnTo>
                  <a:pt x="9694729" y="626691"/>
                </a:lnTo>
              </a:path>
            </a:pathLst>
          </a:custGeom>
          <a:noFill/>
          <a:ln w="12700" cap="flat" cmpd="sng" algn="ctr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8A9D249-F3C6-D839-66ED-9961AA029246}"/>
              </a:ext>
            </a:extLst>
          </p:cNvPr>
          <p:cNvSpPr txBox="1"/>
          <p:nvPr/>
        </p:nvSpPr>
        <p:spPr>
          <a:xfrm>
            <a:off x="3919607" y="166435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93202BE-2562-3341-7148-A6D1B4F19312}"/>
              </a:ext>
            </a:extLst>
          </p:cNvPr>
          <p:cNvSpPr txBox="1"/>
          <p:nvPr/>
        </p:nvSpPr>
        <p:spPr>
          <a:xfrm>
            <a:off x="1488803" y="1807524"/>
            <a:ext cx="307777" cy="129523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AAE8343-AC68-F0CC-D946-B4ADC14E2908}"/>
              </a:ext>
            </a:extLst>
          </p:cNvPr>
          <p:cNvSpPr txBox="1"/>
          <p:nvPr/>
        </p:nvSpPr>
        <p:spPr>
          <a:xfrm>
            <a:off x="3824653" y="194921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06F4D7D-C8AE-6776-67FD-1C956F8D51A2}"/>
              </a:ext>
            </a:extLst>
          </p:cNvPr>
          <p:cNvSpPr txBox="1"/>
          <p:nvPr/>
        </p:nvSpPr>
        <p:spPr>
          <a:xfrm>
            <a:off x="3046037" y="1968208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AF1793C-D9CC-CEB2-9906-33A54CA97978}"/>
              </a:ext>
            </a:extLst>
          </p:cNvPr>
          <p:cNvSpPr txBox="1"/>
          <p:nvPr/>
        </p:nvSpPr>
        <p:spPr>
          <a:xfrm>
            <a:off x="5467345" y="2006190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42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74DF2FD-DA19-9FE2-FBAB-208E87B1DC18}"/>
              </a:ext>
            </a:extLst>
          </p:cNvPr>
          <p:cNvSpPr txBox="1"/>
          <p:nvPr/>
        </p:nvSpPr>
        <p:spPr>
          <a:xfrm>
            <a:off x="2656728" y="2015685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EDE2AC7-77A7-5C7F-68D9-A939A9EC4745}"/>
              </a:ext>
            </a:extLst>
          </p:cNvPr>
          <p:cNvSpPr txBox="1"/>
          <p:nvPr/>
        </p:nvSpPr>
        <p:spPr>
          <a:xfrm>
            <a:off x="2561775" y="1854264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8EF3F6B-3720-9192-8C99-F54932964669}"/>
              </a:ext>
            </a:extLst>
          </p:cNvPr>
          <p:cNvSpPr txBox="1"/>
          <p:nvPr/>
        </p:nvSpPr>
        <p:spPr>
          <a:xfrm>
            <a:off x="3720205" y="1787797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24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26DB63B-B76B-B32C-660E-0D1AF24F51EF}"/>
              </a:ext>
            </a:extLst>
          </p:cNvPr>
          <p:cNvSpPr txBox="1"/>
          <p:nvPr/>
        </p:nvSpPr>
        <p:spPr>
          <a:xfrm>
            <a:off x="10234000" y="2072657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79AE6A9-7304-E993-A9BE-0B10627195A4}"/>
              </a:ext>
            </a:extLst>
          </p:cNvPr>
          <p:cNvSpPr txBox="1"/>
          <p:nvPr/>
        </p:nvSpPr>
        <p:spPr>
          <a:xfrm>
            <a:off x="7214486" y="2082152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60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ADBBA98-4FBD-71FE-0987-643BB99E38C0}"/>
              </a:ext>
            </a:extLst>
          </p:cNvPr>
          <p:cNvSpPr txBox="1"/>
          <p:nvPr/>
        </p:nvSpPr>
        <p:spPr>
          <a:xfrm>
            <a:off x="6245962" y="2082152"/>
            <a:ext cx="307777" cy="18723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50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DC2CD7C-E68D-D7C1-46F8-83D50DEE4BA6}"/>
              </a:ext>
            </a:extLst>
          </p:cNvPr>
          <p:cNvSpPr txBox="1"/>
          <p:nvPr/>
        </p:nvSpPr>
        <p:spPr>
          <a:xfrm>
            <a:off x="1452785" y="1506730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*2 Sep 25- 1-0.1- NPs-400 um-negative-after 20 s sputtering-002.tdc - Ions 400µm 43763782 cts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8915984-F33E-54DD-4CB9-188181B13C24}"/>
              </a:ext>
            </a:extLst>
          </p:cNvPr>
          <p:cNvSpPr txBox="1"/>
          <p:nvPr/>
        </p:nvSpPr>
        <p:spPr>
          <a:xfrm>
            <a:off x="1296708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79.80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DF25FD1-80BA-3B38-0EAF-DEFC17DA0FEC}"/>
              </a:ext>
            </a:extLst>
          </p:cNvPr>
          <p:cNvSpPr txBox="1"/>
          <p:nvPr/>
        </p:nvSpPr>
        <p:spPr>
          <a:xfrm>
            <a:off x="3718016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79.85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6A8315C-30F0-88CF-108F-8750ABC06F9E}"/>
              </a:ext>
            </a:extLst>
          </p:cNvPr>
          <p:cNvSpPr txBox="1"/>
          <p:nvPr/>
        </p:nvSpPr>
        <p:spPr>
          <a:xfrm>
            <a:off x="6148820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79.90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6ED21A7-C875-67DC-3FE0-077190074B97}"/>
              </a:ext>
            </a:extLst>
          </p:cNvPr>
          <p:cNvSpPr txBox="1"/>
          <p:nvPr/>
        </p:nvSpPr>
        <p:spPr>
          <a:xfrm>
            <a:off x="8570129" y="3845608"/>
            <a:ext cx="502061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79.95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D2EE9901-8833-49DB-A3C2-70EE3232FAFE}"/>
              </a:ext>
            </a:extLst>
          </p:cNvPr>
          <p:cNvSpPr/>
          <p:nvPr/>
        </p:nvSpPr>
        <p:spPr bwMode="auto">
          <a:xfrm>
            <a:off x="1547738" y="3760150"/>
            <a:ext cx="9713721" cy="75963"/>
          </a:xfrm>
          <a:custGeom>
            <a:avLst/>
            <a:gdLst/>
            <a:ahLst/>
            <a:cxnLst/>
            <a:rect l="0" t="0" r="0" b="0"/>
            <a:pathLst>
              <a:path w="9713721" h="75963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2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6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6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6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6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2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6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6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6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6"/>
                </a:lnTo>
                <a:lnTo>
                  <a:pt x="4358356" y="0"/>
                </a:lnTo>
                <a:lnTo>
                  <a:pt x="4852112" y="0"/>
                </a:lnTo>
                <a:lnTo>
                  <a:pt x="4852112" y="75962"/>
                </a:lnTo>
                <a:lnTo>
                  <a:pt x="4852112" y="0"/>
                </a:lnTo>
                <a:lnTo>
                  <a:pt x="5336374" y="0"/>
                </a:lnTo>
                <a:lnTo>
                  <a:pt x="5336374" y="47476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6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6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6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2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6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6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6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6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50D945C-CEF6-B470-E2D5-310B225CF3E1}"/>
              </a:ext>
            </a:extLst>
          </p:cNvPr>
          <p:cNvSpPr txBox="1"/>
          <p:nvPr/>
        </p:nvSpPr>
        <p:spPr>
          <a:xfrm>
            <a:off x="5968482" y="4016523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35C7345A-179F-232F-69BC-56AEF28CBD82}"/>
              </a:ext>
            </a:extLst>
          </p:cNvPr>
          <p:cNvSpPr/>
          <p:nvPr/>
        </p:nvSpPr>
        <p:spPr bwMode="auto">
          <a:xfrm>
            <a:off x="1547738" y="3010019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DCCAD3E-9447-714D-F3C2-33DE3475C4B7}"/>
              </a:ext>
            </a:extLst>
          </p:cNvPr>
          <p:cNvSpPr txBox="1"/>
          <p:nvPr/>
        </p:nvSpPr>
        <p:spPr>
          <a:xfrm>
            <a:off x="1299415" y="3641787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6A0ACD9-5287-917F-D762-779D50835E4E}"/>
              </a:ext>
            </a:extLst>
          </p:cNvPr>
          <p:cNvSpPr txBox="1"/>
          <p:nvPr/>
        </p:nvSpPr>
        <p:spPr>
          <a:xfrm>
            <a:off x="1299415" y="3546834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190037E-8442-8DBA-6D9A-93256C3BE1E5}"/>
              </a:ext>
            </a:extLst>
          </p:cNvPr>
          <p:cNvSpPr txBox="1"/>
          <p:nvPr/>
        </p:nvSpPr>
        <p:spPr>
          <a:xfrm>
            <a:off x="1228883" y="3451880"/>
            <a:ext cx="233397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0FD14BF-4FEA-0FF1-9FBA-3B603ED0368C}"/>
              </a:ext>
            </a:extLst>
          </p:cNvPr>
          <p:cNvSpPr txBox="1"/>
          <p:nvPr/>
        </p:nvSpPr>
        <p:spPr>
          <a:xfrm>
            <a:off x="1228883" y="3356927"/>
            <a:ext cx="233397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683F771-BC3C-3457-F2D7-04D8611D219D}"/>
              </a:ext>
            </a:extLst>
          </p:cNvPr>
          <p:cNvSpPr txBox="1"/>
          <p:nvPr/>
        </p:nvSpPr>
        <p:spPr>
          <a:xfrm>
            <a:off x="1228883" y="3261974"/>
            <a:ext cx="233397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7BBCE33-D1CC-B38A-C946-CB4AED071788}"/>
              </a:ext>
            </a:extLst>
          </p:cNvPr>
          <p:cNvSpPr txBox="1"/>
          <p:nvPr/>
        </p:nvSpPr>
        <p:spPr>
          <a:xfrm>
            <a:off x="1228883" y="3167020"/>
            <a:ext cx="233397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CB90C63-3D18-C958-2F87-DF4D5FED32D6}"/>
              </a:ext>
            </a:extLst>
          </p:cNvPr>
          <p:cNvSpPr txBox="1"/>
          <p:nvPr/>
        </p:nvSpPr>
        <p:spPr>
          <a:xfrm>
            <a:off x="1228883" y="3072067"/>
            <a:ext cx="233397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30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7D90E11-A2A6-8890-4D24-036AEC792021}"/>
              </a:ext>
            </a:extLst>
          </p:cNvPr>
          <p:cNvSpPr txBox="1"/>
          <p:nvPr/>
        </p:nvSpPr>
        <p:spPr>
          <a:xfrm>
            <a:off x="1228883" y="2977114"/>
            <a:ext cx="233397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35</a:t>
            </a: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4B3041D8-8CAC-3B3D-1006-2331D3BA6D72}"/>
              </a:ext>
            </a:extLst>
          </p:cNvPr>
          <p:cNvSpPr/>
          <p:nvPr/>
        </p:nvSpPr>
        <p:spPr bwMode="auto">
          <a:xfrm>
            <a:off x="1471776" y="3010019"/>
            <a:ext cx="75963" cy="759627"/>
          </a:xfrm>
          <a:custGeom>
            <a:avLst/>
            <a:gdLst/>
            <a:ahLst/>
            <a:cxnLst/>
            <a:rect l="0" t="0" r="0" b="0"/>
            <a:pathLst>
              <a:path w="75963" h="759627">
                <a:moveTo>
                  <a:pt x="75962" y="0"/>
                </a:moveTo>
                <a:lnTo>
                  <a:pt x="75962" y="759626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31140"/>
                </a:lnTo>
                <a:lnTo>
                  <a:pt x="28486" y="731140"/>
                </a:lnTo>
                <a:lnTo>
                  <a:pt x="75962" y="731140"/>
                </a:lnTo>
                <a:lnTo>
                  <a:pt x="75962" y="712149"/>
                </a:lnTo>
                <a:lnTo>
                  <a:pt x="28486" y="712149"/>
                </a:lnTo>
                <a:lnTo>
                  <a:pt x="75962" y="712149"/>
                </a:lnTo>
                <a:lnTo>
                  <a:pt x="75962" y="693158"/>
                </a:lnTo>
                <a:lnTo>
                  <a:pt x="28486" y="693158"/>
                </a:lnTo>
                <a:lnTo>
                  <a:pt x="75962" y="693158"/>
                </a:lnTo>
                <a:lnTo>
                  <a:pt x="75962" y="674168"/>
                </a:lnTo>
                <a:lnTo>
                  <a:pt x="28486" y="674168"/>
                </a:lnTo>
                <a:lnTo>
                  <a:pt x="75962" y="674168"/>
                </a:lnTo>
                <a:lnTo>
                  <a:pt x="75962" y="655177"/>
                </a:lnTo>
                <a:lnTo>
                  <a:pt x="0" y="655177"/>
                </a:lnTo>
                <a:lnTo>
                  <a:pt x="75962" y="655177"/>
                </a:lnTo>
                <a:lnTo>
                  <a:pt x="75962" y="636187"/>
                </a:lnTo>
                <a:lnTo>
                  <a:pt x="28486" y="636187"/>
                </a:lnTo>
                <a:lnTo>
                  <a:pt x="75962" y="636187"/>
                </a:lnTo>
                <a:lnTo>
                  <a:pt x="75962" y="617196"/>
                </a:lnTo>
                <a:lnTo>
                  <a:pt x="28486" y="617196"/>
                </a:lnTo>
                <a:lnTo>
                  <a:pt x="75962" y="617196"/>
                </a:lnTo>
                <a:lnTo>
                  <a:pt x="75962" y="598205"/>
                </a:lnTo>
                <a:lnTo>
                  <a:pt x="28486" y="598205"/>
                </a:lnTo>
                <a:lnTo>
                  <a:pt x="75962" y="598205"/>
                </a:lnTo>
                <a:lnTo>
                  <a:pt x="75962" y="579215"/>
                </a:lnTo>
                <a:lnTo>
                  <a:pt x="28486" y="579215"/>
                </a:lnTo>
                <a:lnTo>
                  <a:pt x="75962" y="579215"/>
                </a:lnTo>
                <a:lnTo>
                  <a:pt x="75962" y="560224"/>
                </a:lnTo>
                <a:lnTo>
                  <a:pt x="0" y="560224"/>
                </a:lnTo>
                <a:lnTo>
                  <a:pt x="75962" y="560224"/>
                </a:lnTo>
                <a:lnTo>
                  <a:pt x="75962" y="541233"/>
                </a:lnTo>
                <a:lnTo>
                  <a:pt x="28486" y="541233"/>
                </a:lnTo>
                <a:lnTo>
                  <a:pt x="75962" y="541233"/>
                </a:lnTo>
                <a:lnTo>
                  <a:pt x="75962" y="522243"/>
                </a:lnTo>
                <a:lnTo>
                  <a:pt x="28486" y="522243"/>
                </a:lnTo>
                <a:lnTo>
                  <a:pt x="75962" y="522243"/>
                </a:lnTo>
                <a:lnTo>
                  <a:pt x="75962" y="503252"/>
                </a:lnTo>
                <a:lnTo>
                  <a:pt x="28486" y="503252"/>
                </a:lnTo>
                <a:lnTo>
                  <a:pt x="75962" y="503252"/>
                </a:lnTo>
                <a:lnTo>
                  <a:pt x="75962" y="484262"/>
                </a:lnTo>
                <a:lnTo>
                  <a:pt x="28486" y="484262"/>
                </a:lnTo>
                <a:lnTo>
                  <a:pt x="75962" y="484262"/>
                </a:lnTo>
                <a:lnTo>
                  <a:pt x="75962" y="465271"/>
                </a:lnTo>
                <a:lnTo>
                  <a:pt x="0" y="465271"/>
                </a:lnTo>
                <a:lnTo>
                  <a:pt x="75962" y="465271"/>
                </a:lnTo>
                <a:lnTo>
                  <a:pt x="75962" y="446280"/>
                </a:lnTo>
                <a:lnTo>
                  <a:pt x="28486" y="446280"/>
                </a:lnTo>
                <a:lnTo>
                  <a:pt x="75962" y="446280"/>
                </a:lnTo>
                <a:lnTo>
                  <a:pt x="75962" y="427289"/>
                </a:lnTo>
                <a:lnTo>
                  <a:pt x="28486" y="427289"/>
                </a:lnTo>
                <a:lnTo>
                  <a:pt x="75962" y="427289"/>
                </a:lnTo>
                <a:lnTo>
                  <a:pt x="75962" y="408299"/>
                </a:lnTo>
                <a:lnTo>
                  <a:pt x="28486" y="408299"/>
                </a:lnTo>
                <a:lnTo>
                  <a:pt x="75962" y="408299"/>
                </a:lnTo>
                <a:lnTo>
                  <a:pt x="75962" y="389308"/>
                </a:lnTo>
                <a:lnTo>
                  <a:pt x="28486" y="389308"/>
                </a:lnTo>
                <a:lnTo>
                  <a:pt x="75962" y="389308"/>
                </a:lnTo>
                <a:lnTo>
                  <a:pt x="75962" y="370318"/>
                </a:lnTo>
                <a:lnTo>
                  <a:pt x="0" y="370318"/>
                </a:lnTo>
                <a:lnTo>
                  <a:pt x="75962" y="370318"/>
                </a:lnTo>
                <a:lnTo>
                  <a:pt x="75962" y="351327"/>
                </a:lnTo>
                <a:lnTo>
                  <a:pt x="28486" y="351327"/>
                </a:lnTo>
                <a:lnTo>
                  <a:pt x="75962" y="351327"/>
                </a:lnTo>
                <a:lnTo>
                  <a:pt x="75962" y="332336"/>
                </a:lnTo>
                <a:lnTo>
                  <a:pt x="28486" y="332336"/>
                </a:lnTo>
                <a:lnTo>
                  <a:pt x="75962" y="332336"/>
                </a:lnTo>
                <a:lnTo>
                  <a:pt x="75962" y="313346"/>
                </a:lnTo>
                <a:lnTo>
                  <a:pt x="28486" y="313346"/>
                </a:lnTo>
                <a:lnTo>
                  <a:pt x="75962" y="313346"/>
                </a:lnTo>
                <a:lnTo>
                  <a:pt x="75962" y="294355"/>
                </a:lnTo>
                <a:lnTo>
                  <a:pt x="28486" y="294355"/>
                </a:lnTo>
                <a:lnTo>
                  <a:pt x="75962" y="294355"/>
                </a:lnTo>
                <a:lnTo>
                  <a:pt x="75962" y="275364"/>
                </a:lnTo>
                <a:lnTo>
                  <a:pt x="0" y="275364"/>
                </a:lnTo>
                <a:lnTo>
                  <a:pt x="75962" y="275364"/>
                </a:lnTo>
                <a:lnTo>
                  <a:pt x="75962" y="256373"/>
                </a:lnTo>
                <a:lnTo>
                  <a:pt x="28486" y="256373"/>
                </a:lnTo>
                <a:lnTo>
                  <a:pt x="75962" y="256373"/>
                </a:lnTo>
                <a:lnTo>
                  <a:pt x="75962" y="237383"/>
                </a:lnTo>
                <a:lnTo>
                  <a:pt x="28486" y="237383"/>
                </a:lnTo>
                <a:lnTo>
                  <a:pt x="75962" y="237383"/>
                </a:lnTo>
                <a:lnTo>
                  <a:pt x="75962" y="218392"/>
                </a:lnTo>
                <a:lnTo>
                  <a:pt x="28486" y="218392"/>
                </a:lnTo>
                <a:lnTo>
                  <a:pt x="75962" y="218392"/>
                </a:lnTo>
                <a:lnTo>
                  <a:pt x="75962" y="199402"/>
                </a:lnTo>
                <a:lnTo>
                  <a:pt x="28486" y="199402"/>
                </a:lnTo>
                <a:lnTo>
                  <a:pt x="75962" y="199402"/>
                </a:lnTo>
                <a:lnTo>
                  <a:pt x="75962" y="180411"/>
                </a:lnTo>
                <a:lnTo>
                  <a:pt x="0" y="180411"/>
                </a:lnTo>
                <a:lnTo>
                  <a:pt x="75962" y="180411"/>
                </a:lnTo>
                <a:lnTo>
                  <a:pt x="75962" y="161420"/>
                </a:lnTo>
                <a:lnTo>
                  <a:pt x="28486" y="161420"/>
                </a:lnTo>
                <a:lnTo>
                  <a:pt x="75962" y="161420"/>
                </a:lnTo>
                <a:lnTo>
                  <a:pt x="75962" y="142430"/>
                </a:lnTo>
                <a:lnTo>
                  <a:pt x="28486" y="142430"/>
                </a:lnTo>
                <a:lnTo>
                  <a:pt x="75962" y="142430"/>
                </a:lnTo>
                <a:lnTo>
                  <a:pt x="75962" y="123439"/>
                </a:lnTo>
                <a:lnTo>
                  <a:pt x="28486" y="123439"/>
                </a:lnTo>
                <a:lnTo>
                  <a:pt x="75962" y="123439"/>
                </a:lnTo>
                <a:lnTo>
                  <a:pt x="75962" y="104448"/>
                </a:lnTo>
                <a:lnTo>
                  <a:pt x="28486" y="104448"/>
                </a:lnTo>
                <a:lnTo>
                  <a:pt x="75962" y="104448"/>
                </a:lnTo>
                <a:lnTo>
                  <a:pt x="75962" y="85458"/>
                </a:lnTo>
                <a:lnTo>
                  <a:pt x="0" y="85458"/>
                </a:lnTo>
                <a:lnTo>
                  <a:pt x="75962" y="85458"/>
                </a:lnTo>
                <a:lnTo>
                  <a:pt x="75962" y="66467"/>
                </a:lnTo>
                <a:lnTo>
                  <a:pt x="28486" y="66467"/>
                </a:lnTo>
                <a:lnTo>
                  <a:pt x="75962" y="66467"/>
                </a:lnTo>
                <a:lnTo>
                  <a:pt x="75962" y="47476"/>
                </a:lnTo>
                <a:lnTo>
                  <a:pt x="28486" y="47476"/>
                </a:lnTo>
                <a:lnTo>
                  <a:pt x="75962" y="47476"/>
                </a:lnTo>
                <a:lnTo>
                  <a:pt x="75962" y="28486"/>
                </a:lnTo>
                <a:lnTo>
                  <a:pt x="28486" y="28486"/>
                </a:lnTo>
                <a:lnTo>
                  <a:pt x="75962" y="28486"/>
                </a:lnTo>
                <a:lnTo>
                  <a:pt x="75962" y="9495"/>
                </a:lnTo>
                <a:lnTo>
                  <a:pt x="28486" y="9495"/>
                </a:lnTo>
                <a:lnTo>
                  <a:pt x="75962" y="9495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60AE206-B498-0671-7AA3-868887689BB7}"/>
              </a:ext>
            </a:extLst>
          </p:cNvPr>
          <p:cNvSpPr txBox="1"/>
          <p:nvPr/>
        </p:nvSpPr>
        <p:spPr>
          <a:xfrm>
            <a:off x="891253" y="3177018"/>
            <a:ext cx="353943" cy="539571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</a:t>
            </a: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054A494E-58B8-C5A1-2DDC-8BBE4502AD06}"/>
              </a:ext>
            </a:extLst>
          </p:cNvPr>
          <p:cNvSpPr/>
          <p:nvPr/>
        </p:nvSpPr>
        <p:spPr bwMode="auto">
          <a:xfrm>
            <a:off x="11251963" y="3010019"/>
            <a:ext cx="1" cy="759627"/>
          </a:xfrm>
          <a:custGeom>
            <a:avLst/>
            <a:gdLst/>
            <a:ahLst/>
            <a:cxnLst/>
            <a:rect l="0" t="0" r="0" b="0"/>
            <a:pathLst>
              <a:path w="1" h="759627">
                <a:moveTo>
                  <a:pt x="0" y="0"/>
                </a:moveTo>
                <a:lnTo>
                  <a:pt x="0" y="759626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A90BD7F9-BD6D-7050-06C6-DBFBB55E0A23}"/>
              </a:ext>
            </a:extLst>
          </p:cNvPr>
          <p:cNvSpPr/>
          <p:nvPr/>
        </p:nvSpPr>
        <p:spPr bwMode="auto">
          <a:xfrm>
            <a:off x="1557234" y="3123963"/>
            <a:ext cx="9656748" cy="417795"/>
          </a:xfrm>
          <a:custGeom>
            <a:avLst/>
            <a:gdLst/>
            <a:ahLst/>
            <a:cxnLst/>
            <a:rect l="0" t="0" r="0" b="0"/>
            <a:pathLst>
              <a:path w="9656748" h="417795">
                <a:moveTo>
                  <a:pt x="0" y="227887"/>
                </a:moveTo>
                <a:lnTo>
                  <a:pt x="47476" y="341831"/>
                </a:lnTo>
                <a:lnTo>
                  <a:pt x="85458" y="208897"/>
                </a:lnTo>
                <a:lnTo>
                  <a:pt x="132934" y="56972"/>
                </a:lnTo>
                <a:lnTo>
                  <a:pt x="170916" y="379813"/>
                </a:lnTo>
                <a:lnTo>
                  <a:pt x="208897" y="132934"/>
                </a:lnTo>
                <a:lnTo>
                  <a:pt x="256374" y="94953"/>
                </a:lnTo>
                <a:lnTo>
                  <a:pt x="294355" y="113944"/>
                </a:lnTo>
                <a:lnTo>
                  <a:pt x="341831" y="265869"/>
                </a:lnTo>
                <a:lnTo>
                  <a:pt x="379813" y="246878"/>
                </a:lnTo>
                <a:lnTo>
                  <a:pt x="427289" y="189906"/>
                </a:lnTo>
                <a:lnTo>
                  <a:pt x="465271" y="189906"/>
                </a:lnTo>
                <a:lnTo>
                  <a:pt x="512747" y="208897"/>
                </a:lnTo>
                <a:lnTo>
                  <a:pt x="550729" y="246878"/>
                </a:lnTo>
                <a:lnTo>
                  <a:pt x="588710" y="284860"/>
                </a:lnTo>
                <a:lnTo>
                  <a:pt x="636187" y="75962"/>
                </a:lnTo>
                <a:lnTo>
                  <a:pt x="674168" y="208897"/>
                </a:lnTo>
                <a:lnTo>
                  <a:pt x="721645" y="151925"/>
                </a:lnTo>
                <a:lnTo>
                  <a:pt x="759626" y="94953"/>
                </a:lnTo>
                <a:lnTo>
                  <a:pt x="807102" y="94953"/>
                </a:lnTo>
                <a:lnTo>
                  <a:pt x="845084" y="132934"/>
                </a:lnTo>
                <a:lnTo>
                  <a:pt x="883065" y="227887"/>
                </a:lnTo>
                <a:lnTo>
                  <a:pt x="930542" y="75962"/>
                </a:lnTo>
                <a:lnTo>
                  <a:pt x="968523" y="170916"/>
                </a:lnTo>
                <a:lnTo>
                  <a:pt x="1016000" y="284860"/>
                </a:lnTo>
                <a:lnTo>
                  <a:pt x="1053981" y="284860"/>
                </a:lnTo>
                <a:lnTo>
                  <a:pt x="1101458" y="151925"/>
                </a:lnTo>
                <a:lnTo>
                  <a:pt x="1139439" y="379813"/>
                </a:lnTo>
                <a:lnTo>
                  <a:pt x="1186916" y="360822"/>
                </a:lnTo>
                <a:lnTo>
                  <a:pt x="1224897" y="151925"/>
                </a:lnTo>
                <a:lnTo>
                  <a:pt x="1262878" y="303850"/>
                </a:lnTo>
                <a:lnTo>
                  <a:pt x="1310355" y="94953"/>
                </a:lnTo>
                <a:lnTo>
                  <a:pt x="1348336" y="94953"/>
                </a:lnTo>
                <a:lnTo>
                  <a:pt x="1395813" y="227887"/>
                </a:lnTo>
                <a:lnTo>
                  <a:pt x="1433794" y="322841"/>
                </a:lnTo>
                <a:lnTo>
                  <a:pt x="1481271" y="94953"/>
                </a:lnTo>
                <a:lnTo>
                  <a:pt x="1519252" y="284860"/>
                </a:lnTo>
                <a:lnTo>
                  <a:pt x="1557233" y="265869"/>
                </a:lnTo>
                <a:lnTo>
                  <a:pt x="1604710" y="170916"/>
                </a:lnTo>
                <a:lnTo>
                  <a:pt x="1642691" y="417794"/>
                </a:lnTo>
                <a:lnTo>
                  <a:pt x="1690168" y="189906"/>
                </a:lnTo>
                <a:lnTo>
                  <a:pt x="1728149" y="151925"/>
                </a:lnTo>
                <a:lnTo>
                  <a:pt x="1775626" y="208897"/>
                </a:lnTo>
                <a:lnTo>
                  <a:pt x="1813607" y="208897"/>
                </a:lnTo>
                <a:lnTo>
                  <a:pt x="1861084" y="265869"/>
                </a:lnTo>
                <a:lnTo>
                  <a:pt x="1899065" y="151925"/>
                </a:lnTo>
                <a:lnTo>
                  <a:pt x="1937047" y="246878"/>
                </a:lnTo>
                <a:lnTo>
                  <a:pt x="1984523" y="246878"/>
                </a:lnTo>
                <a:lnTo>
                  <a:pt x="2022504" y="56972"/>
                </a:lnTo>
                <a:lnTo>
                  <a:pt x="2069981" y="246878"/>
                </a:lnTo>
                <a:lnTo>
                  <a:pt x="2107962" y="94953"/>
                </a:lnTo>
                <a:lnTo>
                  <a:pt x="2155439" y="303850"/>
                </a:lnTo>
                <a:lnTo>
                  <a:pt x="2193420" y="303850"/>
                </a:lnTo>
                <a:lnTo>
                  <a:pt x="2231401" y="170916"/>
                </a:lnTo>
                <a:lnTo>
                  <a:pt x="2278878" y="132934"/>
                </a:lnTo>
                <a:lnTo>
                  <a:pt x="2316859" y="360822"/>
                </a:lnTo>
                <a:lnTo>
                  <a:pt x="2364336" y="227887"/>
                </a:lnTo>
                <a:lnTo>
                  <a:pt x="2402317" y="208897"/>
                </a:lnTo>
                <a:lnTo>
                  <a:pt x="2449794" y="227887"/>
                </a:lnTo>
                <a:lnTo>
                  <a:pt x="2487775" y="170916"/>
                </a:lnTo>
                <a:lnTo>
                  <a:pt x="2535252" y="398803"/>
                </a:lnTo>
                <a:lnTo>
                  <a:pt x="2573233" y="189906"/>
                </a:lnTo>
                <a:lnTo>
                  <a:pt x="2611215" y="113944"/>
                </a:lnTo>
                <a:lnTo>
                  <a:pt x="2658691" y="189906"/>
                </a:lnTo>
                <a:lnTo>
                  <a:pt x="2696673" y="265869"/>
                </a:lnTo>
                <a:lnTo>
                  <a:pt x="2744149" y="170916"/>
                </a:lnTo>
                <a:lnTo>
                  <a:pt x="2782131" y="170916"/>
                </a:lnTo>
                <a:lnTo>
                  <a:pt x="2829607" y="208897"/>
                </a:lnTo>
                <a:lnTo>
                  <a:pt x="2867589" y="398803"/>
                </a:lnTo>
                <a:lnTo>
                  <a:pt x="2915065" y="265869"/>
                </a:lnTo>
                <a:lnTo>
                  <a:pt x="2953047" y="113944"/>
                </a:lnTo>
                <a:lnTo>
                  <a:pt x="2991028" y="151925"/>
                </a:lnTo>
                <a:lnTo>
                  <a:pt x="3038504" y="189906"/>
                </a:lnTo>
                <a:lnTo>
                  <a:pt x="3076486" y="151925"/>
                </a:lnTo>
                <a:lnTo>
                  <a:pt x="3123962" y="284860"/>
                </a:lnTo>
                <a:lnTo>
                  <a:pt x="3161944" y="37981"/>
                </a:lnTo>
                <a:lnTo>
                  <a:pt x="3209420" y="265869"/>
                </a:lnTo>
                <a:lnTo>
                  <a:pt x="3247401" y="246878"/>
                </a:lnTo>
                <a:lnTo>
                  <a:pt x="3285383" y="208897"/>
                </a:lnTo>
                <a:lnTo>
                  <a:pt x="3332859" y="75962"/>
                </a:lnTo>
                <a:lnTo>
                  <a:pt x="3370841" y="18990"/>
                </a:lnTo>
                <a:lnTo>
                  <a:pt x="3418317" y="94953"/>
                </a:lnTo>
                <a:lnTo>
                  <a:pt x="3456299" y="208897"/>
                </a:lnTo>
                <a:lnTo>
                  <a:pt x="3503775" y="227887"/>
                </a:lnTo>
                <a:lnTo>
                  <a:pt x="3541757" y="132934"/>
                </a:lnTo>
                <a:lnTo>
                  <a:pt x="3589233" y="322841"/>
                </a:lnTo>
                <a:lnTo>
                  <a:pt x="3627215" y="208897"/>
                </a:lnTo>
                <a:lnTo>
                  <a:pt x="3665196" y="189906"/>
                </a:lnTo>
                <a:lnTo>
                  <a:pt x="3712673" y="246878"/>
                </a:lnTo>
                <a:lnTo>
                  <a:pt x="3750654" y="322841"/>
                </a:lnTo>
                <a:lnTo>
                  <a:pt x="3798131" y="56972"/>
                </a:lnTo>
                <a:lnTo>
                  <a:pt x="3836112" y="151925"/>
                </a:lnTo>
                <a:lnTo>
                  <a:pt x="3883589" y="132934"/>
                </a:lnTo>
                <a:lnTo>
                  <a:pt x="3921570" y="170916"/>
                </a:lnTo>
                <a:lnTo>
                  <a:pt x="3959551" y="189906"/>
                </a:lnTo>
                <a:lnTo>
                  <a:pt x="4007028" y="170916"/>
                </a:lnTo>
                <a:lnTo>
                  <a:pt x="4045009" y="151925"/>
                </a:lnTo>
                <a:lnTo>
                  <a:pt x="4092486" y="113944"/>
                </a:lnTo>
                <a:lnTo>
                  <a:pt x="4130467" y="151925"/>
                </a:lnTo>
                <a:lnTo>
                  <a:pt x="4177944" y="265869"/>
                </a:lnTo>
                <a:lnTo>
                  <a:pt x="4215925" y="113944"/>
                </a:lnTo>
                <a:lnTo>
                  <a:pt x="4263402" y="246878"/>
                </a:lnTo>
                <a:lnTo>
                  <a:pt x="4301383" y="265869"/>
                </a:lnTo>
                <a:lnTo>
                  <a:pt x="4339364" y="132934"/>
                </a:lnTo>
                <a:lnTo>
                  <a:pt x="4386841" y="18990"/>
                </a:lnTo>
                <a:lnTo>
                  <a:pt x="4424822" y="75962"/>
                </a:lnTo>
                <a:lnTo>
                  <a:pt x="4472299" y="208897"/>
                </a:lnTo>
                <a:lnTo>
                  <a:pt x="4510280" y="189906"/>
                </a:lnTo>
                <a:lnTo>
                  <a:pt x="4557757" y="341831"/>
                </a:lnTo>
                <a:lnTo>
                  <a:pt x="4595738" y="303850"/>
                </a:lnTo>
                <a:lnTo>
                  <a:pt x="4643215" y="37981"/>
                </a:lnTo>
                <a:lnTo>
                  <a:pt x="4681196" y="303850"/>
                </a:lnTo>
                <a:lnTo>
                  <a:pt x="4719177" y="360822"/>
                </a:lnTo>
                <a:lnTo>
                  <a:pt x="4766654" y="151925"/>
                </a:lnTo>
                <a:lnTo>
                  <a:pt x="4804635" y="360822"/>
                </a:lnTo>
                <a:lnTo>
                  <a:pt x="4852112" y="341831"/>
                </a:lnTo>
                <a:lnTo>
                  <a:pt x="4890093" y="322841"/>
                </a:lnTo>
                <a:lnTo>
                  <a:pt x="4937570" y="265869"/>
                </a:lnTo>
                <a:lnTo>
                  <a:pt x="4975551" y="341831"/>
                </a:lnTo>
                <a:lnTo>
                  <a:pt x="5013532" y="189906"/>
                </a:lnTo>
                <a:lnTo>
                  <a:pt x="5061009" y="227887"/>
                </a:lnTo>
                <a:lnTo>
                  <a:pt x="5098991" y="265869"/>
                </a:lnTo>
                <a:lnTo>
                  <a:pt x="5146467" y="189906"/>
                </a:lnTo>
                <a:lnTo>
                  <a:pt x="5184448" y="322841"/>
                </a:lnTo>
                <a:lnTo>
                  <a:pt x="5231925" y="227887"/>
                </a:lnTo>
                <a:lnTo>
                  <a:pt x="5269907" y="284860"/>
                </a:lnTo>
                <a:lnTo>
                  <a:pt x="5317383" y="227887"/>
                </a:lnTo>
                <a:lnTo>
                  <a:pt x="5355364" y="341831"/>
                </a:lnTo>
                <a:lnTo>
                  <a:pt x="5393346" y="322841"/>
                </a:lnTo>
                <a:lnTo>
                  <a:pt x="5440823" y="246878"/>
                </a:lnTo>
                <a:lnTo>
                  <a:pt x="5478803" y="227887"/>
                </a:lnTo>
                <a:lnTo>
                  <a:pt x="5526280" y="303850"/>
                </a:lnTo>
                <a:lnTo>
                  <a:pt x="5564262" y="227887"/>
                </a:lnTo>
                <a:lnTo>
                  <a:pt x="5611738" y="284860"/>
                </a:lnTo>
                <a:lnTo>
                  <a:pt x="5649719" y="170916"/>
                </a:lnTo>
                <a:lnTo>
                  <a:pt x="5697196" y="341831"/>
                </a:lnTo>
                <a:lnTo>
                  <a:pt x="5735177" y="227887"/>
                </a:lnTo>
                <a:lnTo>
                  <a:pt x="5773159" y="303850"/>
                </a:lnTo>
                <a:lnTo>
                  <a:pt x="5820635" y="208897"/>
                </a:lnTo>
                <a:lnTo>
                  <a:pt x="5858616" y="379813"/>
                </a:lnTo>
                <a:lnTo>
                  <a:pt x="5906093" y="170916"/>
                </a:lnTo>
                <a:lnTo>
                  <a:pt x="5944075" y="341831"/>
                </a:lnTo>
                <a:lnTo>
                  <a:pt x="5991551" y="208897"/>
                </a:lnTo>
                <a:lnTo>
                  <a:pt x="6029532" y="37981"/>
                </a:lnTo>
                <a:lnTo>
                  <a:pt x="6077009" y="322841"/>
                </a:lnTo>
                <a:lnTo>
                  <a:pt x="6114991" y="379813"/>
                </a:lnTo>
                <a:lnTo>
                  <a:pt x="6152972" y="303850"/>
                </a:lnTo>
                <a:lnTo>
                  <a:pt x="6200448" y="56972"/>
                </a:lnTo>
                <a:lnTo>
                  <a:pt x="6238430" y="227887"/>
                </a:lnTo>
                <a:lnTo>
                  <a:pt x="6285907" y="189906"/>
                </a:lnTo>
                <a:lnTo>
                  <a:pt x="6323888" y="75962"/>
                </a:lnTo>
                <a:lnTo>
                  <a:pt x="6371364" y="132934"/>
                </a:lnTo>
                <a:lnTo>
                  <a:pt x="6409346" y="227887"/>
                </a:lnTo>
                <a:lnTo>
                  <a:pt x="6447327" y="246878"/>
                </a:lnTo>
                <a:lnTo>
                  <a:pt x="6494803" y="303850"/>
                </a:lnTo>
                <a:lnTo>
                  <a:pt x="6532785" y="284860"/>
                </a:lnTo>
                <a:lnTo>
                  <a:pt x="6580262" y="170916"/>
                </a:lnTo>
                <a:lnTo>
                  <a:pt x="6618243" y="322841"/>
                </a:lnTo>
                <a:lnTo>
                  <a:pt x="6665719" y="360822"/>
                </a:lnTo>
                <a:lnTo>
                  <a:pt x="6703701" y="265869"/>
                </a:lnTo>
                <a:lnTo>
                  <a:pt x="6751177" y="170916"/>
                </a:lnTo>
                <a:lnTo>
                  <a:pt x="6789159" y="208897"/>
                </a:lnTo>
                <a:lnTo>
                  <a:pt x="6827140" y="208897"/>
                </a:lnTo>
                <a:lnTo>
                  <a:pt x="6874616" y="151925"/>
                </a:lnTo>
                <a:lnTo>
                  <a:pt x="6912598" y="246878"/>
                </a:lnTo>
                <a:lnTo>
                  <a:pt x="6960075" y="113944"/>
                </a:lnTo>
                <a:lnTo>
                  <a:pt x="6998056" y="246878"/>
                </a:lnTo>
                <a:lnTo>
                  <a:pt x="7045532" y="284860"/>
                </a:lnTo>
                <a:lnTo>
                  <a:pt x="7083514" y="227887"/>
                </a:lnTo>
                <a:lnTo>
                  <a:pt x="7130991" y="265869"/>
                </a:lnTo>
                <a:lnTo>
                  <a:pt x="7168972" y="322841"/>
                </a:lnTo>
                <a:lnTo>
                  <a:pt x="7206953" y="341831"/>
                </a:lnTo>
                <a:lnTo>
                  <a:pt x="7254430" y="208897"/>
                </a:lnTo>
                <a:lnTo>
                  <a:pt x="7292411" y="284860"/>
                </a:lnTo>
                <a:lnTo>
                  <a:pt x="7339888" y="75962"/>
                </a:lnTo>
                <a:lnTo>
                  <a:pt x="7377869" y="246878"/>
                </a:lnTo>
                <a:lnTo>
                  <a:pt x="7425346" y="132934"/>
                </a:lnTo>
                <a:lnTo>
                  <a:pt x="7463327" y="303850"/>
                </a:lnTo>
                <a:lnTo>
                  <a:pt x="7510803" y="94953"/>
                </a:lnTo>
                <a:lnTo>
                  <a:pt x="7548785" y="75962"/>
                </a:lnTo>
                <a:lnTo>
                  <a:pt x="7586766" y="246878"/>
                </a:lnTo>
                <a:lnTo>
                  <a:pt x="7634243" y="246878"/>
                </a:lnTo>
                <a:lnTo>
                  <a:pt x="7672224" y="379813"/>
                </a:lnTo>
                <a:lnTo>
                  <a:pt x="7719701" y="322841"/>
                </a:lnTo>
                <a:lnTo>
                  <a:pt x="7757682" y="151925"/>
                </a:lnTo>
                <a:lnTo>
                  <a:pt x="7805159" y="132934"/>
                </a:lnTo>
                <a:lnTo>
                  <a:pt x="7843140" y="284860"/>
                </a:lnTo>
                <a:lnTo>
                  <a:pt x="7881122" y="170916"/>
                </a:lnTo>
                <a:lnTo>
                  <a:pt x="7928598" y="170916"/>
                </a:lnTo>
                <a:lnTo>
                  <a:pt x="7966579" y="189906"/>
                </a:lnTo>
                <a:lnTo>
                  <a:pt x="8014056" y="246878"/>
                </a:lnTo>
                <a:lnTo>
                  <a:pt x="8052038" y="208897"/>
                </a:lnTo>
                <a:lnTo>
                  <a:pt x="8099514" y="284860"/>
                </a:lnTo>
                <a:lnTo>
                  <a:pt x="8137495" y="265869"/>
                </a:lnTo>
                <a:lnTo>
                  <a:pt x="8184972" y="151925"/>
                </a:lnTo>
                <a:lnTo>
                  <a:pt x="8222953" y="341831"/>
                </a:lnTo>
                <a:lnTo>
                  <a:pt x="8260934" y="113944"/>
                </a:lnTo>
                <a:lnTo>
                  <a:pt x="8308411" y="227887"/>
                </a:lnTo>
                <a:lnTo>
                  <a:pt x="8346393" y="322841"/>
                </a:lnTo>
                <a:lnTo>
                  <a:pt x="8393869" y="284860"/>
                </a:lnTo>
                <a:lnTo>
                  <a:pt x="8431850" y="113944"/>
                </a:lnTo>
                <a:lnTo>
                  <a:pt x="8479327" y="151925"/>
                </a:lnTo>
                <a:lnTo>
                  <a:pt x="8517308" y="246878"/>
                </a:lnTo>
                <a:lnTo>
                  <a:pt x="8564785" y="341831"/>
                </a:lnTo>
                <a:lnTo>
                  <a:pt x="8602766" y="246878"/>
                </a:lnTo>
                <a:lnTo>
                  <a:pt x="8640747" y="227887"/>
                </a:lnTo>
                <a:lnTo>
                  <a:pt x="8688224" y="208897"/>
                </a:lnTo>
                <a:lnTo>
                  <a:pt x="8726206" y="398803"/>
                </a:lnTo>
                <a:lnTo>
                  <a:pt x="8773682" y="265869"/>
                </a:lnTo>
                <a:lnTo>
                  <a:pt x="8811663" y="132934"/>
                </a:lnTo>
                <a:lnTo>
                  <a:pt x="8859140" y="303850"/>
                </a:lnTo>
                <a:lnTo>
                  <a:pt x="8897122" y="341831"/>
                </a:lnTo>
                <a:lnTo>
                  <a:pt x="8944598" y="208897"/>
                </a:lnTo>
                <a:lnTo>
                  <a:pt x="8982579" y="132934"/>
                </a:lnTo>
                <a:lnTo>
                  <a:pt x="9020561" y="37981"/>
                </a:lnTo>
                <a:lnTo>
                  <a:pt x="9068038" y="170916"/>
                </a:lnTo>
                <a:lnTo>
                  <a:pt x="9106018" y="75962"/>
                </a:lnTo>
                <a:lnTo>
                  <a:pt x="9153495" y="303850"/>
                </a:lnTo>
                <a:lnTo>
                  <a:pt x="9191477" y="151925"/>
                </a:lnTo>
                <a:lnTo>
                  <a:pt x="9238954" y="37981"/>
                </a:lnTo>
                <a:lnTo>
                  <a:pt x="9276934" y="113944"/>
                </a:lnTo>
                <a:lnTo>
                  <a:pt x="9324411" y="132934"/>
                </a:lnTo>
                <a:lnTo>
                  <a:pt x="9362393" y="132934"/>
                </a:lnTo>
                <a:lnTo>
                  <a:pt x="9400374" y="246878"/>
                </a:lnTo>
                <a:lnTo>
                  <a:pt x="9447850" y="37981"/>
                </a:lnTo>
                <a:lnTo>
                  <a:pt x="9485831" y="170916"/>
                </a:lnTo>
                <a:lnTo>
                  <a:pt x="9533308" y="56972"/>
                </a:lnTo>
                <a:lnTo>
                  <a:pt x="9571290" y="18990"/>
                </a:lnTo>
                <a:lnTo>
                  <a:pt x="9618766" y="18990"/>
                </a:lnTo>
                <a:lnTo>
                  <a:pt x="9656747" y="0"/>
                </a:lnTo>
              </a:path>
            </a:pathLst>
          </a:custGeom>
          <a:noFill/>
          <a:ln w="12700" cap="flat" cmpd="sng" algn="ctr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65962C7-3936-6213-8BFE-C854D80C14A3}"/>
              </a:ext>
            </a:extLst>
          </p:cNvPr>
          <p:cNvSpPr txBox="1"/>
          <p:nvPr/>
        </p:nvSpPr>
        <p:spPr>
          <a:xfrm>
            <a:off x="1452785" y="2893048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*2 Sep 25- 1-0.1- NPs-400 um-negative-after 20 s sputtering-002.tdc - Ions 400µm 43763782 cts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537E137-7F3E-5F1D-FD8D-FA62D4FBDC11}"/>
              </a:ext>
            </a:extLst>
          </p:cNvPr>
          <p:cNvSpPr txBox="1"/>
          <p:nvPr/>
        </p:nvSpPr>
        <p:spPr>
          <a:xfrm>
            <a:off x="1336722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0BC2259-5585-18C6-81B3-C32C5E8BE041}"/>
              </a:ext>
            </a:extLst>
          </p:cNvPr>
          <p:cNvSpPr txBox="1"/>
          <p:nvPr/>
        </p:nvSpPr>
        <p:spPr>
          <a:xfrm>
            <a:off x="3758030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90.5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2773296-CECB-98A6-CBC1-97FDB441E678}"/>
              </a:ext>
            </a:extLst>
          </p:cNvPr>
          <p:cNvSpPr txBox="1"/>
          <p:nvPr/>
        </p:nvSpPr>
        <p:spPr>
          <a:xfrm>
            <a:off x="6179339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672EE78-1A9F-8DF3-2E09-163FB7F90BBE}"/>
              </a:ext>
            </a:extLst>
          </p:cNvPr>
          <p:cNvSpPr txBox="1"/>
          <p:nvPr/>
        </p:nvSpPr>
        <p:spPr>
          <a:xfrm>
            <a:off x="8610143" y="5231925"/>
            <a:ext cx="431528" cy="200055"/>
          </a:xfrm>
          <a:prstGeom prst="rect">
            <a:avLst/>
          </a:prstGeom>
          <a:noFill/>
        </p:spPr>
        <p:txBody>
          <a:bodyPr vert="horz" wrap="none" t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91.5</a:t>
            </a:r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B1DE2B29-1E08-C1F3-B6E1-6DF203B9998F}"/>
              </a:ext>
            </a:extLst>
          </p:cNvPr>
          <p:cNvSpPr/>
          <p:nvPr/>
        </p:nvSpPr>
        <p:spPr bwMode="auto">
          <a:xfrm>
            <a:off x="1547738" y="5146467"/>
            <a:ext cx="9713721" cy="75964"/>
          </a:xfrm>
          <a:custGeom>
            <a:avLst/>
            <a:gdLst/>
            <a:ahLst/>
            <a:cxnLst/>
            <a:rect l="0" t="0" r="0" b="0"/>
            <a:pathLst>
              <a:path w="9713721" h="75964">
                <a:moveTo>
                  <a:pt x="0" y="0"/>
                </a:moveTo>
                <a:lnTo>
                  <a:pt x="9713720" y="0"/>
                </a:lnTo>
                <a:lnTo>
                  <a:pt x="0" y="0"/>
                </a:lnTo>
                <a:lnTo>
                  <a:pt x="0" y="75963"/>
                </a:lnTo>
                <a:lnTo>
                  <a:pt x="0" y="0"/>
                </a:lnTo>
                <a:lnTo>
                  <a:pt x="484262" y="0"/>
                </a:lnTo>
                <a:lnTo>
                  <a:pt x="484262" y="47477"/>
                </a:lnTo>
                <a:lnTo>
                  <a:pt x="484262" y="0"/>
                </a:lnTo>
                <a:lnTo>
                  <a:pt x="968524" y="0"/>
                </a:lnTo>
                <a:lnTo>
                  <a:pt x="968524" y="47477"/>
                </a:lnTo>
                <a:lnTo>
                  <a:pt x="968524" y="0"/>
                </a:lnTo>
                <a:lnTo>
                  <a:pt x="1452785" y="0"/>
                </a:lnTo>
                <a:lnTo>
                  <a:pt x="1452785" y="47477"/>
                </a:lnTo>
                <a:lnTo>
                  <a:pt x="1452785" y="0"/>
                </a:lnTo>
                <a:lnTo>
                  <a:pt x="1937047" y="0"/>
                </a:lnTo>
                <a:lnTo>
                  <a:pt x="1937047" y="47477"/>
                </a:lnTo>
                <a:lnTo>
                  <a:pt x="1937047" y="0"/>
                </a:lnTo>
                <a:lnTo>
                  <a:pt x="2421309" y="0"/>
                </a:lnTo>
                <a:lnTo>
                  <a:pt x="2421309" y="75963"/>
                </a:lnTo>
                <a:lnTo>
                  <a:pt x="2421309" y="0"/>
                </a:lnTo>
                <a:lnTo>
                  <a:pt x="2905570" y="0"/>
                </a:lnTo>
                <a:lnTo>
                  <a:pt x="2905570" y="47477"/>
                </a:lnTo>
                <a:lnTo>
                  <a:pt x="2905570" y="0"/>
                </a:lnTo>
                <a:lnTo>
                  <a:pt x="3389832" y="0"/>
                </a:lnTo>
                <a:lnTo>
                  <a:pt x="3389832" y="47477"/>
                </a:lnTo>
                <a:lnTo>
                  <a:pt x="3389832" y="0"/>
                </a:lnTo>
                <a:lnTo>
                  <a:pt x="3874094" y="0"/>
                </a:lnTo>
                <a:lnTo>
                  <a:pt x="3874094" y="47477"/>
                </a:lnTo>
                <a:lnTo>
                  <a:pt x="3874094" y="0"/>
                </a:lnTo>
                <a:lnTo>
                  <a:pt x="4358356" y="0"/>
                </a:lnTo>
                <a:lnTo>
                  <a:pt x="4358356" y="47477"/>
                </a:lnTo>
                <a:lnTo>
                  <a:pt x="4358356" y="0"/>
                </a:lnTo>
                <a:lnTo>
                  <a:pt x="4842617" y="0"/>
                </a:lnTo>
                <a:lnTo>
                  <a:pt x="4842617" y="75963"/>
                </a:lnTo>
                <a:lnTo>
                  <a:pt x="4842617" y="0"/>
                </a:lnTo>
                <a:lnTo>
                  <a:pt x="5336374" y="0"/>
                </a:lnTo>
                <a:lnTo>
                  <a:pt x="5336374" y="47477"/>
                </a:lnTo>
                <a:lnTo>
                  <a:pt x="5336374" y="0"/>
                </a:lnTo>
                <a:lnTo>
                  <a:pt x="5820636" y="0"/>
                </a:lnTo>
                <a:lnTo>
                  <a:pt x="5820636" y="47477"/>
                </a:lnTo>
                <a:lnTo>
                  <a:pt x="5820636" y="0"/>
                </a:lnTo>
                <a:lnTo>
                  <a:pt x="6304897" y="0"/>
                </a:lnTo>
                <a:lnTo>
                  <a:pt x="6304897" y="47477"/>
                </a:lnTo>
                <a:lnTo>
                  <a:pt x="6304897" y="0"/>
                </a:lnTo>
                <a:lnTo>
                  <a:pt x="6789159" y="0"/>
                </a:lnTo>
                <a:lnTo>
                  <a:pt x="6789159" y="47477"/>
                </a:lnTo>
                <a:lnTo>
                  <a:pt x="6789159" y="0"/>
                </a:lnTo>
                <a:lnTo>
                  <a:pt x="7273421" y="0"/>
                </a:lnTo>
                <a:lnTo>
                  <a:pt x="7273421" y="75963"/>
                </a:lnTo>
                <a:lnTo>
                  <a:pt x="7273421" y="0"/>
                </a:lnTo>
                <a:lnTo>
                  <a:pt x="7757682" y="0"/>
                </a:lnTo>
                <a:lnTo>
                  <a:pt x="7757682" y="47477"/>
                </a:lnTo>
                <a:lnTo>
                  <a:pt x="7757682" y="0"/>
                </a:lnTo>
                <a:lnTo>
                  <a:pt x="8241944" y="0"/>
                </a:lnTo>
                <a:lnTo>
                  <a:pt x="8241944" y="47477"/>
                </a:lnTo>
                <a:lnTo>
                  <a:pt x="8241944" y="0"/>
                </a:lnTo>
                <a:lnTo>
                  <a:pt x="8726206" y="0"/>
                </a:lnTo>
                <a:lnTo>
                  <a:pt x="8726206" y="47477"/>
                </a:lnTo>
                <a:lnTo>
                  <a:pt x="8726206" y="0"/>
                </a:lnTo>
                <a:lnTo>
                  <a:pt x="9210468" y="0"/>
                </a:lnTo>
                <a:lnTo>
                  <a:pt x="9210468" y="47477"/>
                </a:lnTo>
                <a:lnTo>
                  <a:pt x="9210468" y="0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FA6375C-D2E9-B109-1CE2-753711E0F2D8}"/>
              </a:ext>
            </a:extLst>
          </p:cNvPr>
          <p:cNvSpPr txBox="1"/>
          <p:nvPr/>
        </p:nvSpPr>
        <p:spPr>
          <a:xfrm>
            <a:off x="5968482" y="5402841"/>
            <a:ext cx="862737" cy="241092"/>
          </a:xfrm>
          <a:prstGeom prst="rect">
            <a:avLst/>
          </a:prstGeom>
          <a:noFill/>
        </p:spPr>
        <p:txBody>
          <a:bodyPr vert="horz" wrap="none" tIns="25400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Mass [m/z]</a:t>
            </a:r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11E4F624-D3AC-272D-61C3-9A6A796CAD71}"/>
              </a:ext>
            </a:extLst>
          </p:cNvPr>
          <p:cNvSpPr/>
          <p:nvPr/>
        </p:nvSpPr>
        <p:spPr bwMode="auto">
          <a:xfrm>
            <a:off x="1547738" y="4396336"/>
            <a:ext cx="9713721" cy="1"/>
          </a:xfrm>
          <a:custGeom>
            <a:avLst/>
            <a:gdLst/>
            <a:ahLst/>
            <a:cxnLst/>
            <a:rect l="0" t="0" r="0" b="0"/>
            <a:pathLst>
              <a:path w="9713721" h="1">
                <a:moveTo>
                  <a:pt x="0" y="0"/>
                </a:moveTo>
                <a:lnTo>
                  <a:pt x="9713720" y="0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084C50A-E301-759B-BF34-07C899038739}"/>
              </a:ext>
            </a:extLst>
          </p:cNvPr>
          <p:cNvSpPr txBox="1"/>
          <p:nvPr/>
        </p:nvSpPr>
        <p:spPr>
          <a:xfrm>
            <a:off x="1299415" y="5028104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CEA02C9-2F1E-7F9A-CC7F-B5F363E4483F}"/>
              </a:ext>
            </a:extLst>
          </p:cNvPr>
          <p:cNvSpPr txBox="1"/>
          <p:nvPr/>
        </p:nvSpPr>
        <p:spPr>
          <a:xfrm>
            <a:off x="1299415" y="4866684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E755269-36A8-B123-76A0-A6ECE13EE085}"/>
              </a:ext>
            </a:extLst>
          </p:cNvPr>
          <p:cNvSpPr txBox="1"/>
          <p:nvPr/>
        </p:nvSpPr>
        <p:spPr>
          <a:xfrm>
            <a:off x="1299415" y="4705264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418ED79-CE3B-AC1F-4ACD-E78BC2543397}"/>
              </a:ext>
            </a:extLst>
          </p:cNvPr>
          <p:cNvSpPr txBox="1"/>
          <p:nvPr/>
        </p:nvSpPr>
        <p:spPr>
          <a:xfrm>
            <a:off x="1299415" y="4543843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97FB13B-6DB0-686E-E680-8E5CFF4E176E}"/>
              </a:ext>
            </a:extLst>
          </p:cNvPr>
          <p:cNvSpPr txBox="1"/>
          <p:nvPr/>
        </p:nvSpPr>
        <p:spPr>
          <a:xfrm>
            <a:off x="1299415" y="4382422"/>
            <a:ext cx="162865" cy="246221"/>
          </a:xfrm>
          <a:prstGeom prst="rect">
            <a:avLst/>
          </a:prstGeom>
          <a:noFill/>
        </p:spPr>
        <p:txBody>
          <a:bodyPr vert="horz" wrap="none" rIns="0" rtlCol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7B84EC69-0835-5C0D-BB53-143CC2BAE7B5}"/>
              </a:ext>
            </a:extLst>
          </p:cNvPr>
          <p:cNvSpPr/>
          <p:nvPr/>
        </p:nvSpPr>
        <p:spPr bwMode="auto">
          <a:xfrm>
            <a:off x="1471776" y="4396336"/>
            <a:ext cx="75963" cy="759628"/>
          </a:xfrm>
          <a:custGeom>
            <a:avLst/>
            <a:gdLst/>
            <a:ahLst/>
            <a:cxnLst/>
            <a:rect l="0" t="0" r="0" b="0"/>
            <a:pathLst>
              <a:path w="75963" h="759628">
                <a:moveTo>
                  <a:pt x="75962" y="0"/>
                </a:moveTo>
                <a:lnTo>
                  <a:pt x="75962" y="759627"/>
                </a:lnTo>
                <a:lnTo>
                  <a:pt x="75962" y="750131"/>
                </a:lnTo>
                <a:lnTo>
                  <a:pt x="0" y="750131"/>
                </a:lnTo>
                <a:lnTo>
                  <a:pt x="75962" y="750131"/>
                </a:lnTo>
                <a:lnTo>
                  <a:pt x="75962" y="712150"/>
                </a:lnTo>
                <a:lnTo>
                  <a:pt x="28486" y="712150"/>
                </a:lnTo>
                <a:lnTo>
                  <a:pt x="75962" y="712150"/>
                </a:lnTo>
                <a:lnTo>
                  <a:pt x="75962" y="683664"/>
                </a:lnTo>
                <a:lnTo>
                  <a:pt x="28486" y="683664"/>
                </a:lnTo>
                <a:lnTo>
                  <a:pt x="75962" y="683664"/>
                </a:lnTo>
                <a:lnTo>
                  <a:pt x="75962" y="645683"/>
                </a:lnTo>
                <a:lnTo>
                  <a:pt x="28486" y="645683"/>
                </a:lnTo>
                <a:lnTo>
                  <a:pt x="75962" y="645683"/>
                </a:lnTo>
                <a:lnTo>
                  <a:pt x="75962" y="617197"/>
                </a:lnTo>
                <a:lnTo>
                  <a:pt x="28486" y="617197"/>
                </a:lnTo>
                <a:lnTo>
                  <a:pt x="75962" y="617197"/>
                </a:lnTo>
                <a:lnTo>
                  <a:pt x="75962" y="588711"/>
                </a:lnTo>
                <a:lnTo>
                  <a:pt x="0" y="588711"/>
                </a:lnTo>
                <a:lnTo>
                  <a:pt x="75962" y="588711"/>
                </a:lnTo>
                <a:lnTo>
                  <a:pt x="75962" y="550729"/>
                </a:lnTo>
                <a:lnTo>
                  <a:pt x="28486" y="550729"/>
                </a:lnTo>
                <a:lnTo>
                  <a:pt x="75962" y="550729"/>
                </a:lnTo>
                <a:lnTo>
                  <a:pt x="75962" y="522244"/>
                </a:lnTo>
                <a:lnTo>
                  <a:pt x="28486" y="522244"/>
                </a:lnTo>
                <a:lnTo>
                  <a:pt x="75962" y="522244"/>
                </a:lnTo>
                <a:lnTo>
                  <a:pt x="75962" y="493757"/>
                </a:lnTo>
                <a:lnTo>
                  <a:pt x="28486" y="493757"/>
                </a:lnTo>
                <a:lnTo>
                  <a:pt x="75962" y="493757"/>
                </a:lnTo>
                <a:lnTo>
                  <a:pt x="75962" y="455776"/>
                </a:lnTo>
                <a:lnTo>
                  <a:pt x="28486" y="455776"/>
                </a:lnTo>
                <a:lnTo>
                  <a:pt x="75962" y="455776"/>
                </a:lnTo>
                <a:lnTo>
                  <a:pt x="75962" y="427290"/>
                </a:lnTo>
                <a:lnTo>
                  <a:pt x="0" y="427290"/>
                </a:lnTo>
                <a:lnTo>
                  <a:pt x="75962" y="427290"/>
                </a:lnTo>
                <a:lnTo>
                  <a:pt x="75962" y="389309"/>
                </a:lnTo>
                <a:lnTo>
                  <a:pt x="28486" y="389309"/>
                </a:lnTo>
                <a:lnTo>
                  <a:pt x="75962" y="389309"/>
                </a:lnTo>
                <a:lnTo>
                  <a:pt x="75962" y="360823"/>
                </a:lnTo>
                <a:lnTo>
                  <a:pt x="28486" y="360823"/>
                </a:lnTo>
                <a:lnTo>
                  <a:pt x="75962" y="360823"/>
                </a:lnTo>
                <a:lnTo>
                  <a:pt x="75962" y="332337"/>
                </a:lnTo>
                <a:lnTo>
                  <a:pt x="28486" y="332337"/>
                </a:lnTo>
                <a:lnTo>
                  <a:pt x="75962" y="332337"/>
                </a:lnTo>
                <a:lnTo>
                  <a:pt x="75962" y="294356"/>
                </a:lnTo>
                <a:lnTo>
                  <a:pt x="28486" y="294356"/>
                </a:lnTo>
                <a:lnTo>
                  <a:pt x="75962" y="294356"/>
                </a:lnTo>
                <a:lnTo>
                  <a:pt x="75962" y="265870"/>
                </a:lnTo>
                <a:lnTo>
                  <a:pt x="0" y="265870"/>
                </a:lnTo>
                <a:lnTo>
                  <a:pt x="75962" y="265870"/>
                </a:lnTo>
                <a:lnTo>
                  <a:pt x="75962" y="237383"/>
                </a:lnTo>
                <a:lnTo>
                  <a:pt x="28486" y="237383"/>
                </a:lnTo>
                <a:lnTo>
                  <a:pt x="75962" y="237383"/>
                </a:lnTo>
                <a:lnTo>
                  <a:pt x="75962" y="199402"/>
                </a:lnTo>
                <a:lnTo>
                  <a:pt x="28486" y="199402"/>
                </a:lnTo>
                <a:lnTo>
                  <a:pt x="75962" y="199402"/>
                </a:lnTo>
                <a:lnTo>
                  <a:pt x="75962" y="170916"/>
                </a:lnTo>
                <a:lnTo>
                  <a:pt x="28486" y="170916"/>
                </a:lnTo>
                <a:lnTo>
                  <a:pt x="75962" y="170916"/>
                </a:lnTo>
                <a:lnTo>
                  <a:pt x="75962" y="142430"/>
                </a:lnTo>
                <a:lnTo>
                  <a:pt x="28486" y="142430"/>
                </a:lnTo>
                <a:lnTo>
                  <a:pt x="75962" y="142430"/>
                </a:lnTo>
                <a:lnTo>
                  <a:pt x="75962" y="104449"/>
                </a:lnTo>
                <a:lnTo>
                  <a:pt x="0" y="104449"/>
                </a:lnTo>
                <a:lnTo>
                  <a:pt x="75962" y="104449"/>
                </a:lnTo>
                <a:lnTo>
                  <a:pt x="75962" y="75963"/>
                </a:lnTo>
                <a:lnTo>
                  <a:pt x="28486" y="75963"/>
                </a:lnTo>
                <a:lnTo>
                  <a:pt x="75962" y="75963"/>
                </a:lnTo>
                <a:lnTo>
                  <a:pt x="75962" y="37982"/>
                </a:lnTo>
                <a:lnTo>
                  <a:pt x="28486" y="37982"/>
                </a:lnTo>
                <a:lnTo>
                  <a:pt x="75962" y="37982"/>
                </a:lnTo>
                <a:lnTo>
                  <a:pt x="75962" y="9496"/>
                </a:lnTo>
                <a:lnTo>
                  <a:pt x="28486" y="9496"/>
                </a:lnTo>
                <a:lnTo>
                  <a:pt x="75962" y="9496"/>
                </a:lnTo>
              </a:path>
            </a:pathLst>
          </a:custGeom>
          <a:noFill/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934405D-B152-7E29-521B-7C807D053DC5}"/>
              </a:ext>
            </a:extLst>
          </p:cNvPr>
          <p:cNvSpPr txBox="1"/>
          <p:nvPr/>
        </p:nvSpPr>
        <p:spPr>
          <a:xfrm>
            <a:off x="891253" y="4418265"/>
            <a:ext cx="353943" cy="8297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Arial" panose="020B0604020202020204" pitchFamily="34" charset="0"/>
              </a:rPr>
              <a:t>Counts/1E4</a:t>
            </a:r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AD4D3076-EF8D-16F3-50C8-528748AA5C9E}"/>
              </a:ext>
            </a:extLst>
          </p:cNvPr>
          <p:cNvSpPr/>
          <p:nvPr/>
        </p:nvSpPr>
        <p:spPr bwMode="auto">
          <a:xfrm>
            <a:off x="11251963" y="4396336"/>
            <a:ext cx="1" cy="759628"/>
          </a:xfrm>
          <a:custGeom>
            <a:avLst/>
            <a:gdLst/>
            <a:ahLst/>
            <a:cxnLst/>
            <a:rect l="0" t="0" r="0" b="0"/>
            <a:pathLst>
              <a:path w="1" h="759628">
                <a:moveTo>
                  <a:pt x="0" y="0"/>
                </a:moveTo>
                <a:lnTo>
                  <a:pt x="0" y="759627"/>
                </a:lnTo>
              </a:path>
            </a:pathLst>
          </a:custGeom>
          <a:solidFill>
            <a:schemeClr val="accent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9AADE7C2-2645-2B6E-A973-E26419024C9E}"/>
              </a:ext>
            </a:extLst>
          </p:cNvPr>
          <p:cNvSpPr/>
          <p:nvPr/>
        </p:nvSpPr>
        <p:spPr bwMode="auto">
          <a:xfrm>
            <a:off x="1547738" y="4510281"/>
            <a:ext cx="9694730" cy="626692"/>
          </a:xfrm>
          <a:custGeom>
            <a:avLst/>
            <a:gdLst/>
            <a:ahLst/>
            <a:cxnLst/>
            <a:rect l="0" t="0" r="0" b="0"/>
            <a:pathLst>
              <a:path w="9694730" h="626692">
                <a:moveTo>
                  <a:pt x="0" y="626691"/>
                </a:moveTo>
                <a:lnTo>
                  <a:pt x="9496" y="626691"/>
                </a:lnTo>
                <a:lnTo>
                  <a:pt x="18991" y="626691"/>
                </a:lnTo>
                <a:lnTo>
                  <a:pt x="28486" y="626691"/>
                </a:lnTo>
                <a:lnTo>
                  <a:pt x="37982" y="626691"/>
                </a:lnTo>
                <a:lnTo>
                  <a:pt x="47477" y="626691"/>
                </a:lnTo>
                <a:lnTo>
                  <a:pt x="56972" y="626691"/>
                </a:lnTo>
                <a:lnTo>
                  <a:pt x="66468" y="626691"/>
                </a:lnTo>
                <a:lnTo>
                  <a:pt x="75963" y="626691"/>
                </a:lnTo>
                <a:lnTo>
                  <a:pt x="85458" y="626691"/>
                </a:lnTo>
                <a:lnTo>
                  <a:pt x="94954" y="626691"/>
                </a:lnTo>
                <a:lnTo>
                  <a:pt x="104449" y="626691"/>
                </a:lnTo>
                <a:lnTo>
                  <a:pt x="113944" y="626691"/>
                </a:lnTo>
                <a:lnTo>
                  <a:pt x="123440" y="626691"/>
                </a:lnTo>
                <a:lnTo>
                  <a:pt x="132935" y="626691"/>
                </a:lnTo>
                <a:lnTo>
                  <a:pt x="142430" y="626691"/>
                </a:lnTo>
                <a:lnTo>
                  <a:pt x="151926" y="626691"/>
                </a:lnTo>
                <a:lnTo>
                  <a:pt x="161421" y="617196"/>
                </a:lnTo>
                <a:lnTo>
                  <a:pt x="170916" y="617196"/>
                </a:lnTo>
                <a:lnTo>
                  <a:pt x="180412" y="617196"/>
                </a:lnTo>
                <a:lnTo>
                  <a:pt x="189907" y="617196"/>
                </a:lnTo>
                <a:lnTo>
                  <a:pt x="199402" y="617196"/>
                </a:lnTo>
                <a:lnTo>
                  <a:pt x="208898" y="617196"/>
                </a:lnTo>
                <a:lnTo>
                  <a:pt x="218393" y="607700"/>
                </a:lnTo>
                <a:lnTo>
                  <a:pt x="227888" y="607700"/>
                </a:lnTo>
                <a:lnTo>
                  <a:pt x="237383" y="607700"/>
                </a:lnTo>
                <a:lnTo>
                  <a:pt x="246879" y="598205"/>
                </a:lnTo>
                <a:lnTo>
                  <a:pt x="256374" y="598205"/>
                </a:lnTo>
                <a:lnTo>
                  <a:pt x="265870" y="598205"/>
                </a:lnTo>
                <a:lnTo>
                  <a:pt x="275365" y="588710"/>
                </a:lnTo>
                <a:lnTo>
                  <a:pt x="284860" y="588710"/>
                </a:lnTo>
                <a:lnTo>
                  <a:pt x="294355" y="588710"/>
                </a:lnTo>
                <a:lnTo>
                  <a:pt x="303851" y="588710"/>
                </a:lnTo>
                <a:lnTo>
                  <a:pt x="313346" y="588710"/>
                </a:lnTo>
                <a:lnTo>
                  <a:pt x="322841" y="579214"/>
                </a:lnTo>
                <a:lnTo>
                  <a:pt x="332337" y="588710"/>
                </a:lnTo>
                <a:lnTo>
                  <a:pt x="341832" y="588710"/>
                </a:lnTo>
                <a:lnTo>
                  <a:pt x="351327" y="588710"/>
                </a:lnTo>
                <a:lnTo>
                  <a:pt x="360823" y="579214"/>
                </a:lnTo>
                <a:lnTo>
                  <a:pt x="370318" y="579214"/>
                </a:lnTo>
                <a:lnTo>
                  <a:pt x="379813" y="579214"/>
                </a:lnTo>
                <a:lnTo>
                  <a:pt x="389309" y="579214"/>
                </a:lnTo>
                <a:lnTo>
                  <a:pt x="398804" y="579214"/>
                </a:lnTo>
                <a:lnTo>
                  <a:pt x="408299" y="579214"/>
                </a:lnTo>
                <a:lnTo>
                  <a:pt x="417795" y="579214"/>
                </a:lnTo>
                <a:lnTo>
                  <a:pt x="427290" y="579214"/>
                </a:lnTo>
                <a:lnTo>
                  <a:pt x="436785" y="579214"/>
                </a:lnTo>
                <a:lnTo>
                  <a:pt x="446281" y="579214"/>
                </a:lnTo>
                <a:lnTo>
                  <a:pt x="455776" y="579214"/>
                </a:lnTo>
                <a:lnTo>
                  <a:pt x="465271" y="579214"/>
                </a:lnTo>
                <a:lnTo>
                  <a:pt x="474767" y="579214"/>
                </a:lnTo>
                <a:lnTo>
                  <a:pt x="484262" y="588710"/>
                </a:lnTo>
                <a:lnTo>
                  <a:pt x="493757" y="588710"/>
                </a:lnTo>
                <a:lnTo>
                  <a:pt x="503253" y="588710"/>
                </a:lnTo>
                <a:lnTo>
                  <a:pt x="512748" y="588710"/>
                </a:lnTo>
                <a:lnTo>
                  <a:pt x="522243" y="598205"/>
                </a:lnTo>
                <a:lnTo>
                  <a:pt x="531739" y="598205"/>
                </a:lnTo>
                <a:lnTo>
                  <a:pt x="541234" y="598205"/>
                </a:lnTo>
                <a:lnTo>
                  <a:pt x="550729" y="598205"/>
                </a:lnTo>
                <a:lnTo>
                  <a:pt x="560225" y="598205"/>
                </a:lnTo>
                <a:lnTo>
                  <a:pt x="569720" y="598205"/>
                </a:lnTo>
                <a:lnTo>
                  <a:pt x="579215" y="598205"/>
                </a:lnTo>
                <a:lnTo>
                  <a:pt x="588711" y="598205"/>
                </a:lnTo>
                <a:lnTo>
                  <a:pt x="598206" y="598205"/>
                </a:lnTo>
                <a:lnTo>
                  <a:pt x="607701" y="598205"/>
                </a:lnTo>
                <a:lnTo>
                  <a:pt x="617197" y="607700"/>
                </a:lnTo>
                <a:lnTo>
                  <a:pt x="626692" y="607700"/>
                </a:lnTo>
                <a:lnTo>
                  <a:pt x="636187" y="607700"/>
                </a:lnTo>
                <a:lnTo>
                  <a:pt x="645683" y="607700"/>
                </a:lnTo>
                <a:lnTo>
                  <a:pt x="655178" y="607700"/>
                </a:lnTo>
                <a:lnTo>
                  <a:pt x="664673" y="617196"/>
                </a:lnTo>
                <a:lnTo>
                  <a:pt x="674169" y="617196"/>
                </a:lnTo>
                <a:lnTo>
                  <a:pt x="683664" y="617196"/>
                </a:lnTo>
                <a:lnTo>
                  <a:pt x="693159" y="617196"/>
                </a:lnTo>
                <a:lnTo>
                  <a:pt x="702654" y="617196"/>
                </a:lnTo>
                <a:lnTo>
                  <a:pt x="712150" y="617196"/>
                </a:lnTo>
                <a:lnTo>
                  <a:pt x="721645" y="617196"/>
                </a:lnTo>
                <a:lnTo>
                  <a:pt x="731141" y="617196"/>
                </a:lnTo>
                <a:lnTo>
                  <a:pt x="740636" y="617196"/>
                </a:lnTo>
                <a:lnTo>
                  <a:pt x="750131" y="617196"/>
                </a:lnTo>
                <a:lnTo>
                  <a:pt x="759627" y="617196"/>
                </a:lnTo>
                <a:lnTo>
                  <a:pt x="769122" y="617196"/>
                </a:lnTo>
                <a:lnTo>
                  <a:pt x="778617" y="617196"/>
                </a:lnTo>
                <a:lnTo>
                  <a:pt x="788112" y="626691"/>
                </a:lnTo>
                <a:lnTo>
                  <a:pt x="797608" y="617196"/>
                </a:lnTo>
                <a:lnTo>
                  <a:pt x="807103" y="626691"/>
                </a:lnTo>
                <a:lnTo>
                  <a:pt x="816598" y="626691"/>
                </a:lnTo>
                <a:lnTo>
                  <a:pt x="826094" y="626691"/>
                </a:lnTo>
                <a:lnTo>
                  <a:pt x="835589" y="626691"/>
                </a:lnTo>
                <a:lnTo>
                  <a:pt x="845084" y="626691"/>
                </a:lnTo>
                <a:lnTo>
                  <a:pt x="854580" y="626691"/>
                </a:lnTo>
                <a:lnTo>
                  <a:pt x="864075" y="626691"/>
                </a:lnTo>
                <a:lnTo>
                  <a:pt x="873570" y="626691"/>
                </a:lnTo>
                <a:lnTo>
                  <a:pt x="883066" y="626691"/>
                </a:lnTo>
                <a:lnTo>
                  <a:pt x="892561" y="626691"/>
                </a:lnTo>
                <a:lnTo>
                  <a:pt x="902056" y="626691"/>
                </a:lnTo>
                <a:lnTo>
                  <a:pt x="911552" y="626691"/>
                </a:lnTo>
                <a:lnTo>
                  <a:pt x="921047" y="626691"/>
                </a:lnTo>
                <a:lnTo>
                  <a:pt x="930542" y="626691"/>
                </a:lnTo>
                <a:lnTo>
                  <a:pt x="940038" y="626691"/>
                </a:lnTo>
                <a:lnTo>
                  <a:pt x="949533" y="626691"/>
                </a:lnTo>
                <a:lnTo>
                  <a:pt x="959028" y="626691"/>
                </a:lnTo>
                <a:lnTo>
                  <a:pt x="968524" y="626691"/>
                </a:lnTo>
                <a:lnTo>
                  <a:pt x="978019" y="626691"/>
                </a:lnTo>
                <a:lnTo>
                  <a:pt x="987514" y="626691"/>
                </a:lnTo>
                <a:lnTo>
                  <a:pt x="997010" y="626691"/>
                </a:lnTo>
                <a:lnTo>
                  <a:pt x="1006505" y="626691"/>
                </a:lnTo>
                <a:lnTo>
                  <a:pt x="1016000" y="626691"/>
                </a:lnTo>
                <a:lnTo>
                  <a:pt x="1025496" y="626691"/>
                </a:lnTo>
                <a:lnTo>
                  <a:pt x="1034991" y="626691"/>
                </a:lnTo>
                <a:lnTo>
                  <a:pt x="1044486" y="626691"/>
                </a:lnTo>
                <a:lnTo>
                  <a:pt x="1053982" y="626691"/>
                </a:lnTo>
                <a:lnTo>
                  <a:pt x="1063477" y="626691"/>
                </a:lnTo>
                <a:lnTo>
                  <a:pt x="1072972" y="626691"/>
                </a:lnTo>
                <a:lnTo>
                  <a:pt x="1082468" y="626691"/>
                </a:lnTo>
                <a:lnTo>
                  <a:pt x="1091963" y="626691"/>
                </a:lnTo>
                <a:lnTo>
                  <a:pt x="1101458" y="626691"/>
                </a:lnTo>
                <a:lnTo>
                  <a:pt x="1110954" y="626691"/>
                </a:lnTo>
                <a:lnTo>
                  <a:pt x="1120449" y="626691"/>
                </a:lnTo>
                <a:lnTo>
                  <a:pt x="1129944" y="626691"/>
                </a:lnTo>
                <a:lnTo>
                  <a:pt x="1139440" y="626691"/>
                </a:lnTo>
                <a:lnTo>
                  <a:pt x="1148935" y="626691"/>
                </a:lnTo>
                <a:lnTo>
                  <a:pt x="1158430" y="626691"/>
                </a:lnTo>
                <a:lnTo>
                  <a:pt x="1167926" y="626691"/>
                </a:lnTo>
                <a:lnTo>
                  <a:pt x="1177421" y="626691"/>
                </a:lnTo>
                <a:lnTo>
                  <a:pt x="1186916" y="626691"/>
                </a:lnTo>
                <a:lnTo>
                  <a:pt x="1196412" y="626691"/>
                </a:lnTo>
                <a:lnTo>
                  <a:pt x="1205907" y="626691"/>
                </a:lnTo>
                <a:lnTo>
                  <a:pt x="1215402" y="626691"/>
                </a:lnTo>
                <a:lnTo>
                  <a:pt x="1224898" y="626691"/>
                </a:lnTo>
                <a:lnTo>
                  <a:pt x="1234393" y="626691"/>
                </a:lnTo>
                <a:lnTo>
                  <a:pt x="1243888" y="626691"/>
                </a:lnTo>
                <a:lnTo>
                  <a:pt x="1253383" y="626691"/>
                </a:lnTo>
                <a:lnTo>
                  <a:pt x="1262879" y="626691"/>
                </a:lnTo>
                <a:lnTo>
                  <a:pt x="1272374" y="626691"/>
                </a:lnTo>
                <a:lnTo>
                  <a:pt x="1281870" y="626691"/>
                </a:lnTo>
                <a:lnTo>
                  <a:pt x="1291365" y="626691"/>
                </a:lnTo>
                <a:lnTo>
                  <a:pt x="1300860" y="626691"/>
                </a:lnTo>
                <a:lnTo>
                  <a:pt x="1310356" y="626691"/>
                </a:lnTo>
                <a:lnTo>
                  <a:pt x="1319851" y="626691"/>
                </a:lnTo>
                <a:lnTo>
                  <a:pt x="1329346" y="626691"/>
                </a:lnTo>
                <a:lnTo>
                  <a:pt x="1338841" y="626691"/>
                </a:lnTo>
                <a:lnTo>
                  <a:pt x="1348337" y="626691"/>
                </a:lnTo>
                <a:lnTo>
                  <a:pt x="1357832" y="626691"/>
                </a:lnTo>
                <a:lnTo>
                  <a:pt x="1367327" y="626691"/>
                </a:lnTo>
                <a:lnTo>
                  <a:pt x="1376823" y="626691"/>
                </a:lnTo>
                <a:lnTo>
                  <a:pt x="1386318" y="626691"/>
                </a:lnTo>
                <a:lnTo>
                  <a:pt x="1395813" y="626691"/>
                </a:lnTo>
                <a:lnTo>
                  <a:pt x="1405309" y="626691"/>
                </a:lnTo>
                <a:lnTo>
                  <a:pt x="1414804" y="626691"/>
                </a:lnTo>
                <a:lnTo>
                  <a:pt x="1424299" y="626691"/>
                </a:lnTo>
                <a:lnTo>
                  <a:pt x="1433795" y="626691"/>
                </a:lnTo>
                <a:lnTo>
                  <a:pt x="1443290" y="626691"/>
                </a:lnTo>
                <a:lnTo>
                  <a:pt x="1452785" y="626691"/>
                </a:lnTo>
                <a:lnTo>
                  <a:pt x="1462281" y="626691"/>
                </a:lnTo>
                <a:lnTo>
                  <a:pt x="1471776" y="626691"/>
                </a:lnTo>
                <a:lnTo>
                  <a:pt x="1481271" y="626691"/>
                </a:lnTo>
                <a:lnTo>
                  <a:pt x="1490767" y="626691"/>
                </a:lnTo>
                <a:lnTo>
                  <a:pt x="1500262" y="626691"/>
                </a:lnTo>
                <a:lnTo>
                  <a:pt x="1509757" y="626691"/>
                </a:lnTo>
                <a:lnTo>
                  <a:pt x="1519253" y="626691"/>
                </a:lnTo>
                <a:lnTo>
                  <a:pt x="1528748" y="626691"/>
                </a:lnTo>
                <a:lnTo>
                  <a:pt x="1538243" y="626691"/>
                </a:lnTo>
                <a:lnTo>
                  <a:pt x="1547739" y="626691"/>
                </a:lnTo>
                <a:lnTo>
                  <a:pt x="1557234" y="626691"/>
                </a:lnTo>
                <a:lnTo>
                  <a:pt x="1566729" y="626691"/>
                </a:lnTo>
                <a:lnTo>
                  <a:pt x="1576225" y="626691"/>
                </a:lnTo>
                <a:lnTo>
                  <a:pt x="1585720" y="626691"/>
                </a:lnTo>
                <a:lnTo>
                  <a:pt x="1595215" y="626691"/>
                </a:lnTo>
                <a:lnTo>
                  <a:pt x="1604711" y="626691"/>
                </a:lnTo>
                <a:lnTo>
                  <a:pt x="1614206" y="626691"/>
                </a:lnTo>
                <a:lnTo>
                  <a:pt x="1623701" y="626691"/>
                </a:lnTo>
                <a:lnTo>
                  <a:pt x="1633197" y="626691"/>
                </a:lnTo>
                <a:lnTo>
                  <a:pt x="1642692" y="626691"/>
                </a:lnTo>
                <a:lnTo>
                  <a:pt x="1652187" y="626691"/>
                </a:lnTo>
                <a:lnTo>
                  <a:pt x="1661683" y="626691"/>
                </a:lnTo>
                <a:lnTo>
                  <a:pt x="1671178" y="626691"/>
                </a:lnTo>
                <a:lnTo>
                  <a:pt x="1680673" y="626691"/>
                </a:lnTo>
                <a:lnTo>
                  <a:pt x="1690169" y="626691"/>
                </a:lnTo>
                <a:lnTo>
                  <a:pt x="1699664" y="626691"/>
                </a:lnTo>
                <a:lnTo>
                  <a:pt x="1709159" y="626691"/>
                </a:lnTo>
                <a:lnTo>
                  <a:pt x="1718654" y="626691"/>
                </a:lnTo>
                <a:lnTo>
                  <a:pt x="1728150" y="626691"/>
                </a:lnTo>
                <a:lnTo>
                  <a:pt x="1737645" y="626691"/>
                </a:lnTo>
                <a:lnTo>
                  <a:pt x="1747141" y="626691"/>
                </a:lnTo>
                <a:lnTo>
                  <a:pt x="1756636" y="626691"/>
                </a:lnTo>
                <a:lnTo>
                  <a:pt x="1766131" y="626691"/>
                </a:lnTo>
                <a:lnTo>
                  <a:pt x="1775627" y="626691"/>
                </a:lnTo>
                <a:lnTo>
                  <a:pt x="1785122" y="626691"/>
                </a:lnTo>
                <a:lnTo>
                  <a:pt x="1794617" y="626691"/>
                </a:lnTo>
                <a:lnTo>
                  <a:pt x="1804112" y="626691"/>
                </a:lnTo>
                <a:lnTo>
                  <a:pt x="1813608" y="626691"/>
                </a:lnTo>
                <a:lnTo>
                  <a:pt x="1823103" y="626691"/>
                </a:lnTo>
                <a:lnTo>
                  <a:pt x="1832598" y="626691"/>
                </a:lnTo>
                <a:lnTo>
                  <a:pt x="1842094" y="626691"/>
                </a:lnTo>
                <a:lnTo>
                  <a:pt x="1851589" y="626691"/>
                </a:lnTo>
                <a:lnTo>
                  <a:pt x="1861085" y="626691"/>
                </a:lnTo>
                <a:lnTo>
                  <a:pt x="1870580" y="626691"/>
                </a:lnTo>
                <a:lnTo>
                  <a:pt x="1880075" y="626691"/>
                </a:lnTo>
                <a:lnTo>
                  <a:pt x="1889570" y="626691"/>
                </a:lnTo>
                <a:lnTo>
                  <a:pt x="1899066" y="626691"/>
                </a:lnTo>
                <a:lnTo>
                  <a:pt x="1908561" y="626691"/>
                </a:lnTo>
                <a:lnTo>
                  <a:pt x="1918056" y="626691"/>
                </a:lnTo>
                <a:lnTo>
                  <a:pt x="1927552" y="626691"/>
                </a:lnTo>
                <a:lnTo>
                  <a:pt x="1937047" y="626691"/>
                </a:lnTo>
                <a:lnTo>
                  <a:pt x="1946543" y="626691"/>
                </a:lnTo>
                <a:lnTo>
                  <a:pt x="1956038" y="626691"/>
                </a:lnTo>
                <a:lnTo>
                  <a:pt x="1965533" y="626691"/>
                </a:lnTo>
                <a:lnTo>
                  <a:pt x="1975028" y="626691"/>
                </a:lnTo>
                <a:lnTo>
                  <a:pt x="1984524" y="626691"/>
                </a:lnTo>
                <a:lnTo>
                  <a:pt x="1994019" y="626691"/>
                </a:lnTo>
                <a:lnTo>
                  <a:pt x="2003514" y="626691"/>
                </a:lnTo>
                <a:lnTo>
                  <a:pt x="2013010" y="626691"/>
                </a:lnTo>
                <a:lnTo>
                  <a:pt x="2022505" y="626691"/>
                </a:lnTo>
                <a:lnTo>
                  <a:pt x="2032000" y="626691"/>
                </a:lnTo>
                <a:lnTo>
                  <a:pt x="2041496" y="626691"/>
                </a:lnTo>
                <a:lnTo>
                  <a:pt x="2050991" y="626691"/>
                </a:lnTo>
                <a:lnTo>
                  <a:pt x="2060486" y="626691"/>
                </a:lnTo>
                <a:lnTo>
                  <a:pt x="2069981" y="626691"/>
                </a:lnTo>
                <a:lnTo>
                  <a:pt x="2079477" y="626691"/>
                </a:lnTo>
                <a:lnTo>
                  <a:pt x="2088972" y="626691"/>
                </a:lnTo>
                <a:lnTo>
                  <a:pt x="2098468" y="626691"/>
                </a:lnTo>
                <a:lnTo>
                  <a:pt x="2107963" y="626691"/>
                </a:lnTo>
                <a:lnTo>
                  <a:pt x="2117458" y="626691"/>
                </a:lnTo>
                <a:lnTo>
                  <a:pt x="2126954" y="626691"/>
                </a:lnTo>
                <a:lnTo>
                  <a:pt x="2136449" y="626691"/>
                </a:lnTo>
                <a:lnTo>
                  <a:pt x="2145944" y="626691"/>
                </a:lnTo>
                <a:lnTo>
                  <a:pt x="2155439" y="626691"/>
                </a:lnTo>
                <a:lnTo>
                  <a:pt x="2164935" y="626691"/>
                </a:lnTo>
                <a:lnTo>
                  <a:pt x="2174430" y="626691"/>
                </a:lnTo>
                <a:lnTo>
                  <a:pt x="2183926" y="626691"/>
                </a:lnTo>
                <a:lnTo>
                  <a:pt x="2193421" y="626691"/>
                </a:lnTo>
                <a:lnTo>
                  <a:pt x="2202916" y="626691"/>
                </a:lnTo>
                <a:lnTo>
                  <a:pt x="2212412" y="626691"/>
                </a:lnTo>
                <a:lnTo>
                  <a:pt x="2221907" y="626691"/>
                </a:lnTo>
                <a:lnTo>
                  <a:pt x="2231402" y="626691"/>
                </a:lnTo>
                <a:lnTo>
                  <a:pt x="2240897" y="626691"/>
                </a:lnTo>
                <a:lnTo>
                  <a:pt x="2250393" y="626691"/>
                </a:lnTo>
                <a:lnTo>
                  <a:pt x="2259888" y="626691"/>
                </a:lnTo>
                <a:lnTo>
                  <a:pt x="2269384" y="626691"/>
                </a:lnTo>
                <a:lnTo>
                  <a:pt x="2278879" y="626691"/>
                </a:lnTo>
                <a:lnTo>
                  <a:pt x="2288374" y="626691"/>
                </a:lnTo>
                <a:lnTo>
                  <a:pt x="2297870" y="626691"/>
                </a:lnTo>
                <a:lnTo>
                  <a:pt x="2307365" y="626691"/>
                </a:lnTo>
                <a:lnTo>
                  <a:pt x="2316860" y="626691"/>
                </a:lnTo>
                <a:lnTo>
                  <a:pt x="2326355" y="626691"/>
                </a:lnTo>
                <a:lnTo>
                  <a:pt x="2335851" y="626691"/>
                </a:lnTo>
                <a:lnTo>
                  <a:pt x="2345346" y="626691"/>
                </a:lnTo>
                <a:lnTo>
                  <a:pt x="2354842" y="626691"/>
                </a:lnTo>
                <a:lnTo>
                  <a:pt x="2364337" y="626691"/>
                </a:lnTo>
                <a:lnTo>
                  <a:pt x="2373832" y="626691"/>
                </a:lnTo>
                <a:lnTo>
                  <a:pt x="2383327" y="626691"/>
                </a:lnTo>
                <a:lnTo>
                  <a:pt x="2392823" y="626691"/>
                </a:lnTo>
                <a:lnTo>
                  <a:pt x="2402318" y="626691"/>
                </a:lnTo>
                <a:lnTo>
                  <a:pt x="2411813" y="626691"/>
                </a:lnTo>
                <a:lnTo>
                  <a:pt x="2421309" y="626691"/>
                </a:lnTo>
                <a:lnTo>
                  <a:pt x="2430804" y="626691"/>
                </a:lnTo>
                <a:lnTo>
                  <a:pt x="2440300" y="626691"/>
                </a:lnTo>
                <a:lnTo>
                  <a:pt x="2449795" y="626691"/>
                </a:lnTo>
                <a:lnTo>
                  <a:pt x="2459290" y="626691"/>
                </a:lnTo>
                <a:lnTo>
                  <a:pt x="2468785" y="626691"/>
                </a:lnTo>
                <a:lnTo>
                  <a:pt x="2478281" y="626691"/>
                </a:lnTo>
                <a:lnTo>
                  <a:pt x="2487776" y="626691"/>
                </a:lnTo>
                <a:lnTo>
                  <a:pt x="2497271" y="626691"/>
                </a:lnTo>
                <a:lnTo>
                  <a:pt x="2506767" y="626691"/>
                </a:lnTo>
                <a:lnTo>
                  <a:pt x="2516262" y="626691"/>
                </a:lnTo>
                <a:lnTo>
                  <a:pt x="2525758" y="626691"/>
                </a:lnTo>
                <a:lnTo>
                  <a:pt x="2535253" y="626691"/>
                </a:lnTo>
                <a:lnTo>
                  <a:pt x="2544748" y="626691"/>
                </a:lnTo>
                <a:lnTo>
                  <a:pt x="2554243" y="626691"/>
                </a:lnTo>
                <a:lnTo>
                  <a:pt x="2563739" y="626691"/>
                </a:lnTo>
                <a:lnTo>
                  <a:pt x="2573234" y="626691"/>
                </a:lnTo>
                <a:lnTo>
                  <a:pt x="2582729" y="626691"/>
                </a:lnTo>
                <a:lnTo>
                  <a:pt x="2592225" y="626691"/>
                </a:lnTo>
                <a:lnTo>
                  <a:pt x="2601720" y="626691"/>
                </a:lnTo>
                <a:lnTo>
                  <a:pt x="2611216" y="626691"/>
                </a:lnTo>
                <a:lnTo>
                  <a:pt x="2620711" y="626691"/>
                </a:lnTo>
                <a:lnTo>
                  <a:pt x="2630206" y="626691"/>
                </a:lnTo>
                <a:lnTo>
                  <a:pt x="2639701" y="626691"/>
                </a:lnTo>
                <a:lnTo>
                  <a:pt x="2649197" y="626691"/>
                </a:lnTo>
                <a:lnTo>
                  <a:pt x="2658692" y="626691"/>
                </a:lnTo>
                <a:lnTo>
                  <a:pt x="2668187" y="626691"/>
                </a:lnTo>
                <a:lnTo>
                  <a:pt x="2677683" y="626691"/>
                </a:lnTo>
                <a:lnTo>
                  <a:pt x="2687178" y="626691"/>
                </a:lnTo>
                <a:lnTo>
                  <a:pt x="2696673" y="626691"/>
                </a:lnTo>
                <a:lnTo>
                  <a:pt x="2706169" y="626691"/>
                </a:lnTo>
                <a:lnTo>
                  <a:pt x="2715664" y="626691"/>
                </a:lnTo>
                <a:lnTo>
                  <a:pt x="2725159" y="626691"/>
                </a:lnTo>
                <a:lnTo>
                  <a:pt x="2734654" y="626691"/>
                </a:lnTo>
                <a:lnTo>
                  <a:pt x="2744150" y="626691"/>
                </a:lnTo>
                <a:lnTo>
                  <a:pt x="2753645" y="626691"/>
                </a:lnTo>
                <a:lnTo>
                  <a:pt x="2763141" y="626691"/>
                </a:lnTo>
                <a:lnTo>
                  <a:pt x="2772636" y="626691"/>
                </a:lnTo>
                <a:lnTo>
                  <a:pt x="2782131" y="626691"/>
                </a:lnTo>
                <a:lnTo>
                  <a:pt x="2791627" y="626691"/>
                </a:lnTo>
                <a:lnTo>
                  <a:pt x="2801122" y="626691"/>
                </a:lnTo>
                <a:lnTo>
                  <a:pt x="2810617" y="626691"/>
                </a:lnTo>
                <a:lnTo>
                  <a:pt x="2820112" y="626691"/>
                </a:lnTo>
                <a:lnTo>
                  <a:pt x="2829608" y="626691"/>
                </a:lnTo>
                <a:lnTo>
                  <a:pt x="2839103" y="626691"/>
                </a:lnTo>
                <a:lnTo>
                  <a:pt x="2848599" y="626691"/>
                </a:lnTo>
                <a:lnTo>
                  <a:pt x="2858094" y="626691"/>
                </a:lnTo>
                <a:lnTo>
                  <a:pt x="2867589" y="626691"/>
                </a:lnTo>
                <a:lnTo>
                  <a:pt x="2877085" y="626691"/>
                </a:lnTo>
                <a:lnTo>
                  <a:pt x="2886580" y="626691"/>
                </a:lnTo>
                <a:lnTo>
                  <a:pt x="2896075" y="626691"/>
                </a:lnTo>
                <a:lnTo>
                  <a:pt x="2905570" y="626691"/>
                </a:lnTo>
                <a:lnTo>
                  <a:pt x="2915066" y="626691"/>
                </a:lnTo>
                <a:lnTo>
                  <a:pt x="2924561" y="626691"/>
                </a:lnTo>
                <a:lnTo>
                  <a:pt x="2934057" y="626691"/>
                </a:lnTo>
                <a:lnTo>
                  <a:pt x="2943552" y="626691"/>
                </a:lnTo>
                <a:lnTo>
                  <a:pt x="2953047" y="626691"/>
                </a:lnTo>
                <a:lnTo>
                  <a:pt x="2962543" y="626691"/>
                </a:lnTo>
                <a:lnTo>
                  <a:pt x="2972038" y="626691"/>
                </a:lnTo>
                <a:lnTo>
                  <a:pt x="2981533" y="626691"/>
                </a:lnTo>
                <a:lnTo>
                  <a:pt x="2991028" y="626691"/>
                </a:lnTo>
                <a:lnTo>
                  <a:pt x="3000524" y="626691"/>
                </a:lnTo>
                <a:lnTo>
                  <a:pt x="3010019" y="626691"/>
                </a:lnTo>
                <a:lnTo>
                  <a:pt x="3019514" y="626691"/>
                </a:lnTo>
                <a:lnTo>
                  <a:pt x="3029010" y="626691"/>
                </a:lnTo>
                <a:lnTo>
                  <a:pt x="3038505" y="626691"/>
                </a:lnTo>
                <a:lnTo>
                  <a:pt x="3048000" y="626691"/>
                </a:lnTo>
                <a:lnTo>
                  <a:pt x="3057496" y="626691"/>
                </a:lnTo>
                <a:lnTo>
                  <a:pt x="3066991" y="626691"/>
                </a:lnTo>
                <a:lnTo>
                  <a:pt x="3076486" y="626691"/>
                </a:lnTo>
                <a:lnTo>
                  <a:pt x="3085982" y="626691"/>
                </a:lnTo>
                <a:lnTo>
                  <a:pt x="3095477" y="626691"/>
                </a:lnTo>
                <a:lnTo>
                  <a:pt x="3104972" y="626691"/>
                </a:lnTo>
                <a:lnTo>
                  <a:pt x="3114468" y="626691"/>
                </a:lnTo>
                <a:lnTo>
                  <a:pt x="3123963" y="626691"/>
                </a:lnTo>
                <a:lnTo>
                  <a:pt x="3133458" y="626691"/>
                </a:lnTo>
                <a:lnTo>
                  <a:pt x="3142954" y="626691"/>
                </a:lnTo>
                <a:lnTo>
                  <a:pt x="3152449" y="626691"/>
                </a:lnTo>
                <a:lnTo>
                  <a:pt x="3161944" y="626691"/>
                </a:lnTo>
                <a:lnTo>
                  <a:pt x="3171440" y="626691"/>
                </a:lnTo>
                <a:lnTo>
                  <a:pt x="3180935" y="626691"/>
                </a:lnTo>
                <a:lnTo>
                  <a:pt x="3190430" y="626691"/>
                </a:lnTo>
                <a:lnTo>
                  <a:pt x="3199926" y="626691"/>
                </a:lnTo>
                <a:lnTo>
                  <a:pt x="3209421" y="626691"/>
                </a:lnTo>
                <a:lnTo>
                  <a:pt x="3218916" y="626691"/>
                </a:lnTo>
                <a:lnTo>
                  <a:pt x="3228412" y="626691"/>
                </a:lnTo>
                <a:lnTo>
                  <a:pt x="3237907" y="626691"/>
                </a:lnTo>
                <a:lnTo>
                  <a:pt x="3247402" y="626691"/>
                </a:lnTo>
                <a:lnTo>
                  <a:pt x="3256897" y="626691"/>
                </a:lnTo>
                <a:lnTo>
                  <a:pt x="3266393" y="626691"/>
                </a:lnTo>
                <a:lnTo>
                  <a:pt x="3275888" y="626691"/>
                </a:lnTo>
                <a:lnTo>
                  <a:pt x="3285384" y="626691"/>
                </a:lnTo>
                <a:lnTo>
                  <a:pt x="3294879" y="626691"/>
                </a:lnTo>
                <a:lnTo>
                  <a:pt x="3304374" y="626691"/>
                </a:lnTo>
                <a:lnTo>
                  <a:pt x="3313870" y="626691"/>
                </a:lnTo>
                <a:lnTo>
                  <a:pt x="3323365" y="626691"/>
                </a:lnTo>
                <a:lnTo>
                  <a:pt x="3332860" y="626691"/>
                </a:lnTo>
                <a:lnTo>
                  <a:pt x="3342355" y="626691"/>
                </a:lnTo>
                <a:lnTo>
                  <a:pt x="3351851" y="626691"/>
                </a:lnTo>
                <a:lnTo>
                  <a:pt x="3361346" y="626691"/>
                </a:lnTo>
                <a:lnTo>
                  <a:pt x="3370842" y="626691"/>
                </a:lnTo>
                <a:lnTo>
                  <a:pt x="3380337" y="626691"/>
                </a:lnTo>
                <a:lnTo>
                  <a:pt x="3389832" y="626691"/>
                </a:lnTo>
                <a:lnTo>
                  <a:pt x="3399327" y="626691"/>
                </a:lnTo>
                <a:lnTo>
                  <a:pt x="3408823" y="626691"/>
                </a:lnTo>
                <a:lnTo>
                  <a:pt x="3418318" y="626691"/>
                </a:lnTo>
                <a:lnTo>
                  <a:pt x="3427813" y="626691"/>
                </a:lnTo>
                <a:lnTo>
                  <a:pt x="3437309" y="626691"/>
                </a:lnTo>
                <a:lnTo>
                  <a:pt x="3446804" y="626691"/>
                </a:lnTo>
                <a:lnTo>
                  <a:pt x="3456300" y="626691"/>
                </a:lnTo>
                <a:lnTo>
                  <a:pt x="3465795" y="626691"/>
                </a:lnTo>
                <a:lnTo>
                  <a:pt x="3475290" y="626691"/>
                </a:lnTo>
                <a:lnTo>
                  <a:pt x="3484785" y="626691"/>
                </a:lnTo>
                <a:lnTo>
                  <a:pt x="3494281" y="626691"/>
                </a:lnTo>
                <a:lnTo>
                  <a:pt x="3503776" y="626691"/>
                </a:lnTo>
                <a:lnTo>
                  <a:pt x="3513271" y="626691"/>
                </a:lnTo>
                <a:lnTo>
                  <a:pt x="3522767" y="626691"/>
                </a:lnTo>
                <a:lnTo>
                  <a:pt x="3532262" y="626691"/>
                </a:lnTo>
                <a:lnTo>
                  <a:pt x="3541758" y="626691"/>
                </a:lnTo>
                <a:lnTo>
                  <a:pt x="3551253" y="626691"/>
                </a:lnTo>
                <a:lnTo>
                  <a:pt x="3560748" y="626691"/>
                </a:lnTo>
                <a:lnTo>
                  <a:pt x="3570243" y="626691"/>
                </a:lnTo>
                <a:lnTo>
                  <a:pt x="3579739" y="626691"/>
                </a:lnTo>
                <a:lnTo>
                  <a:pt x="3589234" y="626691"/>
                </a:lnTo>
                <a:lnTo>
                  <a:pt x="3598729" y="626691"/>
                </a:lnTo>
                <a:lnTo>
                  <a:pt x="3608225" y="626691"/>
                </a:lnTo>
                <a:lnTo>
                  <a:pt x="3617720" y="626691"/>
                </a:lnTo>
                <a:lnTo>
                  <a:pt x="3627216" y="626691"/>
                </a:lnTo>
                <a:lnTo>
                  <a:pt x="3636711" y="626691"/>
                </a:lnTo>
                <a:lnTo>
                  <a:pt x="3646206" y="626691"/>
                </a:lnTo>
                <a:lnTo>
                  <a:pt x="3655701" y="626691"/>
                </a:lnTo>
                <a:lnTo>
                  <a:pt x="3665197" y="626691"/>
                </a:lnTo>
                <a:lnTo>
                  <a:pt x="3674692" y="626691"/>
                </a:lnTo>
                <a:lnTo>
                  <a:pt x="3684187" y="626691"/>
                </a:lnTo>
                <a:lnTo>
                  <a:pt x="3693683" y="626691"/>
                </a:lnTo>
                <a:lnTo>
                  <a:pt x="3703178" y="626691"/>
                </a:lnTo>
                <a:lnTo>
                  <a:pt x="3712673" y="626691"/>
                </a:lnTo>
                <a:lnTo>
                  <a:pt x="3722169" y="626691"/>
                </a:lnTo>
                <a:lnTo>
                  <a:pt x="3731664" y="626691"/>
                </a:lnTo>
                <a:lnTo>
                  <a:pt x="3741159" y="626691"/>
                </a:lnTo>
                <a:lnTo>
                  <a:pt x="3750654" y="626691"/>
                </a:lnTo>
                <a:lnTo>
                  <a:pt x="3760150" y="626691"/>
                </a:lnTo>
                <a:lnTo>
                  <a:pt x="3769645" y="626691"/>
                </a:lnTo>
                <a:lnTo>
                  <a:pt x="3779141" y="626691"/>
                </a:lnTo>
                <a:lnTo>
                  <a:pt x="3788636" y="626691"/>
                </a:lnTo>
                <a:lnTo>
                  <a:pt x="3798131" y="626691"/>
                </a:lnTo>
                <a:lnTo>
                  <a:pt x="3807627" y="626691"/>
                </a:lnTo>
                <a:lnTo>
                  <a:pt x="3817122" y="626691"/>
                </a:lnTo>
                <a:lnTo>
                  <a:pt x="3826617" y="626691"/>
                </a:lnTo>
                <a:lnTo>
                  <a:pt x="3836112" y="626691"/>
                </a:lnTo>
                <a:lnTo>
                  <a:pt x="3845608" y="626691"/>
                </a:lnTo>
                <a:lnTo>
                  <a:pt x="3855103" y="626691"/>
                </a:lnTo>
                <a:lnTo>
                  <a:pt x="3864599" y="626691"/>
                </a:lnTo>
                <a:lnTo>
                  <a:pt x="3874094" y="626691"/>
                </a:lnTo>
                <a:lnTo>
                  <a:pt x="3883589" y="626691"/>
                </a:lnTo>
                <a:lnTo>
                  <a:pt x="3893085" y="626691"/>
                </a:lnTo>
                <a:lnTo>
                  <a:pt x="3902580" y="626691"/>
                </a:lnTo>
                <a:lnTo>
                  <a:pt x="3912075" y="626691"/>
                </a:lnTo>
                <a:lnTo>
                  <a:pt x="3921570" y="626691"/>
                </a:lnTo>
                <a:lnTo>
                  <a:pt x="3931066" y="626691"/>
                </a:lnTo>
                <a:lnTo>
                  <a:pt x="3940561" y="626691"/>
                </a:lnTo>
                <a:lnTo>
                  <a:pt x="3950057" y="626691"/>
                </a:lnTo>
                <a:lnTo>
                  <a:pt x="3959552" y="626691"/>
                </a:lnTo>
                <a:lnTo>
                  <a:pt x="3969047" y="626691"/>
                </a:lnTo>
                <a:lnTo>
                  <a:pt x="3978543" y="626691"/>
                </a:lnTo>
                <a:lnTo>
                  <a:pt x="3988038" y="626691"/>
                </a:lnTo>
                <a:lnTo>
                  <a:pt x="3997533" y="626691"/>
                </a:lnTo>
                <a:lnTo>
                  <a:pt x="4007028" y="626691"/>
                </a:lnTo>
                <a:lnTo>
                  <a:pt x="4016524" y="626691"/>
                </a:lnTo>
                <a:lnTo>
                  <a:pt x="4026019" y="626691"/>
                </a:lnTo>
                <a:lnTo>
                  <a:pt x="4035515" y="626691"/>
                </a:lnTo>
                <a:lnTo>
                  <a:pt x="4045010" y="626691"/>
                </a:lnTo>
                <a:lnTo>
                  <a:pt x="4054505" y="626691"/>
                </a:lnTo>
                <a:lnTo>
                  <a:pt x="4064000" y="626691"/>
                </a:lnTo>
                <a:lnTo>
                  <a:pt x="4073496" y="626691"/>
                </a:lnTo>
                <a:lnTo>
                  <a:pt x="4082991" y="626691"/>
                </a:lnTo>
                <a:lnTo>
                  <a:pt x="4092486" y="626691"/>
                </a:lnTo>
                <a:lnTo>
                  <a:pt x="4101982" y="626691"/>
                </a:lnTo>
                <a:lnTo>
                  <a:pt x="4111477" y="626691"/>
                </a:lnTo>
                <a:lnTo>
                  <a:pt x="4120973" y="626691"/>
                </a:lnTo>
                <a:lnTo>
                  <a:pt x="4130468" y="626691"/>
                </a:lnTo>
                <a:lnTo>
                  <a:pt x="4139963" y="626691"/>
                </a:lnTo>
                <a:lnTo>
                  <a:pt x="4149458" y="626691"/>
                </a:lnTo>
                <a:lnTo>
                  <a:pt x="4158954" y="626691"/>
                </a:lnTo>
                <a:lnTo>
                  <a:pt x="4168449" y="626691"/>
                </a:lnTo>
                <a:lnTo>
                  <a:pt x="4177944" y="626691"/>
                </a:lnTo>
                <a:lnTo>
                  <a:pt x="4187440" y="626691"/>
                </a:lnTo>
                <a:lnTo>
                  <a:pt x="4196935" y="626691"/>
                </a:lnTo>
                <a:lnTo>
                  <a:pt x="4206430" y="626691"/>
                </a:lnTo>
                <a:lnTo>
                  <a:pt x="4215926" y="626691"/>
                </a:lnTo>
                <a:lnTo>
                  <a:pt x="4225421" y="626691"/>
                </a:lnTo>
                <a:lnTo>
                  <a:pt x="4234916" y="626691"/>
                </a:lnTo>
                <a:lnTo>
                  <a:pt x="4244412" y="626691"/>
                </a:lnTo>
                <a:lnTo>
                  <a:pt x="4253907" y="626691"/>
                </a:lnTo>
                <a:lnTo>
                  <a:pt x="4263402" y="626691"/>
                </a:lnTo>
                <a:lnTo>
                  <a:pt x="4272898" y="626691"/>
                </a:lnTo>
                <a:lnTo>
                  <a:pt x="4282393" y="626691"/>
                </a:lnTo>
                <a:lnTo>
                  <a:pt x="4291888" y="626691"/>
                </a:lnTo>
                <a:lnTo>
                  <a:pt x="4301384" y="626691"/>
                </a:lnTo>
                <a:lnTo>
                  <a:pt x="4310879" y="626691"/>
                </a:lnTo>
                <a:lnTo>
                  <a:pt x="4320374" y="626691"/>
                </a:lnTo>
                <a:lnTo>
                  <a:pt x="4329870" y="626691"/>
                </a:lnTo>
                <a:lnTo>
                  <a:pt x="4339365" y="626691"/>
                </a:lnTo>
                <a:lnTo>
                  <a:pt x="4348860" y="626691"/>
                </a:lnTo>
                <a:lnTo>
                  <a:pt x="4358356" y="626691"/>
                </a:lnTo>
                <a:lnTo>
                  <a:pt x="4367851" y="626691"/>
                </a:lnTo>
                <a:lnTo>
                  <a:pt x="4377346" y="626691"/>
                </a:lnTo>
                <a:lnTo>
                  <a:pt x="4386842" y="626691"/>
                </a:lnTo>
                <a:lnTo>
                  <a:pt x="4396337" y="626691"/>
                </a:lnTo>
                <a:lnTo>
                  <a:pt x="4405832" y="626691"/>
                </a:lnTo>
                <a:lnTo>
                  <a:pt x="4415327" y="626691"/>
                </a:lnTo>
                <a:lnTo>
                  <a:pt x="4424823" y="626691"/>
                </a:lnTo>
                <a:lnTo>
                  <a:pt x="4434318" y="626691"/>
                </a:lnTo>
                <a:lnTo>
                  <a:pt x="4443813" y="626691"/>
                </a:lnTo>
                <a:lnTo>
                  <a:pt x="4453309" y="626691"/>
                </a:lnTo>
                <a:lnTo>
                  <a:pt x="4462804" y="626691"/>
                </a:lnTo>
                <a:lnTo>
                  <a:pt x="4472300" y="626691"/>
                </a:lnTo>
                <a:lnTo>
                  <a:pt x="4481795" y="626691"/>
                </a:lnTo>
                <a:lnTo>
                  <a:pt x="4491290" y="626691"/>
                </a:lnTo>
                <a:lnTo>
                  <a:pt x="4500785" y="626691"/>
                </a:lnTo>
                <a:lnTo>
                  <a:pt x="4510281" y="626691"/>
                </a:lnTo>
                <a:lnTo>
                  <a:pt x="4519776" y="626691"/>
                </a:lnTo>
                <a:lnTo>
                  <a:pt x="4529271" y="626691"/>
                </a:lnTo>
                <a:lnTo>
                  <a:pt x="4538767" y="626691"/>
                </a:lnTo>
                <a:lnTo>
                  <a:pt x="4548262" y="626691"/>
                </a:lnTo>
                <a:lnTo>
                  <a:pt x="4557758" y="626691"/>
                </a:lnTo>
                <a:lnTo>
                  <a:pt x="4567253" y="626691"/>
                </a:lnTo>
                <a:lnTo>
                  <a:pt x="4576748" y="626691"/>
                </a:lnTo>
                <a:lnTo>
                  <a:pt x="4586243" y="626691"/>
                </a:lnTo>
                <a:lnTo>
                  <a:pt x="4595739" y="626691"/>
                </a:lnTo>
                <a:lnTo>
                  <a:pt x="4605234" y="626691"/>
                </a:lnTo>
                <a:lnTo>
                  <a:pt x="4614729" y="626691"/>
                </a:lnTo>
                <a:lnTo>
                  <a:pt x="4624225" y="626691"/>
                </a:lnTo>
                <a:lnTo>
                  <a:pt x="4633720" y="626691"/>
                </a:lnTo>
                <a:lnTo>
                  <a:pt x="4643216" y="626691"/>
                </a:lnTo>
                <a:lnTo>
                  <a:pt x="4652711" y="626691"/>
                </a:lnTo>
                <a:lnTo>
                  <a:pt x="4662206" y="626691"/>
                </a:lnTo>
                <a:lnTo>
                  <a:pt x="4671701" y="626691"/>
                </a:lnTo>
                <a:lnTo>
                  <a:pt x="4681197" y="626691"/>
                </a:lnTo>
                <a:lnTo>
                  <a:pt x="4690692" y="626691"/>
                </a:lnTo>
                <a:lnTo>
                  <a:pt x="4700187" y="626691"/>
                </a:lnTo>
                <a:lnTo>
                  <a:pt x="4709683" y="626691"/>
                </a:lnTo>
                <a:lnTo>
                  <a:pt x="4719178" y="626691"/>
                </a:lnTo>
                <a:lnTo>
                  <a:pt x="4728673" y="626691"/>
                </a:lnTo>
                <a:lnTo>
                  <a:pt x="4738169" y="626691"/>
                </a:lnTo>
                <a:lnTo>
                  <a:pt x="4747664" y="626691"/>
                </a:lnTo>
                <a:lnTo>
                  <a:pt x="4757159" y="626691"/>
                </a:lnTo>
                <a:lnTo>
                  <a:pt x="4766654" y="626691"/>
                </a:lnTo>
                <a:lnTo>
                  <a:pt x="4776150" y="626691"/>
                </a:lnTo>
                <a:lnTo>
                  <a:pt x="4785645" y="626691"/>
                </a:lnTo>
                <a:lnTo>
                  <a:pt x="4795141" y="626691"/>
                </a:lnTo>
                <a:lnTo>
                  <a:pt x="4804636" y="626691"/>
                </a:lnTo>
                <a:lnTo>
                  <a:pt x="4814131" y="626691"/>
                </a:lnTo>
                <a:lnTo>
                  <a:pt x="4823627" y="626691"/>
                </a:lnTo>
                <a:lnTo>
                  <a:pt x="4833122" y="626691"/>
                </a:lnTo>
                <a:lnTo>
                  <a:pt x="4842617" y="626691"/>
                </a:lnTo>
                <a:lnTo>
                  <a:pt x="4852112" y="626691"/>
                </a:lnTo>
                <a:lnTo>
                  <a:pt x="4861608" y="626691"/>
                </a:lnTo>
                <a:lnTo>
                  <a:pt x="4871103" y="626691"/>
                </a:lnTo>
                <a:lnTo>
                  <a:pt x="4880599" y="617196"/>
                </a:lnTo>
                <a:lnTo>
                  <a:pt x="4890094" y="617196"/>
                </a:lnTo>
                <a:lnTo>
                  <a:pt x="4899589" y="617196"/>
                </a:lnTo>
                <a:lnTo>
                  <a:pt x="4909085" y="617196"/>
                </a:lnTo>
                <a:lnTo>
                  <a:pt x="4918580" y="617196"/>
                </a:lnTo>
                <a:lnTo>
                  <a:pt x="4928075" y="617196"/>
                </a:lnTo>
                <a:lnTo>
                  <a:pt x="4937570" y="617196"/>
                </a:lnTo>
                <a:lnTo>
                  <a:pt x="4947066" y="607700"/>
                </a:lnTo>
                <a:lnTo>
                  <a:pt x="4956561" y="607700"/>
                </a:lnTo>
                <a:lnTo>
                  <a:pt x="4966057" y="598205"/>
                </a:lnTo>
                <a:lnTo>
                  <a:pt x="4975552" y="598205"/>
                </a:lnTo>
                <a:lnTo>
                  <a:pt x="4985047" y="588710"/>
                </a:lnTo>
                <a:lnTo>
                  <a:pt x="4994543" y="569719"/>
                </a:lnTo>
                <a:lnTo>
                  <a:pt x="5004038" y="560224"/>
                </a:lnTo>
                <a:lnTo>
                  <a:pt x="5013533" y="541233"/>
                </a:lnTo>
                <a:lnTo>
                  <a:pt x="5023028" y="512747"/>
                </a:lnTo>
                <a:lnTo>
                  <a:pt x="5032524" y="474766"/>
                </a:lnTo>
                <a:lnTo>
                  <a:pt x="5042019" y="436784"/>
                </a:lnTo>
                <a:lnTo>
                  <a:pt x="5051514" y="398803"/>
                </a:lnTo>
                <a:lnTo>
                  <a:pt x="5061010" y="351327"/>
                </a:lnTo>
                <a:lnTo>
                  <a:pt x="5070505" y="284859"/>
                </a:lnTo>
                <a:lnTo>
                  <a:pt x="5080000" y="227887"/>
                </a:lnTo>
                <a:lnTo>
                  <a:pt x="5089496" y="170915"/>
                </a:lnTo>
                <a:lnTo>
                  <a:pt x="5098991" y="113943"/>
                </a:lnTo>
                <a:lnTo>
                  <a:pt x="5108487" y="66467"/>
                </a:lnTo>
                <a:lnTo>
                  <a:pt x="5117981" y="28485"/>
                </a:lnTo>
                <a:lnTo>
                  <a:pt x="5127477" y="0"/>
                </a:lnTo>
                <a:lnTo>
                  <a:pt x="5136973" y="0"/>
                </a:lnTo>
                <a:lnTo>
                  <a:pt x="5146468" y="9495"/>
                </a:lnTo>
                <a:lnTo>
                  <a:pt x="5155963" y="37981"/>
                </a:lnTo>
                <a:lnTo>
                  <a:pt x="5165458" y="66467"/>
                </a:lnTo>
                <a:lnTo>
                  <a:pt x="5174954" y="113943"/>
                </a:lnTo>
                <a:lnTo>
                  <a:pt x="5184449" y="151925"/>
                </a:lnTo>
                <a:lnTo>
                  <a:pt x="5193944" y="189906"/>
                </a:lnTo>
                <a:lnTo>
                  <a:pt x="5203440" y="237383"/>
                </a:lnTo>
                <a:lnTo>
                  <a:pt x="5212935" y="265869"/>
                </a:lnTo>
                <a:lnTo>
                  <a:pt x="5222430" y="294354"/>
                </a:lnTo>
                <a:lnTo>
                  <a:pt x="5231926" y="322841"/>
                </a:lnTo>
                <a:lnTo>
                  <a:pt x="5241421" y="341831"/>
                </a:lnTo>
                <a:lnTo>
                  <a:pt x="5250916" y="370317"/>
                </a:lnTo>
                <a:lnTo>
                  <a:pt x="5260412" y="389308"/>
                </a:lnTo>
                <a:lnTo>
                  <a:pt x="5269907" y="408299"/>
                </a:lnTo>
                <a:lnTo>
                  <a:pt x="5279403" y="436784"/>
                </a:lnTo>
                <a:lnTo>
                  <a:pt x="5288897" y="455775"/>
                </a:lnTo>
                <a:lnTo>
                  <a:pt x="5298393" y="465270"/>
                </a:lnTo>
                <a:lnTo>
                  <a:pt x="5307889" y="484261"/>
                </a:lnTo>
                <a:lnTo>
                  <a:pt x="5317383" y="493757"/>
                </a:lnTo>
                <a:lnTo>
                  <a:pt x="5326879" y="512747"/>
                </a:lnTo>
                <a:lnTo>
                  <a:pt x="5336374" y="522242"/>
                </a:lnTo>
                <a:lnTo>
                  <a:pt x="5345870" y="522242"/>
                </a:lnTo>
                <a:lnTo>
                  <a:pt x="5355365" y="531738"/>
                </a:lnTo>
                <a:lnTo>
                  <a:pt x="5364860" y="541233"/>
                </a:lnTo>
                <a:lnTo>
                  <a:pt x="5374356" y="541233"/>
                </a:lnTo>
                <a:lnTo>
                  <a:pt x="5383851" y="550728"/>
                </a:lnTo>
                <a:lnTo>
                  <a:pt x="5393346" y="550728"/>
                </a:lnTo>
                <a:lnTo>
                  <a:pt x="5402842" y="560224"/>
                </a:lnTo>
                <a:lnTo>
                  <a:pt x="5412337" y="560224"/>
                </a:lnTo>
                <a:lnTo>
                  <a:pt x="5421832" y="569719"/>
                </a:lnTo>
                <a:lnTo>
                  <a:pt x="5431327" y="569719"/>
                </a:lnTo>
                <a:lnTo>
                  <a:pt x="5440823" y="569719"/>
                </a:lnTo>
                <a:lnTo>
                  <a:pt x="5450319" y="579214"/>
                </a:lnTo>
                <a:lnTo>
                  <a:pt x="5459813" y="579214"/>
                </a:lnTo>
                <a:lnTo>
                  <a:pt x="5469309" y="588710"/>
                </a:lnTo>
                <a:lnTo>
                  <a:pt x="5478804" y="588710"/>
                </a:lnTo>
                <a:lnTo>
                  <a:pt x="5488299" y="588710"/>
                </a:lnTo>
                <a:lnTo>
                  <a:pt x="5497795" y="598205"/>
                </a:lnTo>
                <a:lnTo>
                  <a:pt x="5507290" y="598205"/>
                </a:lnTo>
                <a:lnTo>
                  <a:pt x="5516786" y="598205"/>
                </a:lnTo>
                <a:lnTo>
                  <a:pt x="5526281" y="598205"/>
                </a:lnTo>
                <a:lnTo>
                  <a:pt x="5535776" y="598205"/>
                </a:lnTo>
                <a:lnTo>
                  <a:pt x="5545272" y="598205"/>
                </a:lnTo>
                <a:lnTo>
                  <a:pt x="5554766" y="607700"/>
                </a:lnTo>
                <a:lnTo>
                  <a:pt x="5564262" y="607700"/>
                </a:lnTo>
                <a:lnTo>
                  <a:pt x="5573758" y="607700"/>
                </a:lnTo>
                <a:lnTo>
                  <a:pt x="5583253" y="607700"/>
                </a:lnTo>
                <a:lnTo>
                  <a:pt x="5592748" y="607700"/>
                </a:lnTo>
                <a:lnTo>
                  <a:pt x="5602243" y="607700"/>
                </a:lnTo>
                <a:lnTo>
                  <a:pt x="5611739" y="607700"/>
                </a:lnTo>
                <a:lnTo>
                  <a:pt x="5621234" y="617196"/>
                </a:lnTo>
                <a:lnTo>
                  <a:pt x="5630729" y="617196"/>
                </a:lnTo>
                <a:lnTo>
                  <a:pt x="5640225" y="617196"/>
                </a:lnTo>
                <a:lnTo>
                  <a:pt x="5649720" y="617196"/>
                </a:lnTo>
                <a:lnTo>
                  <a:pt x="5659215" y="617196"/>
                </a:lnTo>
                <a:lnTo>
                  <a:pt x="5668711" y="617196"/>
                </a:lnTo>
                <a:lnTo>
                  <a:pt x="5678206" y="617196"/>
                </a:lnTo>
                <a:lnTo>
                  <a:pt x="5687702" y="617196"/>
                </a:lnTo>
                <a:lnTo>
                  <a:pt x="5697197" y="617196"/>
                </a:lnTo>
                <a:lnTo>
                  <a:pt x="5706692" y="617196"/>
                </a:lnTo>
                <a:lnTo>
                  <a:pt x="5716188" y="617196"/>
                </a:lnTo>
                <a:lnTo>
                  <a:pt x="5725682" y="617196"/>
                </a:lnTo>
                <a:lnTo>
                  <a:pt x="5735178" y="617196"/>
                </a:lnTo>
                <a:lnTo>
                  <a:pt x="5744673" y="617196"/>
                </a:lnTo>
                <a:lnTo>
                  <a:pt x="5754169" y="617196"/>
                </a:lnTo>
                <a:lnTo>
                  <a:pt x="5763664" y="617196"/>
                </a:lnTo>
                <a:lnTo>
                  <a:pt x="5773159" y="617196"/>
                </a:lnTo>
                <a:lnTo>
                  <a:pt x="5782655" y="617196"/>
                </a:lnTo>
                <a:lnTo>
                  <a:pt x="5792150" y="626691"/>
                </a:lnTo>
                <a:lnTo>
                  <a:pt x="5801645" y="617196"/>
                </a:lnTo>
                <a:lnTo>
                  <a:pt x="5811141" y="626691"/>
                </a:lnTo>
                <a:lnTo>
                  <a:pt x="5820636" y="626691"/>
                </a:lnTo>
                <a:lnTo>
                  <a:pt x="5830131" y="626691"/>
                </a:lnTo>
                <a:lnTo>
                  <a:pt x="5839627" y="626691"/>
                </a:lnTo>
                <a:lnTo>
                  <a:pt x="5849122" y="626691"/>
                </a:lnTo>
                <a:lnTo>
                  <a:pt x="5858618" y="626691"/>
                </a:lnTo>
                <a:lnTo>
                  <a:pt x="5868112" y="626691"/>
                </a:lnTo>
                <a:lnTo>
                  <a:pt x="5877608" y="626691"/>
                </a:lnTo>
                <a:lnTo>
                  <a:pt x="5887104" y="626691"/>
                </a:lnTo>
                <a:lnTo>
                  <a:pt x="5896598" y="626691"/>
                </a:lnTo>
                <a:lnTo>
                  <a:pt x="5906094" y="626691"/>
                </a:lnTo>
                <a:lnTo>
                  <a:pt x="5915589" y="626691"/>
                </a:lnTo>
                <a:lnTo>
                  <a:pt x="5925085" y="626691"/>
                </a:lnTo>
                <a:lnTo>
                  <a:pt x="5934580" y="626691"/>
                </a:lnTo>
                <a:lnTo>
                  <a:pt x="5944075" y="626691"/>
                </a:lnTo>
                <a:lnTo>
                  <a:pt x="5953571" y="626691"/>
                </a:lnTo>
                <a:lnTo>
                  <a:pt x="5963066" y="626691"/>
                </a:lnTo>
                <a:lnTo>
                  <a:pt x="5972561" y="626691"/>
                </a:lnTo>
                <a:lnTo>
                  <a:pt x="5982057" y="626691"/>
                </a:lnTo>
                <a:lnTo>
                  <a:pt x="5991552" y="626691"/>
                </a:lnTo>
                <a:lnTo>
                  <a:pt x="6001047" y="626691"/>
                </a:lnTo>
                <a:lnTo>
                  <a:pt x="6010543" y="626691"/>
                </a:lnTo>
                <a:lnTo>
                  <a:pt x="6020038" y="626691"/>
                </a:lnTo>
                <a:lnTo>
                  <a:pt x="6029533" y="626691"/>
                </a:lnTo>
                <a:lnTo>
                  <a:pt x="6039028" y="626691"/>
                </a:lnTo>
                <a:lnTo>
                  <a:pt x="6048524" y="626691"/>
                </a:lnTo>
                <a:lnTo>
                  <a:pt x="6058019" y="626691"/>
                </a:lnTo>
                <a:lnTo>
                  <a:pt x="6067514" y="626691"/>
                </a:lnTo>
                <a:lnTo>
                  <a:pt x="6077010" y="626691"/>
                </a:lnTo>
                <a:lnTo>
                  <a:pt x="6086505" y="626691"/>
                </a:lnTo>
                <a:lnTo>
                  <a:pt x="6096001" y="626691"/>
                </a:lnTo>
                <a:lnTo>
                  <a:pt x="6105496" y="626691"/>
                </a:lnTo>
                <a:lnTo>
                  <a:pt x="6114991" y="626691"/>
                </a:lnTo>
                <a:lnTo>
                  <a:pt x="6124487" y="626691"/>
                </a:lnTo>
                <a:lnTo>
                  <a:pt x="6133981" y="626691"/>
                </a:lnTo>
                <a:lnTo>
                  <a:pt x="6143477" y="626691"/>
                </a:lnTo>
                <a:lnTo>
                  <a:pt x="6152973" y="626691"/>
                </a:lnTo>
                <a:lnTo>
                  <a:pt x="6162468" y="626691"/>
                </a:lnTo>
                <a:lnTo>
                  <a:pt x="6171963" y="626691"/>
                </a:lnTo>
                <a:lnTo>
                  <a:pt x="6181458" y="626691"/>
                </a:lnTo>
                <a:lnTo>
                  <a:pt x="6190954" y="626691"/>
                </a:lnTo>
                <a:lnTo>
                  <a:pt x="6200449" y="626691"/>
                </a:lnTo>
                <a:lnTo>
                  <a:pt x="6209944" y="626691"/>
                </a:lnTo>
                <a:lnTo>
                  <a:pt x="6219440" y="626691"/>
                </a:lnTo>
                <a:lnTo>
                  <a:pt x="6228935" y="626691"/>
                </a:lnTo>
                <a:lnTo>
                  <a:pt x="6238430" y="626691"/>
                </a:lnTo>
                <a:lnTo>
                  <a:pt x="6247926" y="626691"/>
                </a:lnTo>
                <a:lnTo>
                  <a:pt x="6257421" y="626691"/>
                </a:lnTo>
                <a:lnTo>
                  <a:pt x="6266916" y="626691"/>
                </a:lnTo>
                <a:lnTo>
                  <a:pt x="6276412" y="626691"/>
                </a:lnTo>
                <a:lnTo>
                  <a:pt x="6285907" y="626691"/>
                </a:lnTo>
                <a:lnTo>
                  <a:pt x="6295403" y="626691"/>
                </a:lnTo>
                <a:lnTo>
                  <a:pt x="6304897" y="626691"/>
                </a:lnTo>
                <a:lnTo>
                  <a:pt x="6314393" y="626691"/>
                </a:lnTo>
                <a:lnTo>
                  <a:pt x="6323889" y="626691"/>
                </a:lnTo>
                <a:lnTo>
                  <a:pt x="6333384" y="626691"/>
                </a:lnTo>
                <a:lnTo>
                  <a:pt x="6342879" y="626691"/>
                </a:lnTo>
                <a:lnTo>
                  <a:pt x="6352374" y="626691"/>
                </a:lnTo>
                <a:lnTo>
                  <a:pt x="6361870" y="626691"/>
                </a:lnTo>
                <a:lnTo>
                  <a:pt x="6371365" y="626691"/>
                </a:lnTo>
                <a:lnTo>
                  <a:pt x="6380860" y="626691"/>
                </a:lnTo>
                <a:lnTo>
                  <a:pt x="6390356" y="626691"/>
                </a:lnTo>
                <a:lnTo>
                  <a:pt x="6399851" y="626691"/>
                </a:lnTo>
                <a:lnTo>
                  <a:pt x="6409346" y="626691"/>
                </a:lnTo>
                <a:lnTo>
                  <a:pt x="6418842" y="626691"/>
                </a:lnTo>
                <a:lnTo>
                  <a:pt x="6428337" y="626691"/>
                </a:lnTo>
                <a:lnTo>
                  <a:pt x="6437832" y="626691"/>
                </a:lnTo>
                <a:lnTo>
                  <a:pt x="6447327" y="626691"/>
                </a:lnTo>
                <a:lnTo>
                  <a:pt x="6456823" y="626691"/>
                </a:lnTo>
                <a:lnTo>
                  <a:pt x="6466319" y="626691"/>
                </a:lnTo>
                <a:lnTo>
                  <a:pt x="6475813" y="626691"/>
                </a:lnTo>
                <a:lnTo>
                  <a:pt x="6485309" y="626691"/>
                </a:lnTo>
                <a:lnTo>
                  <a:pt x="6494804" y="626691"/>
                </a:lnTo>
                <a:lnTo>
                  <a:pt x="6504299" y="626691"/>
                </a:lnTo>
                <a:lnTo>
                  <a:pt x="6513795" y="626691"/>
                </a:lnTo>
                <a:lnTo>
                  <a:pt x="6523290" y="626691"/>
                </a:lnTo>
                <a:lnTo>
                  <a:pt x="6532786" y="626691"/>
                </a:lnTo>
                <a:lnTo>
                  <a:pt x="6542281" y="626691"/>
                </a:lnTo>
                <a:lnTo>
                  <a:pt x="6551776" y="626691"/>
                </a:lnTo>
                <a:lnTo>
                  <a:pt x="6561272" y="626691"/>
                </a:lnTo>
                <a:lnTo>
                  <a:pt x="6570767" y="626691"/>
                </a:lnTo>
                <a:lnTo>
                  <a:pt x="6580262" y="626691"/>
                </a:lnTo>
                <a:lnTo>
                  <a:pt x="6589758" y="626691"/>
                </a:lnTo>
                <a:lnTo>
                  <a:pt x="6599253" y="626691"/>
                </a:lnTo>
                <a:lnTo>
                  <a:pt x="6608748" y="626691"/>
                </a:lnTo>
                <a:lnTo>
                  <a:pt x="6618243" y="626691"/>
                </a:lnTo>
                <a:lnTo>
                  <a:pt x="6627739" y="626691"/>
                </a:lnTo>
                <a:lnTo>
                  <a:pt x="6637234" y="626691"/>
                </a:lnTo>
                <a:lnTo>
                  <a:pt x="6646729" y="626691"/>
                </a:lnTo>
                <a:lnTo>
                  <a:pt x="6656225" y="626691"/>
                </a:lnTo>
                <a:lnTo>
                  <a:pt x="6665720" y="626691"/>
                </a:lnTo>
                <a:lnTo>
                  <a:pt x="6675215" y="626691"/>
                </a:lnTo>
                <a:lnTo>
                  <a:pt x="6684711" y="626691"/>
                </a:lnTo>
                <a:lnTo>
                  <a:pt x="6694206" y="626691"/>
                </a:lnTo>
                <a:lnTo>
                  <a:pt x="6703702" y="626691"/>
                </a:lnTo>
                <a:lnTo>
                  <a:pt x="6713197" y="626691"/>
                </a:lnTo>
                <a:lnTo>
                  <a:pt x="6722692" y="626691"/>
                </a:lnTo>
                <a:lnTo>
                  <a:pt x="6732188" y="626691"/>
                </a:lnTo>
                <a:lnTo>
                  <a:pt x="6741682" y="626691"/>
                </a:lnTo>
                <a:lnTo>
                  <a:pt x="6751178" y="626691"/>
                </a:lnTo>
                <a:lnTo>
                  <a:pt x="6760673" y="626691"/>
                </a:lnTo>
                <a:lnTo>
                  <a:pt x="6770169" y="626691"/>
                </a:lnTo>
                <a:lnTo>
                  <a:pt x="6779664" y="626691"/>
                </a:lnTo>
                <a:lnTo>
                  <a:pt x="6789159" y="626691"/>
                </a:lnTo>
                <a:lnTo>
                  <a:pt x="6798655" y="626691"/>
                </a:lnTo>
                <a:lnTo>
                  <a:pt x="6808150" y="626691"/>
                </a:lnTo>
                <a:lnTo>
                  <a:pt x="6817645" y="626691"/>
                </a:lnTo>
                <a:lnTo>
                  <a:pt x="6827141" y="626691"/>
                </a:lnTo>
                <a:lnTo>
                  <a:pt x="6836636" y="626691"/>
                </a:lnTo>
                <a:lnTo>
                  <a:pt x="6846131" y="626691"/>
                </a:lnTo>
                <a:lnTo>
                  <a:pt x="6855627" y="626691"/>
                </a:lnTo>
                <a:lnTo>
                  <a:pt x="6865122" y="626691"/>
                </a:lnTo>
                <a:lnTo>
                  <a:pt x="6874618" y="626691"/>
                </a:lnTo>
                <a:lnTo>
                  <a:pt x="6884112" y="626691"/>
                </a:lnTo>
                <a:lnTo>
                  <a:pt x="6893608" y="626691"/>
                </a:lnTo>
                <a:lnTo>
                  <a:pt x="6903104" y="626691"/>
                </a:lnTo>
                <a:lnTo>
                  <a:pt x="6912598" y="626691"/>
                </a:lnTo>
                <a:lnTo>
                  <a:pt x="6922094" y="626691"/>
                </a:lnTo>
                <a:lnTo>
                  <a:pt x="6931589" y="626691"/>
                </a:lnTo>
                <a:lnTo>
                  <a:pt x="6941085" y="626691"/>
                </a:lnTo>
                <a:lnTo>
                  <a:pt x="6950580" y="626691"/>
                </a:lnTo>
                <a:lnTo>
                  <a:pt x="6960075" y="626691"/>
                </a:lnTo>
                <a:lnTo>
                  <a:pt x="6969571" y="626691"/>
                </a:lnTo>
                <a:lnTo>
                  <a:pt x="6979066" y="626691"/>
                </a:lnTo>
                <a:lnTo>
                  <a:pt x="6988561" y="626691"/>
                </a:lnTo>
                <a:lnTo>
                  <a:pt x="6998057" y="626691"/>
                </a:lnTo>
                <a:lnTo>
                  <a:pt x="7007552" y="626691"/>
                </a:lnTo>
                <a:lnTo>
                  <a:pt x="7017047" y="626691"/>
                </a:lnTo>
                <a:lnTo>
                  <a:pt x="7026543" y="626691"/>
                </a:lnTo>
                <a:lnTo>
                  <a:pt x="7036038" y="626691"/>
                </a:lnTo>
                <a:lnTo>
                  <a:pt x="7045534" y="626691"/>
                </a:lnTo>
                <a:lnTo>
                  <a:pt x="7055028" y="626691"/>
                </a:lnTo>
                <a:lnTo>
                  <a:pt x="7064524" y="626691"/>
                </a:lnTo>
                <a:lnTo>
                  <a:pt x="7074019" y="626691"/>
                </a:lnTo>
                <a:lnTo>
                  <a:pt x="7083514" y="626691"/>
                </a:lnTo>
                <a:lnTo>
                  <a:pt x="7093010" y="626691"/>
                </a:lnTo>
                <a:lnTo>
                  <a:pt x="7102505" y="626691"/>
                </a:lnTo>
                <a:lnTo>
                  <a:pt x="7112001" y="626691"/>
                </a:lnTo>
                <a:lnTo>
                  <a:pt x="7121496" y="626691"/>
                </a:lnTo>
                <a:lnTo>
                  <a:pt x="7130991" y="626691"/>
                </a:lnTo>
                <a:lnTo>
                  <a:pt x="7140487" y="626691"/>
                </a:lnTo>
                <a:lnTo>
                  <a:pt x="7149981" y="626691"/>
                </a:lnTo>
                <a:lnTo>
                  <a:pt x="7159477" y="626691"/>
                </a:lnTo>
                <a:lnTo>
                  <a:pt x="7168973" y="626691"/>
                </a:lnTo>
                <a:lnTo>
                  <a:pt x="7178468" y="626691"/>
                </a:lnTo>
                <a:lnTo>
                  <a:pt x="7187963" y="626691"/>
                </a:lnTo>
                <a:lnTo>
                  <a:pt x="7197458" y="626691"/>
                </a:lnTo>
                <a:lnTo>
                  <a:pt x="7206954" y="626691"/>
                </a:lnTo>
                <a:lnTo>
                  <a:pt x="7216449" y="626691"/>
                </a:lnTo>
                <a:lnTo>
                  <a:pt x="7225944" y="626691"/>
                </a:lnTo>
                <a:lnTo>
                  <a:pt x="7235440" y="626691"/>
                </a:lnTo>
                <a:lnTo>
                  <a:pt x="7244935" y="626691"/>
                </a:lnTo>
                <a:lnTo>
                  <a:pt x="7254430" y="626691"/>
                </a:lnTo>
                <a:lnTo>
                  <a:pt x="7263926" y="626691"/>
                </a:lnTo>
                <a:lnTo>
                  <a:pt x="7273421" y="626691"/>
                </a:lnTo>
                <a:lnTo>
                  <a:pt x="7282916" y="626691"/>
                </a:lnTo>
                <a:lnTo>
                  <a:pt x="7292412" y="626691"/>
                </a:lnTo>
                <a:lnTo>
                  <a:pt x="7301907" y="626691"/>
                </a:lnTo>
                <a:lnTo>
                  <a:pt x="7311403" y="626691"/>
                </a:lnTo>
                <a:lnTo>
                  <a:pt x="7320897" y="626691"/>
                </a:lnTo>
                <a:lnTo>
                  <a:pt x="7330393" y="626691"/>
                </a:lnTo>
                <a:lnTo>
                  <a:pt x="7339889" y="626691"/>
                </a:lnTo>
                <a:lnTo>
                  <a:pt x="7349384" y="626691"/>
                </a:lnTo>
                <a:lnTo>
                  <a:pt x="7358879" y="626691"/>
                </a:lnTo>
                <a:lnTo>
                  <a:pt x="7368374" y="626691"/>
                </a:lnTo>
                <a:lnTo>
                  <a:pt x="7377870" y="626691"/>
                </a:lnTo>
                <a:lnTo>
                  <a:pt x="7387365" y="626691"/>
                </a:lnTo>
                <a:lnTo>
                  <a:pt x="7396860" y="626691"/>
                </a:lnTo>
                <a:lnTo>
                  <a:pt x="7406356" y="626691"/>
                </a:lnTo>
                <a:lnTo>
                  <a:pt x="7415851" y="626691"/>
                </a:lnTo>
                <a:lnTo>
                  <a:pt x="7425346" y="626691"/>
                </a:lnTo>
                <a:lnTo>
                  <a:pt x="7434842" y="626691"/>
                </a:lnTo>
                <a:lnTo>
                  <a:pt x="7444337" y="626691"/>
                </a:lnTo>
                <a:lnTo>
                  <a:pt x="7453832" y="626691"/>
                </a:lnTo>
                <a:lnTo>
                  <a:pt x="7463327" y="626691"/>
                </a:lnTo>
                <a:lnTo>
                  <a:pt x="7472823" y="626691"/>
                </a:lnTo>
                <a:lnTo>
                  <a:pt x="7482319" y="626691"/>
                </a:lnTo>
                <a:lnTo>
                  <a:pt x="7491813" y="626691"/>
                </a:lnTo>
                <a:lnTo>
                  <a:pt x="7501309" y="626691"/>
                </a:lnTo>
                <a:lnTo>
                  <a:pt x="7510804" y="626691"/>
                </a:lnTo>
                <a:lnTo>
                  <a:pt x="7520299" y="626691"/>
                </a:lnTo>
                <a:lnTo>
                  <a:pt x="7529795" y="626691"/>
                </a:lnTo>
                <a:lnTo>
                  <a:pt x="7539290" y="626691"/>
                </a:lnTo>
                <a:lnTo>
                  <a:pt x="7548786" y="626691"/>
                </a:lnTo>
                <a:lnTo>
                  <a:pt x="7558281" y="626691"/>
                </a:lnTo>
                <a:lnTo>
                  <a:pt x="7567776" y="626691"/>
                </a:lnTo>
                <a:lnTo>
                  <a:pt x="7577272" y="626691"/>
                </a:lnTo>
                <a:lnTo>
                  <a:pt x="7586767" y="626691"/>
                </a:lnTo>
                <a:lnTo>
                  <a:pt x="7596262" y="626691"/>
                </a:lnTo>
                <a:lnTo>
                  <a:pt x="7605758" y="626691"/>
                </a:lnTo>
                <a:lnTo>
                  <a:pt x="7615253" y="626691"/>
                </a:lnTo>
                <a:lnTo>
                  <a:pt x="7624748" y="626691"/>
                </a:lnTo>
                <a:lnTo>
                  <a:pt x="7634243" y="626691"/>
                </a:lnTo>
                <a:lnTo>
                  <a:pt x="7643739" y="626691"/>
                </a:lnTo>
                <a:lnTo>
                  <a:pt x="7653234" y="626691"/>
                </a:lnTo>
                <a:lnTo>
                  <a:pt x="7662729" y="626691"/>
                </a:lnTo>
                <a:lnTo>
                  <a:pt x="7672225" y="626691"/>
                </a:lnTo>
                <a:lnTo>
                  <a:pt x="7681720" y="626691"/>
                </a:lnTo>
                <a:lnTo>
                  <a:pt x="7691215" y="626691"/>
                </a:lnTo>
                <a:lnTo>
                  <a:pt x="7700711" y="626691"/>
                </a:lnTo>
                <a:lnTo>
                  <a:pt x="7710206" y="626691"/>
                </a:lnTo>
                <a:lnTo>
                  <a:pt x="7719702" y="626691"/>
                </a:lnTo>
                <a:lnTo>
                  <a:pt x="7729197" y="626691"/>
                </a:lnTo>
                <a:lnTo>
                  <a:pt x="7738692" y="626691"/>
                </a:lnTo>
                <a:lnTo>
                  <a:pt x="7748188" y="626691"/>
                </a:lnTo>
                <a:lnTo>
                  <a:pt x="7757682" y="626691"/>
                </a:lnTo>
                <a:lnTo>
                  <a:pt x="7767178" y="626691"/>
                </a:lnTo>
                <a:lnTo>
                  <a:pt x="7776673" y="626691"/>
                </a:lnTo>
                <a:lnTo>
                  <a:pt x="7786169" y="626691"/>
                </a:lnTo>
                <a:lnTo>
                  <a:pt x="7795664" y="626691"/>
                </a:lnTo>
                <a:lnTo>
                  <a:pt x="7805159" y="626691"/>
                </a:lnTo>
                <a:lnTo>
                  <a:pt x="7814655" y="626691"/>
                </a:lnTo>
                <a:lnTo>
                  <a:pt x="7824150" y="626691"/>
                </a:lnTo>
                <a:lnTo>
                  <a:pt x="7833645" y="626691"/>
                </a:lnTo>
                <a:lnTo>
                  <a:pt x="7843141" y="626691"/>
                </a:lnTo>
                <a:lnTo>
                  <a:pt x="7852636" y="626691"/>
                </a:lnTo>
                <a:lnTo>
                  <a:pt x="7862131" y="626691"/>
                </a:lnTo>
                <a:lnTo>
                  <a:pt x="7871627" y="626691"/>
                </a:lnTo>
                <a:lnTo>
                  <a:pt x="7881122" y="626691"/>
                </a:lnTo>
                <a:lnTo>
                  <a:pt x="7890618" y="626691"/>
                </a:lnTo>
                <a:lnTo>
                  <a:pt x="7900112" y="626691"/>
                </a:lnTo>
                <a:lnTo>
                  <a:pt x="7909608" y="626691"/>
                </a:lnTo>
                <a:lnTo>
                  <a:pt x="7919104" y="626691"/>
                </a:lnTo>
                <a:lnTo>
                  <a:pt x="7928598" y="626691"/>
                </a:lnTo>
                <a:lnTo>
                  <a:pt x="7938094" y="626691"/>
                </a:lnTo>
                <a:lnTo>
                  <a:pt x="7947589" y="626691"/>
                </a:lnTo>
                <a:lnTo>
                  <a:pt x="7957085" y="626691"/>
                </a:lnTo>
                <a:lnTo>
                  <a:pt x="7966580" y="626691"/>
                </a:lnTo>
                <a:lnTo>
                  <a:pt x="7976075" y="626691"/>
                </a:lnTo>
                <a:lnTo>
                  <a:pt x="7985571" y="626691"/>
                </a:lnTo>
                <a:lnTo>
                  <a:pt x="7995066" y="626691"/>
                </a:lnTo>
                <a:lnTo>
                  <a:pt x="8004561" y="626691"/>
                </a:lnTo>
                <a:lnTo>
                  <a:pt x="8014057" y="626691"/>
                </a:lnTo>
                <a:lnTo>
                  <a:pt x="8023552" y="626691"/>
                </a:lnTo>
                <a:lnTo>
                  <a:pt x="8033047" y="626691"/>
                </a:lnTo>
                <a:lnTo>
                  <a:pt x="8042543" y="626691"/>
                </a:lnTo>
                <a:lnTo>
                  <a:pt x="8052038" y="626691"/>
                </a:lnTo>
                <a:lnTo>
                  <a:pt x="8061534" y="626691"/>
                </a:lnTo>
                <a:lnTo>
                  <a:pt x="8071028" y="626691"/>
                </a:lnTo>
                <a:lnTo>
                  <a:pt x="8080524" y="626691"/>
                </a:lnTo>
                <a:lnTo>
                  <a:pt x="8090019" y="626691"/>
                </a:lnTo>
                <a:lnTo>
                  <a:pt x="8099514" y="626691"/>
                </a:lnTo>
                <a:lnTo>
                  <a:pt x="8109010" y="626691"/>
                </a:lnTo>
                <a:lnTo>
                  <a:pt x="8118505" y="626691"/>
                </a:lnTo>
                <a:lnTo>
                  <a:pt x="8128001" y="626691"/>
                </a:lnTo>
                <a:lnTo>
                  <a:pt x="8137496" y="626691"/>
                </a:lnTo>
                <a:lnTo>
                  <a:pt x="8146991" y="626691"/>
                </a:lnTo>
                <a:lnTo>
                  <a:pt x="8156487" y="626691"/>
                </a:lnTo>
                <a:lnTo>
                  <a:pt x="8165981" y="626691"/>
                </a:lnTo>
                <a:lnTo>
                  <a:pt x="8175477" y="626691"/>
                </a:lnTo>
                <a:lnTo>
                  <a:pt x="8184973" y="626691"/>
                </a:lnTo>
                <a:lnTo>
                  <a:pt x="8194468" y="626691"/>
                </a:lnTo>
                <a:lnTo>
                  <a:pt x="8203963" y="626691"/>
                </a:lnTo>
                <a:lnTo>
                  <a:pt x="8213458" y="626691"/>
                </a:lnTo>
                <a:lnTo>
                  <a:pt x="8222954" y="626691"/>
                </a:lnTo>
                <a:lnTo>
                  <a:pt x="8232449" y="626691"/>
                </a:lnTo>
                <a:lnTo>
                  <a:pt x="8241944" y="626691"/>
                </a:lnTo>
                <a:lnTo>
                  <a:pt x="8251440" y="626691"/>
                </a:lnTo>
                <a:lnTo>
                  <a:pt x="8260935" y="626691"/>
                </a:lnTo>
                <a:lnTo>
                  <a:pt x="8270430" y="626691"/>
                </a:lnTo>
                <a:lnTo>
                  <a:pt x="8279926" y="626691"/>
                </a:lnTo>
                <a:lnTo>
                  <a:pt x="8289421" y="626691"/>
                </a:lnTo>
                <a:lnTo>
                  <a:pt x="8298917" y="626691"/>
                </a:lnTo>
                <a:lnTo>
                  <a:pt x="8308412" y="626691"/>
                </a:lnTo>
                <a:lnTo>
                  <a:pt x="8317907" y="626691"/>
                </a:lnTo>
                <a:lnTo>
                  <a:pt x="8327403" y="626691"/>
                </a:lnTo>
                <a:lnTo>
                  <a:pt x="8336897" y="626691"/>
                </a:lnTo>
                <a:lnTo>
                  <a:pt x="8346393" y="626691"/>
                </a:lnTo>
                <a:lnTo>
                  <a:pt x="8355889" y="626691"/>
                </a:lnTo>
                <a:lnTo>
                  <a:pt x="8365384" y="626691"/>
                </a:lnTo>
                <a:lnTo>
                  <a:pt x="8374879" y="626691"/>
                </a:lnTo>
                <a:lnTo>
                  <a:pt x="8384374" y="626691"/>
                </a:lnTo>
                <a:lnTo>
                  <a:pt x="8393870" y="626691"/>
                </a:lnTo>
                <a:lnTo>
                  <a:pt x="8403365" y="626691"/>
                </a:lnTo>
                <a:lnTo>
                  <a:pt x="8412860" y="626691"/>
                </a:lnTo>
                <a:lnTo>
                  <a:pt x="8422356" y="626691"/>
                </a:lnTo>
                <a:lnTo>
                  <a:pt x="8431851" y="626691"/>
                </a:lnTo>
                <a:lnTo>
                  <a:pt x="8441346" y="626691"/>
                </a:lnTo>
                <a:lnTo>
                  <a:pt x="8450842" y="626691"/>
                </a:lnTo>
                <a:lnTo>
                  <a:pt x="8460337" y="626691"/>
                </a:lnTo>
                <a:lnTo>
                  <a:pt x="8469832" y="626691"/>
                </a:lnTo>
                <a:lnTo>
                  <a:pt x="8479327" y="626691"/>
                </a:lnTo>
                <a:lnTo>
                  <a:pt x="8488823" y="626691"/>
                </a:lnTo>
                <a:lnTo>
                  <a:pt x="8498319" y="626691"/>
                </a:lnTo>
                <a:lnTo>
                  <a:pt x="8507813" y="626691"/>
                </a:lnTo>
                <a:lnTo>
                  <a:pt x="8517309" y="626691"/>
                </a:lnTo>
                <a:lnTo>
                  <a:pt x="8526804" y="626691"/>
                </a:lnTo>
                <a:lnTo>
                  <a:pt x="8536300" y="626691"/>
                </a:lnTo>
                <a:lnTo>
                  <a:pt x="8545795" y="626691"/>
                </a:lnTo>
                <a:lnTo>
                  <a:pt x="8555290" y="626691"/>
                </a:lnTo>
                <a:lnTo>
                  <a:pt x="8564786" y="626691"/>
                </a:lnTo>
                <a:lnTo>
                  <a:pt x="8574281" y="626691"/>
                </a:lnTo>
                <a:lnTo>
                  <a:pt x="8583776" y="626691"/>
                </a:lnTo>
                <a:lnTo>
                  <a:pt x="8593272" y="626691"/>
                </a:lnTo>
                <a:lnTo>
                  <a:pt x="8602767" y="626691"/>
                </a:lnTo>
                <a:lnTo>
                  <a:pt x="8612262" y="626691"/>
                </a:lnTo>
                <a:lnTo>
                  <a:pt x="8621758" y="626691"/>
                </a:lnTo>
                <a:lnTo>
                  <a:pt x="8631253" y="626691"/>
                </a:lnTo>
                <a:lnTo>
                  <a:pt x="8640748" y="626691"/>
                </a:lnTo>
                <a:lnTo>
                  <a:pt x="8650243" y="626691"/>
                </a:lnTo>
                <a:lnTo>
                  <a:pt x="8659739" y="626691"/>
                </a:lnTo>
                <a:lnTo>
                  <a:pt x="8669234" y="626691"/>
                </a:lnTo>
                <a:lnTo>
                  <a:pt x="8678729" y="626691"/>
                </a:lnTo>
                <a:lnTo>
                  <a:pt x="8688225" y="626691"/>
                </a:lnTo>
                <a:lnTo>
                  <a:pt x="8697720" y="626691"/>
                </a:lnTo>
                <a:lnTo>
                  <a:pt x="8707215" y="626691"/>
                </a:lnTo>
                <a:lnTo>
                  <a:pt x="8716711" y="626691"/>
                </a:lnTo>
                <a:lnTo>
                  <a:pt x="8726206" y="626691"/>
                </a:lnTo>
                <a:lnTo>
                  <a:pt x="8735702" y="626691"/>
                </a:lnTo>
                <a:lnTo>
                  <a:pt x="8745197" y="626691"/>
                </a:lnTo>
                <a:lnTo>
                  <a:pt x="8754692" y="626691"/>
                </a:lnTo>
                <a:lnTo>
                  <a:pt x="8764188" y="626691"/>
                </a:lnTo>
                <a:lnTo>
                  <a:pt x="8773683" y="626691"/>
                </a:lnTo>
                <a:lnTo>
                  <a:pt x="8783178" y="626691"/>
                </a:lnTo>
                <a:lnTo>
                  <a:pt x="8792673" y="626691"/>
                </a:lnTo>
                <a:lnTo>
                  <a:pt x="8802169" y="626691"/>
                </a:lnTo>
                <a:lnTo>
                  <a:pt x="8811664" y="626691"/>
                </a:lnTo>
                <a:lnTo>
                  <a:pt x="8821159" y="626691"/>
                </a:lnTo>
                <a:lnTo>
                  <a:pt x="8830655" y="626691"/>
                </a:lnTo>
                <a:lnTo>
                  <a:pt x="8840150" y="626691"/>
                </a:lnTo>
                <a:lnTo>
                  <a:pt x="8849645" y="626691"/>
                </a:lnTo>
                <a:lnTo>
                  <a:pt x="8859141" y="626691"/>
                </a:lnTo>
                <a:lnTo>
                  <a:pt x="8868636" y="626691"/>
                </a:lnTo>
                <a:lnTo>
                  <a:pt x="8878131" y="626691"/>
                </a:lnTo>
                <a:lnTo>
                  <a:pt x="8887627" y="626691"/>
                </a:lnTo>
                <a:lnTo>
                  <a:pt x="8897122" y="626691"/>
                </a:lnTo>
                <a:lnTo>
                  <a:pt x="8906618" y="626691"/>
                </a:lnTo>
                <a:lnTo>
                  <a:pt x="8916112" y="626691"/>
                </a:lnTo>
                <a:lnTo>
                  <a:pt x="8925608" y="626691"/>
                </a:lnTo>
                <a:lnTo>
                  <a:pt x="8935104" y="626691"/>
                </a:lnTo>
                <a:lnTo>
                  <a:pt x="8944598" y="626691"/>
                </a:lnTo>
                <a:lnTo>
                  <a:pt x="8954094" y="626691"/>
                </a:lnTo>
                <a:lnTo>
                  <a:pt x="8963589" y="626691"/>
                </a:lnTo>
                <a:lnTo>
                  <a:pt x="8973085" y="626691"/>
                </a:lnTo>
                <a:lnTo>
                  <a:pt x="8982580" y="626691"/>
                </a:lnTo>
                <a:lnTo>
                  <a:pt x="8992075" y="626691"/>
                </a:lnTo>
                <a:lnTo>
                  <a:pt x="9001571" y="626691"/>
                </a:lnTo>
                <a:lnTo>
                  <a:pt x="9011066" y="626691"/>
                </a:lnTo>
                <a:lnTo>
                  <a:pt x="9020561" y="626691"/>
                </a:lnTo>
                <a:lnTo>
                  <a:pt x="9030057" y="626691"/>
                </a:lnTo>
                <a:lnTo>
                  <a:pt x="9039552" y="626691"/>
                </a:lnTo>
                <a:lnTo>
                  <a:pt x="9049047" y="626691"/>
                </a:lnTo>
                <a:lnTo>
                  <a:pt x="9058543" y="626691"/>
                </a:lnTo>
                <a:lnTo>
                  <a:pt x="9068038" y="626691"/>
                </a:lnTo>
                <a:lnTo>
                  <a:pt x="9077534" y="626691"/>
                </a:lnTo>
                <a:lnTo>
                  <a:pt x="9087028" y="626691"/>
                </a:lnTo>
                <a:lnTo>
                  <a:pt x="9096524" y="626691"/>
                </a:lnTo>
                <a:lnTo>
                  <a:pt x="9106019" y="626691"/>
                </a:lnTo>
                <a:lnTo>
                  <a:pt x="9115514" y="626691"/>
                </a:lnTo>
                <a:lnTo>
                  <a:pt x="9125010" y="626691"/>
                </a:lnTo>
                <a:lnTo>
                  <a:pt x="9134505" y="626691"/>
                </a:lnTo>
                <a:lnTo>
                  <a:pt x="9144001" y="626691"/>
                </a:lnTo>
                <a:lnTo>
                  <a:pt x="9153496" y="626691"/>
                </a:lnTo>
                <a:lnTo>
                  <a:pt x="9162991" y="626691"/>
                </a:lnTo>
                <a:lnTo>
                  <a:pt x="9172487" y="626691"/>
                </a:lnTo>
                <a:lnTo>
                  <a:pt x="9181981" y="626691"/>
                </a:lnTo>
                <a:lnTo>
                  <a:pt x="9191477" y="626691"/>
                </a:lnTo>
                <a:lnTo>
                  <a:pt x="9200973" y="626691"/>
                </a:lnTo>
                <a:lnTo>
                  <a:pt x="9210468" y="626691"/>
                </a:lnTo>
                <a:lnTo>
                  <a:pt x="9219963" y="626691"/>
                </a:lnTo>
                <a:lnTo>
                  <a:pt x="9229458" y="626691"/>
                </a:lnTo>
                <a:lnTo>
                  <a:pt x="9238954" y="626691"/>
                </a:lnTo>
                <a:lnTo>
                  <a:pt x="9248450" y="626691"/>
                </a:lnTo>
                <a:lnTo>
                  <a:pt x="9257944" y="626691"/>
                </a:lnTo>
                <a:lnTo>
                  <a:pt x="9267440" y="626691"/>
                </a:lnTo>
                <a:lnTo>
                  <a:pt x="9276935" y="626691"/>
                </a:lnTo>
                <a:lnTo>
                  <a:pt x="9286430" y="626691"/>
                </a:lnTo>
                <a:lnTo>
                  <a:pt x="9295926" y="626691"/>
                </a:lnTo>
                <a:lnTo>
                  <a:pt x="9305421" y="626691"/>
                </a:lnTo>
                <a:lnTo>
                  <a:pt x="9314917" y="626691"/>
                </a:lnTo>
                <a:lnTo>
                  <a:pt x="9324412" y="626691"/>
                </a:lnTo>
                <a:lnTo>
                  <a:pt x="9333907" y="626691"/>
                </a:lnTo>
                <a:lnTo>
                  <a:pt x="9343403" y="626691"/>
                </a:lnTo>
                <a:lnTo>
                  <a:pt x="9352897" y="626691"/>
                </a:lnTo>
                <a:lnTo>
                  <a:pt x="9362393" y="626691"/>
                </a:lnTo>
                <a:lnTo>
                  <a:pt x="9371889" y="626691"/>
                </a:lnTo>
                <a:lnTo>
                  <a:pt x="9381384" y="626691"/>
                </a:lnTo>
                <a:lnTo>
                  <a:pt x="9390879" y="626691"/>
                </a:lnTo>
                <a:lnTo>
                  <a:pt x="9400374" y="626691"/>
                </a:lnTo>
                <a:lnTo>
                  <a:pt x="9409870" y="626691"/>
                </a:lnTo>
                <a:lnTo>
                  <a:pt x="9419365" y="626691"/>
                </a:lnTo>
                <a:lnTo>
                  <a:pt x="9428860" y="626691"/>
                </a:lnTo>
                <a:lnTo>
                  <a:pt x="9438356" y="626691"/>
                </a:lnTo>
                <a:lnTo>
                  <a:pt x="9447851" y="626691"/>
                </a:lnTo>
                <a:lnTo>
                  <a:pt x="9457346" y="626691"/>
                </a:lnTo>
                <a:lnTo>
                  <a:pt x="9466842" y="626691"/>
                </a:lnTo>
                <a:lnTo>
                  <a:pt x="9476337" y="626691"/>
                </a:lnTo>
                <a:lnTo>
                  <a:pt x="9485833" y="626691"/>
                </a:lnTo>
                <a:lnTo>
                  <a:pt x="9495327" y="626691"/>
                </a:lnTo>
                <a:lnTo>
                  <a:pt x="9504823" y="626691"/>
                </a:lnTo>
                <a:lnTo>
                  <a:pt x="9514319" y="626691"/>
                </a:lnTo>
                <a:lnTo>
                  <a:pt x="9523813" y="626691"/>
                </a:lnTo>
                <a:lnTo>
                  <a:pt x="9533309" y="626691"/>
                </a:lnTo>
                <a:lnTo>
                  <a:pt x="9542804" y="626691"/>
                </a:lnTo>
                <a:lnTo>
                  <a:pt x="9552300" y="626691"/>
                </a:lnTo>
                <a:lnTo>
                  <a:pt x="9561795" y="626691"/>
                </a:lnTo>
                <a:lnTo>
                  <a:pt x="9571290" y="626691"/>
                </a:lnTo>
                <a:lnTo>
                  <a:pt x="9580786" y="626691"/>
                </a:lnTo>
                <a:lnTo>
                  <a:pt x="9590281" y="626691"/>
                </a:lnTo>
                <a:lnTo>
                  <a:pt x="9599776" y="626691"/>
                </a:lnTo>
                <a:lnTo>
                  <a:pt x="9609272" y="626691"/>
                </a:lnTo>
                <a:lnTo>
                  <a:pt x="9618767" y="626691"/>
                </a:lnTo>
                <a:lnTo>
                  <a:pt x="9628262" y="626691"/>
                </a:lnTo>
                <a:lnTo>
                  <a:pt x="9637758" y="626691"/>
                </a:lnTo>
                <a:lnTo>
                  <a:pt x="9647253" y="626691"/>
                </a:lnTo>
                <a:lnTo>
                  <a:pt x="9656748" y="626691"/>
                </a:lnTo>
                <a:lnTo>
                  <a:pt x="9666243" y="626691"/>
                </a:lnTo>
                <a:lnTo>
                  <a:pt x="9675739" y="626691"/>
                </a:lnTo>
                <a:lnTo>
                  <a:pt x="9685234" y="626691"/>
                </a:lnTo>
                <a:lnTo>
                  <a:pt x="9694729" y="626691"/>
                </a:lnTo>
              </a:path>
            </a:pathLst>
          </a:custGeom>
          <a:noFill/>
          <a:ln w="12700" cap="flat" cmpd="sng" algn="ctr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4400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DC7274E-0D19-1465-9984-42825735B691}"/>
              </a:ext>
            </a:extLst>
          </p:cNvPr>
          <p:cNvSpPr txBox="1"/>
          <p:nvPr/>
        </p:nvSpPr>
        <p:spPr>
          <a:xfrm>
            <a:off x="1821140" y="4748499"/>
            <a:ext cx="307777" cy="331501"/>
          </a:xfrm>
          <a:prstGeom prst="rect">
            <a:avLst/>
          </a:prstGeom>
          <a:noFill/>
        </p:spPr>
        <p:txBody>
          <a:bodyPr vert="vert270" wrap="none" bIns="25400" rtlCol="0">
            <a:spAutoFit/>
          </a:bodyPr>
          <a:lstStyle/>
          <a:p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</a:rPr>
              <a:t>90.09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A5ECD91-6FF6-B981-F018-E1657F573C3C}"/>
              </a:ext>
            </a:extLst>
          </p:cNvPr>
          <p:cNvSpPr txBox="1"/>
          <p:nvPr/>
        </p:nvSpPr>
        <p:spPr>
          <a:xfrm>
            <a:off x="1452785" y="4279366"/>
            <a:ext cx="9827664" cy="1016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en-US" sz="800">
                <a:latin typeface="Arial" panose="020B0604020202020204" pitchFamily="34" charset="0"/>
              </a:rPr>
              <a:t>  *2 Sep 25- 1-0.1- NPs-400 um-negative-after 20 s sputtering-002.tdc - Ions 400µm 43763782 cts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D6FF9C2-F5AB-281A-0C51-3DF32F55368A}"/>
              </a:ext>
            </a:extLst>
          </p:cNvPr>
          <p:cNvSpPr txBox="1"/>
          <p:nvPr/>
        </p:nvSpPr>
        <p:spPr>
          <a:xfrm>
            <a:off x="914400" y="5587999"/>
            <a:ext cx="8293100" cy="406400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pPr algn="ctr"/>
            <a:r>
              <a:rPr lang="en-US" sz="1600">
                <a:latin typeface="Arial" panose="020B0604020202020204" pitchFamily="34" charset="0"/>
              </a:rPr>
              <a:t>Enter Slide Comments Here</a:t>
            </a:r>
          </a:p>
        </p:txBody>
      </p:sp>
    </p:spTree>
    <p:extLst>
      <p:ext uri="{BB962C8B-B14F-4D97-AF65-F5344CB8AC3E}">
        <p14:creationId xmlns:p14="http://schemas.microsoft.com/office/powerpoint/2010/main" val="801097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3728</TotalTime>
  <Words>2139</Words>
  <Application>Microsoft Office PowerPoint</Application>
  <PresentationFormat>Widescreen</PresentationFormat>
  <Paragraphs>694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Aptos</vt:lpstr>
      <vt:lpstr>Aptos Display</vt:lpstr>
      <vt:lpstr>Arial</vt:lpstr>
      <vt:lpstr>Times New Roman</vt:lpstr>
      <vt:lpstr>Wingdings</vt:lpstr>
      <vt:lpstr>Office Theme</vt:lpstr>
      <vt:lpstr>0.7% w/w (1% in theory) Nano TOF SIMS raw  maps and distributions</vt:lpstr>
      <vt:lpstr>10 ppm c-Se-PS-MNPs</vt:lpstr>
      <vt:lpstr>PowerPoint Presentation</vt:lpstr>
      <vt:lpstr>PowerPoint Presentation</vt:lpstr>
      <vt:lpstr>PowerPoint Presentation</vt:lpstr>
      <vt:lpstr>PowerPoint Presentation</vt:lpstr>
      <vt:lpstr>1 ppm c-Se-PS-MNPs</vt:lpstr>
      <vt:lpstr>PowerPoint Presentation</vt:lpstr>
      <vt:lpstr>PowerPoint Presentation</vt:lpstr>
      <vt:lpstr>PowerPoint Presentation</vt:lpstr>
      <vt:lpstr>PowerPoint Presentation</vt:lpstr>
      <vt:lpstr>0.1 ppm c-Se-PS-MNPs</vt:lpstr>
      <vt:lpstr>PowerPoint Presentation</vt:lpstr>
      <vt:lpstr>PowerPoint Presentation</vt:lpstr>
      <vt:lpstr>PowerPoint Presentation</vt:lpstr>
      <vt:lpstr>PowerPoint Presentation</vt:lpstr>
      <vt:lpstr>1 ppm Se-PS-NPs</vt:lpstr>
      <vt:lpstr>PowerPoint Presentation</vt:lpstr>
      <vt:lpstr>PowerPoint Presentation</vt:lpstr>
      <vt:lpstr>PowerPoint Presentation</vt:lpstr>
      <vt:lpstr>PowerPoint Presentation</vt:lpstr>
      <vt:lpstr>0.1 ppm Se-PS-NPs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Frank Li</dc:creator>
  <cp:lastModifiedBy>Frank Li</cp:lastModifiedBy>
  <cp:revision>6</cp:revision>
  <dcterms:created xsi:type="dcterms:W3CDTF">2025-09-16T17:14:26Z</dcterms:created>
  <dcterms:modified xsi:type="dcterms:W3CDTF">2026-09-22T18:44:25Z</dcterms:modified>
</cp:coreProperties>
</file>